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300" r:id="rId6"/>
    <p:sldId id="293" r:id="rId7"/>
    <p:sldId id="301" r:id="rId8"/>
    <p:sldId id="306" r:id="rId9"/>
    <p:sldId id="305" r:id="rId10"/>
    <p:sldId id="303" r:id="rId11"/>
    <p:sldId id="30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16C85A-0857-5D71-8994-3BAF75D27D9B}" v="8" dt="2025-10-13T21:34:06.799"/>
    <p1510:client id="{33BE70A8-8D16-93FD-1984-2979B8D6CA32}" v="83" dt="2025-10-13T18:18:01.374"/>
    <p1510:client id="{61ABA03A-F30D-34F4-3404-5E171762E0D9}" v="3" dt="2025-10-13T18:34:34.551"/>
    <p1510:client id="{7BE00F38-01E9-FDA0-D9F8-C574C5314D64}" v="145" dt="2025-10-13T02:33:35.249"/>
    <p1510:client id="{84C50892-D76B-38B3-F799-F459C766C97A}" v="248" dt="2025-10-13T21:35:19.055"/>
    <p1510:client id="{E4A5B279-58A0-751D-8126-3EE78A0AD3D7}" v="60" dt="2025-10-13T23:10:02.062"/>
    <p1510:client id="{F5F9CB17-5599-C777-38C0-22B26678B28A}" v="49" dt="2025-10-13T19:02:32.055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792"/>
        <p:guide pos="3144"/>
        <p:guide orient="horz" pos="96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image" Target="../media/image39.png"/><Relationship Id="rId1" Type="http://schemas.openxmlformats.org/officeDocument/2006/relationships/hyperlink" Target="https://www.cdc.gov/brfss/annual_data/annual_2024.html." TargetMode="Externa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9" Type="http://schemas.openxmlformats.org/officeDocument/2006/relationships/image" Target="../media/image46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hyperlink" Target="https://www.cdc.gov/brfss/annual_data/annual_2024.html." TargetMode="External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9" Type="http://schemas.openxmlformats.org/officeDocument/2006/relationships/image" Target="../media/image46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F44777-C1C8-40C3-9BB1-1051BE44DA49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DDC125-FA53-44AA-B765-C14CB64FE0B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  <a:latin typeface="Avenir Next LT Pro"/>
            </a:rPr>
            <a:t>Abstract</a:t>
          </a:r>
          <a:endParaRPr lang="en-US" b="1" u="none">
            <a:solidFill>
              <a:schemeClr val="tx1"/>
            </a:solidFill>
          </a:endParaRPr>
        </a:p>
      </dgm:t>
    </dgm:pt>
    <dgm:pt modelId="{311585A7-86CE-4C66-8AC8-D4D02399A4E6}" type="parTrans" cxnId="{224A4F20-1584-4414-8F51-4F4E561C412C}">
      <dgm:prSet/>
      <dgm:spPr/>
      <dgm:t>
        <a:bodyPr/>
        <a:lstStyle/>
        <a:p>
          <a:endParaRPr lang="en-US"/>
        </a:p>
      </dgm:t>
    </dgm:pt>
    <dgm:pt modelId="{BF7F9B0B-9F1D-4716-9AE5-BF4A242B4843}" type="sibTrans" cxnId="{224A4F20-1584-4414-8F51-4F4E561C412C}">
      <dgm:prSet/>
      <dgm:spPr/>
      <dgm:t>
        <a:bodyPr/>
        <a:lstStyle/>
        <a:p>
          <a:endParaRPr lang="en-US"/>
        </a:p>
      </dgm:t>
    </dgm:pt>
    <dgm:pt modelId="{F3BDD5AB-8B97-4F41-99A3-0A9F04747F0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</a:rPr>
            <a:t>Workflow process</a:t>
          </a:r>
        </a:p>
      </dgm:t>
    </dgm:pt>
    <dgm:pt modelId="{F7B2D793-F85E-4C97-BDF4-6B79FE7A26D3}" type="parTrans" cxnId="{376356B2-A8F1-437F-8D30-C57252FAAFAD}">
      <dgm:prSet/>
      <dgm:spPr/>
      <dgm:t>
        <a:bodyPr/>
        <a:lstStyle/>
        <a:p>
          <a:endParaRPr lang="en-US"/>
        </a:p>
      </dgm:t>
    </dgm:pt>
    <dgm:pt modelId="{8124F44C-A7E2-44B6-8777-F14D551ED248}" type="sibTrans" cxnId="{376356B2-A8F1-437F-8D30-C57252FAAFAD}">
      <dgm:prSet/>
      <dgm:spPr/>
      <dgm:t>
        <a:bodyPr/>
        <a:lstStyle/>
        <a:p>
          <a:endParaRPr lang="en-US"/>
        </a:p>
      </dgm:t>
    </dgm:pt>
    <dgm:pt modelId="{5C8B8490-8C1B-47D8-AB4E-B1EEEB393DB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</a:rPr>
            <a:t>Data Overview</a:t>
          </a:r>
        </a:p>
      </dgm:t>
    </dgm:pt>
    <dgm:pt modelId="{E4CD12E4-525F-4B34-8269-36A71D900625}" type="parTrans" cxnId="{F5952C5D-07A9-40BA-AA48-101E332CBE5B}">
      <dgm:prSet/>
      <dgm:spPr/>
      <dgm:t>
        <a:bodyPr/>
        <a:lstStyle/>
        <a:p>
          <a:endParaRPr lang="en-US"/>
        </a:p>
      </dgm:t>
    </dgm:pt>
    <dgm:pt modelId="{044C2F60-D7A7-4935-93CD-4C29CE85B617}" type="sibTrans" cxnId="{F5952C5D-07A9-40BA-AA48-101E332CBE5B}">
      <dgm:prSet/>
      <dgm:spPr/>
      <dgm:t>
        <a:bodyPr/>
        <a:lstStyle/>
        <a:p>
          <a:endParaRPr lang="en-US"/>
        </a:p>
      </dgm:t>
    </dgm:pt>
    <dgm:pt modelId="{B0181575-2AF5-4837-88D0-7A22FE8CF29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</a:rPr>
            <a:t>SMART QUESTION</a:t>
          </a:r>
        </a:p>
      </dgm:t>
    </dgm:pt>
    <dgm:pt modelId="{E68B6DCA-EA1F-4EA0-88BA-91FF12D8E989}" type="parTrans" cxnId="{7BAC2786-1529-491C-A8FA-379285FFF464}">
      <dgm:prSet/>
      <dgm:spPr/>
      <dgm:t>
        <a:bodyPr/>
        <a:lstStyle/>
        <a:p>
          <a:endParaRPr lang="en-US"/>
        </a:p>
      </dgm:t>
    </dgm:pt>
    <dgm:pt modelId="{F21F5807-3180-4EA2-A0B6-33966D24B2FA}" type="sibTrans" cxnId="{7BAC2786-1529-491C-A8FA-379285FFF464}">
      <dgm:prSet/>
      <dgm:spPr/>
      <dgm:t>
        <a:bodyPr/>
        <a:lstStyle/>
        <a:p>
          <a:endParaRPr lang="en-US"/>
        </a:p>
      </dgm:t>
    </dgm:pt>
    <dgm:pt modelId="{FC43DD59-FEEE-4CFE-9BEF-DC0D39DDFAE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</a:rPr>
            <a:t>Conclusion</a:t>
          </a:r>
        </a:p>
      </dgm:t>
    </dgm:pt>
    <dgm:pt modelId="{162255FB-B871-45E7-944E-74F546F68C60}" type="parTrans" cxnId="{04D25587-0479-4B11-A124-E161ACBBB034}">
      <dgm:prSet/>
      <dgm:spPr/>
      <dgm:t>
        <a:bodyPr/>
        <a:lstStyle/>
        <a:p>
          <a:endParaRPr lang="en-US"/>
        </a:p>
      </dgm:t>
    </dgm:pt>
    <dgm:pt modelId="{E6987B89-3BB9-47B9-907C-90FC83EB806B}" type="sibTrans" cxnId="{04D25587-0479-4B11-A124-E161ACBBB034}">
      <dgm:prSet/>
      <dgm:spPr/>
      <dgm:t>
        <a:bodyPr/>
        <a:lstStyle/>
        <a:p>
          <a:endParaRPr lang="en-US"/>
        </a:p>
      </dgm:t>
    </dgm:pt>
    <dgm:pt modelId="{257B4DC6-E135-436C-B6D2-477A5448970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</a:rPr>
            <a:t>Analysis test</a:t>
          </a:r>
        </a:p>
      </dgm:t>
    </dgm:pt>
    <dgm:pt modelId="{AA320821-62FE-465F-B9F8-CB0BE2F4FF0F}" type="parTrans" cxnId="{0313F610-94A9-4482-840C-AFD5C79647BE}">
      <dgm:prSet/>
      <dgm:spPr/>
      <dgm:t>
        <a:bodyPr/>
        <a:lstStyle/>
        <a:p>
          <a:endParaRPr lang="en-IN"/>
        </a:p>
      </dgm:t>
    </dgm:pt>
    <dgm:pt modelId="{02BD16A9-F074-465F-91B9-1A2D78B95AA9}" type="sibTrans" cxnId="{0313F610-94A9-4482-840C-AFD5C79647BE}">
      <dgm:prSet/>
      <dgm:spPr/>
      <dgm:t>
        <a:bodyPr/>
        <a:lstStyle/>
        <a:p>
          <a:endParaRPr lang="en-IN"/>
        </a:p>
      </dgm:t>
    </dgm:pt>
    <dgm:pt modelId="{4A2CB8A1-5B18-4AC0-93AF-F77513019641}" type="pres">
      <dgm:prSet presAssocID="{C3F44777-C1C8-40C3-9BB1-1051BE44DA49}" presName="root" presStyleCnt="0">
        <dgm:presLayoutVars>
          <dgm:dir/>
          <dgm:resizeHandles val="exact"/>
        </dgm:presLayoutVars>
      </dgm:prSet>
      <dgm:spPr/>
    </dgm:pt>
    <dgm:pt modelId="{08AB6D1A-4A98-4CDC-BAB9-07E89AAA1AD8}" type="pres">
      <dgm:prSet presAssocID="{5EDDC125-FA53-44AA-B765-C14CB64FE0BC}" presName="compNode" presStyleCnt="0"/>
      <dgm:spPr/>
    </dgm:pt>
    <dgm:pt modelId="{31D6A78C-DBE1-4203-8EE5-9CA4AE436FC2}" type="pres">
      <dgm:prSet presAssocID="{5EDDC125-FA53-44AA-B765-C14CB64FE0BC}" presName="iconBgRect" presStyleLbl="bgShp" presStyleIdx="0" presStyleCnt="6"/>
      <dgm:spPr/>
    </dgm:pt>
    <dgm:pt modelId="{98A25054-D274-4684-8068-7ECBC9141ED3}" type="pres">
      <dgm:prSet presAssocID="{5EDDC125-FA53-44AA-B765-C14CB64FE0B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C8239BA-6718-464B-9875-B323FC2F9EED}" type="pres">
      <dgm:prSet presAssocID="{5EDDC125-FA53-44AA-B765-C14CB64FE0BC}" presName="spaceRect" presStyleCnt="0"/>
      <dgm:spPr/>
    </dgm:pt>
    <dgm:pt modelId="{05F04FA3-1618-4611-90A7-0CD03C3D5134}" type="pres">
      <dgm:prSet presAssocID="{5EDDC125-FA53-44AA-B765-C14CB64FE0BC}" presName="textRect" presStyleLbl="revTx" presStyleIdx="0" presStyleCnt="6">
        <dgm:presLayoutVars>
          <dgm:chMax val="1"/>
          <dgm:chPref val="1"/>
        </dgm:presLayoutVars>
      </dgm:prSet>
      <dgm:spPr/>
    </dgm:pt>
    <dgm:pt modelId="{BEDA18BE-0888-4681-899E-C911C7877971}" type="pres">
      <dgm:prSet presAssocID="{BF7F9B0B-9F1D-4716-9AE5-BF4A242B4843}" presName="sibTrans" presStyleCnt="0"/>
      <dgm:spPr/>
    </dgm:pt>
    <dgm:pt modelId="{7FFD087F-BCCB-47B4-9D7F-332073B334BA}" type="pres">
      <dgm:prSet presAssocID="{F3BDD5AB-8B97-4F41-99A3-0A9F04747F0B}" presName="compNode" presStyleCnt="0"/>
      <dgm:spPr/>
    </dgm:pt>
    <dgm:pt modelId="{BAA2AC98-07B4-4482-AC2D-B8D4B9B492CE}" type="pres">
      <dgm:prSet presAssocID="{F3BDD5AB-8B97-4F41-99A3-0A9F04747F0B}" presName="iconBgRect" presStyleLbl="bgShp" presStyleIdx="1" presStyleCnt="6"/>
      <dgm:spPr/>
    </dgm:pt>
    <dgm:pt modelId="{76BE55BE-256F-4262-8CB6-72E54C3D4C18}" type="pres">
      <dgm:prSet presAssocID="{F3BDD5AB-8B97-4F41-99A3-0A9F04747F0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 with solid fill"/>
        </a:ext>
      </dgm:extLst>
    </dgm:pt>
    <dgm:pt modelId="{DC9CEC8D-4B40-4980-93D5-E4869C92FBF5}" type="pres">
      <dgm:prSet presAssocID="{F3BDD5AB-8B97-4F41-99A3-0A9F04747F0B}" presName="spaceRect" presStyleCnt="0"/>
      <dgm:spPr/>
    </dgm:pt>
    <dgm:pt modelId="{E1636535-90BC-40F3-A0B6-BCC8BC1EB09B}" type="pres">
      <dgm:prSet presAssocID="{F3BDD5AB-8B97-4F41-99A3-0A9F04747F0B}" presName="textRect" presStyleLbl="revTx" presStyleIdx="1" presStyleCnt="6">
        <dgm:presLayoutVars>
          <dgm:chMax val="1"/>
          <dgm:chPref val="1"/>
        </dgm:presLayoutVars>
      </dgm:prSet>
      <dgm:spPr/>
    </dgm:pt>
    <dgm:pt modelId="{4D391806-D87B-4F45-9EE3-CFAEF8F8ED92}" type="pres">
      <dgm:prSet presAssocID="{8124F44C-A7E2-44B6-8777-F14D551ED248}" presName="sibTrans" presStyleCnt="0"/>
      <dgm:spPr/>
    </dgm:pt>
    <dgm:pt modelId="{C41DB346-01C3-4795-A2D2-563810B7384C}" type="pres">
      <dgm:prSet presAssocID="{5C8B8490-8C1B-47D8-AB4E-B1EEEB393DBA}" presName="compNode" presStyleCnt="0"/>
      <dgm:spPr/>
    </dgm:pt>
    <dgm:pt modelId="{55044F2C-83D4-479B-9557-B7435CF352B2}" type="pres">
      <dgm:prSet presAssocID="{5C8B8490-8C1B-47D8-AB4E-B1EEEB393DBA}" presName="iconBgRect" presStyleLbl="bgShp" presStyleIdx="2" presStyleCnt="6"/>
      <dgm:spPr/>
    </dgm:pt>
    <dgm:pt modelId="{C6DA3EEB-2959-44FE-AD24-0032A2D9D9D0}" type="pres">
      <dgm:prSet presAssocID="{5C8B8490-8C1B-47D8-AB4E-B1EEEB393DB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 with solid fill"/>
        </a:ext>
      </dgm:extLst>
    </dgm:pt>
    <dgm:pt modelId="{F7487AB8-4D48-44EB-8D48-8F374B786016}" type="pres">
      <dgm:prSet presAssocID="{5C8B8490-8C1B-47D8-AB4E-B1EEEB393DBA}" presName="spaceRect" presStyleCnt="0"/>
      <dgm:spPr/>
    </dgm:pt>
    <dgm:pt modelId="{DCED6147-35CE-449D-A814-9D95814B85CB}" type="pres">
      <dgm:prSet presAssocID="{5C8B8490-8C1B-47D8-AB4E-B1EEEB393DBA}" presName="textRect" presStyleLbl="revTx" presStyleIdx="2" presStyleCnt="6">
        <dgm:presLayoutVars>
          <dgm:chMax val="1"/>
          <dgm:chPref val="1"/>
        </dgm:presLayoutVars>
      </dgm:prSet>
      <dgm:spPr/>
    </dgm:pt>
    <dgm:pt modelId="{33B0038D-302D-4808-9743-A504B36AE357}" type="pres">
      <dgm:prSet presAssocID="{044C2F60-D7A7-4935-93CD-4C29CE85B617}" presName="sibTrans" presStyleCnt="0"/>
      <dgm:spPr/>
    </dgm:pt>
    <dgm:pt modelId="{B48697A5-648A-40EC-93C5-A3D113F7AA9F}" type="pres">
      <dgm:prSet presAssocID="{B0181575-2AF5-4837-88D0-7A22FE8CF29D}" presName="compNode" presStyleCnt="0"/>
      <dgm:spPr/>
    </dgm:pt>
    <dgm:pt modelId="{909C6195-8C56-4A12-A143-A62E77D56B70}" type="pres">
      <dgm:prSet presAssocID="{B0181575-2AF5-4837-88D0-7A22FE8CF29D}" presName="iconBgRect" presStyleLbl="bgShp" presStyleIdx="3" presStyleCnt="6"/>
      <dgm:spPr/>
    </dgm:pt>
    <dgm:pt modelId="{4942AA94-8234-4AFC-B2E7-A8231EBC5D61}" type="pres">
      <dgm:prSet presAssocID="{B0181575-2AF5-4837-88D0-7A22FE8CF29D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AFC66CF1-9CB7-4547-8290-B3FF1DFEC89D}" type="pres">
      <dgm:prSet presAssocID="{B0181575-2AF5-4837-88D0-7A22FE8CF29D}" presName="spaceRect" presStyleCnt="0"/>
      <dgm:spPr/>
    </dgm:pt>
    <dgm:pt modelId="{51C79D51-A329-4CEB-8FDB-A921E8D3AE65}" type="pres">
      <dgm:prSet presAssocID="{B0181575-2AF5-4837-88D0-7A22FE8CF29D}" presName="textRect" presStyleLbl="revTx" presStyleIdx="3" presStyleCnt="6">
        <dgm:presLayoutVars>
          <dgm:chMax val="1"/>
          <dgm:chPref val="1"/>
        </dgm:presLayoutVars>
      </dgm:prSet>
      <dgm:spPr/>
    </dgm:pt>
    <dgm:pt modelId="{DDCA3766-1D3F-47C8-82C9-BAD0EE53E9A3}" type="pres">
      <dgm:prSet presAssocID="{F21F5807-3180-4EA2-A0B6-33966D24B2FA}" presName="sibTrans" presStyleCnt="0"/>
      <dgm:spPr/>
    </dgm:pt>
    <dgm:pt modelId="{2776681D-9BE1-4585-8865-1E0F7AB6A0F4}" type="pres">
      <dgm:prSet presAssocID="{257B4DC6-E135-436C-B6D2-477A5448970C}" presName="compNode" presStyleCnt="0"/>
      <dgm:spPr/>
    </dgm:pt>
    <dgm:pt modelId="{C40AF3C9-04D7-41C8-AE6E-ECA421CE6CE0}" type="pres">
      <dgm:prSet presAssocID="{257B4DC6-E135-436C-B6D2-477A5448970C}" presName="iconBgRect" presStyleLbl="bgShp" presStyleIdx="4" presStyleCnt="6"/>
      <dgm:spPr/>
    </dgm:pt>
    <dgm:pt modelId="{62B3DC14-661D-42BF-AB45-F9FED1BE4A95}" type="pres">
      <dgm:prSet presAssocID="{257B4DC6-E135-436C-B6D2-477A5448970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 with solid fill"/>
        </a:ext>
      </dgm:extLst>
    </dgm:pt>
    <dgm:pt modelId="{72F9AA3D-1E15-441A-80ED-21E3D0F85705}" type="pres">
      <dgm:prSet presAssocID="{257B4DC6-E135-436C-B6D2-477A5448970C}" presName="spaceRect" presStyleCnt="0"/>
      <dgm:spPr/>
    </dgm:pt>
    <dgm:pt modelId="{9B208F2B-9E63-4AA0-8724-31157732C90B}" type="pres">
      <dgm:prSet presAssocID="{257B4DC6-E135-436C-B6D2-477A5448970C}" presName="textRect" presStyleLbl="revTx" presStyleIdx="4" presStyleCnt="6">
        <dgm:presLayoutVars>
          <dgm:chMax val="1"/>
          <dgm:chPref val="1"/>
        </dgm:presLayoutVars>
      </dgm:prSet>
      <dgm:spPr/>
    </dgm:pt>
    <dgm:pt modelId="{061A5669-0375-4D4C-A8FC-669D73D8BD73}" type="pres">
      <dgm:prSet presAssocID="{02BD16A9-F074-465F-91B9-1A2D78B95AA9}" presName="sibTrans" presStyleCnt="0"/>
      <dgm:spPr/>
    </dgm:pt>
    <dgm:pt modelId="{12853C35-039D-44EE-8453-6BF67B4A1297}" type="pres">
      <dgm:prSet presAssocID="{FC43DD59-FEEE-4CFE-9BEF-DC0D39DDFAEF}" presName="compNode" presStyleCnt="0"/>
      <dgm:spPr/>
    </dgm:pt>
    <dgm:pt modelId="{DA725F30-B103-4B49-9019-8ACC54FE079A}" type="pres">
      <dgm:prSet presAssocID="{FC43DD59-FEEE-4CFE-9BEF-DC0D39DDFAEF}" presName="iconBgRect" presStyleLbl="bgShp" presStyleIdx="5" presStyleCnt="6"/>
      <dgm:spPr/>
    </dgm:pt>
    <dgm:pt modelId="{AE15732E-3F6B-4EE5-A251-0DDA3BC7B294}" type="pres">
      <dgm:prSet presAssocID="{FC43DD59-FEEE-4CFE-9BEF-DC0D39DDFAE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ECB20E0C-63AF-4E48-AD5D-7FC2FBD604DC}" type="pres">
      <dgm:prSet presAssocID="{FC43DD59-FEEE-4CFE-9BEF-DC0D39DDFAEF}" presName="spaceRect" presStyleCnt="0"/>
      <dgm:spPr/>
    </dgm:pt>
    <dgm:pt modelId="{A6998A72-4481-4B3E-AFA5-CB7E79284DA0}" type="pres">
      <dgm:prSet presAssocID="{FC43DD59-FEEE-4CFE-9BEF-DC0D39DDFAEF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5056806-B0F5-49DB-A4FF-0598D7094E98}" type="presOf" srcId="{C3F44777-C1C8-40C3-9BB1-1051BE44DA49}" destId="{4A2CB8A1-5B18-4AC0-93AF-F77513019641}" srcOrd="0" destOrd="0" presId="urn:microsoft.com/office/officeart/2018/5/layout/IconCircleLabelList"/>
    <dgm:cxn modelId="{0313F610-94A9-4482-840C-AFD5C79647BE}" srcId="{C3F44777-C1C8-40C3-9BB1-1051BE44DA49}" destId="{257B4DC6-E135-436C-B6D2-477A5448970C}" srcOrd="4" destOrd="0" parTransId="{AA320821-62FE-465F-B9F8-CB0BE2F4FF0F}" sibTransId="{02BD16A9-F074-465F-91B9-1A2D78B95AA9}"/>
    <dgm:cxn modelId="{224A4F20-1584-4414-8F51-4F4E561C412C}" srcId="{C3F44777-C1C8-40C3-9BB1-1051BE44DA49}" destId="{5EDDC125-FA53-44AA-B765-C14CB64FE0BC}" srcOrd="0" destOrd="0" parTransId="{311585A7-86CE-4C66-8AC8-D4D02399A4E6}" sibTransId="{BF7F9B0B-9F1D-4716-9AE5-BF4A242B4843}"/>
    <dgm:cxn modelId="{CFB60C36-06D8-47FB-AAA2-BE8701AC8BE4}" type="presOf" srcId="{F3BDD5AB-8B97-4F41-99A3-0A9F04747F0B}" destId="{E1636535-90BC-40F3-A0B6-BCC8BC1EB09B}" srcOrd="0" destOrd="0" presId="urn:microsoft.com/office/officeart/2018/5/layout/IconCircleLabelList"/>
    <dgm:cxn modelId="{F5952C5D-07A9-40BA-AA48-101E332CBE5B}" srcId="{C3F44777-C1C8-40C3-9BB1-1051BE44DA49}" destId="{5C8B8490-8C1B-47D8-AB4E-B1EEEB393DBA}" srcOrd="2" destOrd="0" parTransId="{E4CD12E4-525F-4B34-8269-36A71D900625}" sibTransId="{044C2F60-D7A7-4935-93CD-4C29CE85B617}"/>
    <dgm:cxn modelId="{70967466-BF29-4EF9-8C36-9AFF6C75B957}" type="presOf" srcId="{257B4DC6-E135-436C-B6D2-477A5448970C}" destId="{9B208F2B-9E63-4AA0-8724-31157732C90B}" srcOrd="0" destOrd="0" presId="urn:microsoft.com/office/officeart/2018/5/layout/IconCircleLabelList"/>
    <dgm:cxn modelId="{A0D98449-208C-47EC-9544-0B9B77773FAF}" type="presOf" srcId="{5C8B8490-8C1B-47D8-AB4E-B1EEEB393DBA}" destId="{DCED6147-35CE-449D-A814-9D95814B85CB}" srcOrd="0" destOrd="0" presId="urn:microsoft.com/office/officeart/2018/5/layout/IconCircleLabelList"/>
    <dgm:cxn modelId="{F9B01B72-0D4F-4181-976B-D6CFFE652258}" type="presOf" srcId="{FC43DD59-FEEE-4CFE-9BEF-DC0D39DDFAEF}" destId="{A6998A72-4481-4B3E-AFA5-CB7E79284DA0}" srcOrd="0" destOrd="0" presId="urn:microsoft.com/office/officeart/2018/5/layout/IconCircleLabelList"/>
    <dgm:cxn modelId="{8DB85F72-E151-4302-8EDB-FBB5A635C36E}" type="presOf" srcId="{5EDDC125-FA53-44AA-B765-C14CB64FE0BC}" destId="{05F04FA3-1618-4611-90A7-0CD03C3D5134}" srcOrd="0" destOrd="0" presId="urn:microsoft.com/office/officeart/2018/5/layout/IconCircleLabelList"/>
    <dgm:cxn modelId="{20E8B553-165B-4DAA-BA0E-A4EC8C30E716}" type="presOf" srcId="{B0181575-2AF5-4837-88D0-7A22FE8CF29D}" destId="{51C79D51-A329-4CEB-8FDB-A921E8D3AE65}" srcOrd="0" destOrd="0" presId="urn:microsoft.com/office/officeart/2018/5/layout/IconCircleLabelList"/>
    <dgm:cxn modelId="{7BAC2786-1529-491C-A8FA-379285FFF464}" srcId="{C3F44777-C1C8-40C3-9BB1-1051BE44DA49}" destId="{B0181575-2AF5-4837-88D0-7A22FE8CF29D}" srcOrd="3" destOrd="0" parTransId="{E68B6DCA-EA1F-4EA0-88BA-91FF12D8E989}" sibTransId="{F21F5807-3180-4EA2-A0B6-33966D24B2FA}"/>
    <dgm:cxn modelId="{04D25587-0479-4B11-A124-E161ACBBB034}" srcId="{C3F44777-C1C8-40C3-9BB1-1051BE44DA49}" destId="{FC43DD59-FEEE-4CFE-9BEF-DC0D39DDFAEF}" srcOrd="5" destOrd="0" parTransId="{162255FB-B871-45E7-944E-74F546F68C60}" sibTransId="{E6987B89-3BB9-47B9-907C-90FC83EB806B}"/>
    <dgm:cxn modelId="{376356B2-A8F1-437F-8D30-C57252FAAFAD}" srcId="{C3F44777-C1C8-40C3-9BB1-1051BE44DA49}" destId="{F3BDD5AB-8B97-4F41-99A3-0A9F04747F0B}" srcOrd="1" destOrd="0" parTransId="{F7B2D793-F85E-4C97-BDF4-6B79FE7A26D3}" sibTransId="{8124F44C-A7E2-44B6-8777-F14D551ED248}"/>
    <dgm:cxn modelId="{8F1F1A9F-BCAC-491C-931E-649795B2BCEA}" type="presParOf" srcId="{4A2CB8A1-5B18-4AC0-93AF-F77513019641}" destId="{08AB6D1A-4A98-4CDC-BAB9-07E89AAA1AD8}" srcOrd="0" destOrd="0" presId="urn:microsoft.com/office/officeart/2018/5/layout/IconCircleLabelList"/>
    <dgm:cxn modelId="{6AF60D2C-1775-4EBC-94FD-DAA303FC4D40}" type="presParOf" srcId="{08AB6D1A-4A98-4CDC-BAB9-07E89AAA1AD8}" destId="{31D6A78C-DBE1-4203-8EE5-9CA4AE436FC2}" srcOrd="0" destOrd="0" presId="urn:microsoft.com/office/officeart/2018/5/layout/IconCircleLabelList"/>
    <dgm:cxn modelId="{53AF5330-292A-4C5C-8077-02243F7881BE}" type="presParOf" srcId="{08AB6D1A-4A98-4CDC-BAB9-07E89AAA1AD8}" destId="{98A25054-D274-4684-8068-7ECBC9141ED3}" srcOrd="1" destOrd="0" presId="urn:microsoft.com/office/officeart/2018/5/layout/IconCircleLabelList"/>
    <dgm:cxn modelId="{D269DDEA-4190-4AFB-B469-978E8F7B44C2}" type="presParOf" srcId="{08AB6D1A-4A98-4CDC-BAB9-07E89AAA1AD8}" destId="{8C8239BA-6718-464B-9875-B323FC2F9EED}" srcOrd="2" destOrd="0" presId="urn:microsoft.com/office/officeart/2018/5/layout/IconCircleLabelList"/>
    <dgm:cxn modelId="{7C2C0FDD-8EFA-4E50-8C96-61FD4AF67C4B}" type="presParOf" srcId="{08AB6D1A-4A98-4CDC-BAB9-07E89AAA1AD8}" destId="{05F04FA3-1618-4611-90A7-0CD03C3D5134}" srcOrd="3" destOrd="0" presId="urn:microsoft.com/office/officeart/2018/5/layout/IconCircleLabelList"/>
    <dgm:cxn modelId="{64856836-B030-4147-8502-2CB217229BE5}" type="presParOf" srcId="{4A2CB8A1-5B18-4AC0-93AF-F77513019641}" destId="{BEDA18BE-0888-4681-899E-C911C7877971}" srcOrd="1" destOrd="0" presId="urn:microsoft.com/office/officeart/2018/5/layout/IconCircleLabelList"/>
    <dgm:cxn modelId="{AD215FB5-658C-4624-B1A2-BACBA324A595}" type="presParOf" srcId="{4A2CB8A1-5B18-4AC0-93AF-F77513019641}" destId="{7FFD087F-BCCB-47B4-9D7F-332073B334BA}" srcOrd="2" destOrd="0" presId="urn:microsoft.com/office/officeart/2018/5/layout/IconCircleLabelList"/>
    <dgm:cxn modelId="{95AB8529-BD54-4DF2-8BB4-A30FE2B00B9B}" type="presParOf" srcId="{7FFD087F-BCCB-47B4-9D7F-332073B334BA}" destId="{BAA2AC98-07B4-4482-AC2D-B8D4B9B492CE}" srcOrd="0" destOrd="0" presId="urn:microsoft.com/office/officeart/2018/5/layout/IconCircleLabelList"/>
    <dgm:cxn modelId="{5648B0C5-9045-4877-968F-10965E16A076}" type="presParOf" srcId="{7FFD087F-BCCB-47B4-9D7F-332073B334BA}" destId="{76BE55BE-256F-4262-8CB6-72E54C3D4C18}" srcOrd="1" destOrd="0" presId="urn:microsoft.com/office/officeart/2018/5/layout/IconCircleLabelList"/>
    <dgm:cxn modelId="{4594733D-5018-4C14-9A51-EB40D7C6A7F9}" type="presParOf" srcId="{7FFD087F-BCCB-47B4-9D7F-332073B334BA}" destId="{DC9CEC8D-4B40-4980-93D5-E4869C92FBF5}" srcOrd="2" destOrd="0" presId="urn:microsoft.com/office/officeart/2018/5/layout/IconCircleLabelList"/>
    <dgm:cxn modelId="{41AB23A6-6565-4545-B591-81CD44FDD6FE}" type="presParOf" srcId="{7FFD087F-BCCB-47B4-9D7F-332073B334BA}" destId="{E1636535-90BC-40F3-A0B6-BCC8BC1EB09B}" srcOrd="3" destOrd="0" presId="urn:microsoft.com/office/officeart/2018/5/layout/IconCircleLabelList"/>
    <dgm:cxn modelId="{673414C3-49E3-4B41-AF13-6A26C696E8A6}" type="presParOf" srcId="{4A2CB8A1-5B18-4AC0-93AF-F77513019641}" destId="{4D391806-D87B-4F45-9EE3-CFAEF8F8ED92}" srcOrd="3" destOrd="0" presId="urn:microsoft.com/office/officeart/2018/5/layout/IconCircleLabelList"/>
    <dgm:cxn modelId="{7C60CA30-7AEA-43D3-9535-F745E3BE1EA5}" type="presParOf" srcId="{4A2CB8A1-5B18-4AC0-93AF-F77513019641}" destId="{C41DB346-01C3-4795-A2D2-563810B7384C}" srcOrd="4" destOrd="0" presId="urn:microsoft.com/office/officeart/2018/5/layout/IconCircleLabelList"/>
    <dgm:cxn modelId="{75E9F55B-527E-4869-9FDE-936956301D2C}" type="presParOf" srcId="{C41DB346-01C3-4795-A2D2-563810B7384C}" destId="{55044F2C-83D4-479B-9557-B7435CF352B2}" srcOrd="0" destOrd="0" presId="urn:microsoft.com/office/officeart/2018/5/layout/IconCircleLabelList"/>
    <dgm:cxn modelId="{E488A098-F9CE-426E-9E91-E88A8F7AD448}" type="presParOf" srcId="{C41DB346-01C3-4795-A2D2-563810B7384C}" destId="{C6DA3EEB-2959-44FE-AD24-0032A2D9D9D0}" srcOrd="1" destOrd="0" presId="urn:microsoft.com/office/officeart/2018/5/layout/IconCircleLabelList"/>
    <dgm:cxn modelId="{97DD9BFD-D458-4D69-8EF0-79A4EC4D3BDF}" type="presParOf" srcId="{C41DB346-01C3-4795-A2D2-563810B7384C}" destId="{F7487AB8-4D48-44EB-8D48-8F374B786016}" srcOrd="2" destOrd="0" presId="urn:microsoft.com/office/officeart/2018/5/layout/IconCircleLabelList"/>
    <dgm:cxn modelId="{69BD0D2D-4615-41D2-869A-1298169688D2}" type="presParOf" srcId="{C41DB346-01C3-4795-A2D2-563810B7384C}" destId="{DCED6147-35CE-449D-A814-9D95814B85CB}" srcOrd="3" destOrd="0" presId="urn:microsoft.com/office/officeart/2018/5/layout/IconCircleLabelList"/>
    <dgm:cxn modelId="{8CB5978D-BF0F-4628-B06D-CCE23A200F0C}" type="presParOf" srcId="{4A2CB8A1-5B18-4AC0-93AF-F77513019641}" destId="{33B0038D-302D-4808-9743-A504B36AE357}" srcOrd="5" destOrd="0" presId="urn:microsoft.com/office/officeart/2018/5/layout/IconCircleLabelList"/>
    <dgm:cxn modelId="{0EFF0BB3-EC59-440C-8FE6-BC906B9636A2}" type="presParOf" srcId="{4A2CB8A1-5B18-4AC0-93AF-F77513019641}" destId="{B48697A5-648A-40EC-93C5-A3D113F7AA9F}" srcOrd="6" destOrd="0" presId="urn:microsoft.com/office/officeart/2018/5/layout/IconCircleLabelList"/>
    <dgm:cxn modelId="{EFB182D7-3ACB-415B-88D9-49E08C964E36}" type="presParOf" srcId="{B48697A5-648A-40EC-93C5-A3D113F7AA9F}" destId="{909C6195-8C56-4A12-A143-A62E77D56B70}" srcOrd="0" destOrd="0" presId="urn:microsoft.com/office/officeart/2018/5/layout/IconCircleLabelList"/>
    <dgm:cxn modelId="{D1E72F00-6B0B-452B-AFED-A7991B66E2EF}" type="presParOf" srcId="{B48697A5-648A-40EC-93C5-A3D113F7AA9F}" destId="{4942AA94-8234-4AFC-B2E7-A8231EBC5D61}" srcOrd="1" destOrd="0" presId="urn:microsoft.com/office/officeart/2018/5/layout/IconCircleLabelList"/>
    <dgm:cxn modelId="{2817590E-68C7-4977-8C4D-7FBCF6CDB640}" type="presParOf" srcId="{B48697A5-648A-40EC-93C5-A3D113F7AA9F}" destId="{AFC66CF1-9CB7-4547-8290-B3FF1DFEC89D}" srcOrd="2" destOrd="0" presId="urn:microsoft.com/office/officeart/2018/5/layout/IconCircleLabelList"/>
    <dgm:cxn modelId="{4B60A52B-7CDE-4DF7-8C3F-85322014CD47}" type="presParOf" srcId="{B48697A5-648A-40EC-93C5-A3D113F7AA9F}" destId="{51C79D51-A329-4CEB-8FDB-A921E8D3AE65}" srcOrd="3" destOrd="0" presId="urn:microsoft.com/office/officeart/2018/5/layout/IconCircleLabelList"/>
    <dgm:cxn modelId="{8CFE6BEE-524C-4B0E-A16B-589EEAD5279E}" type="presParOf" srcId="{4A2CB8A1-5B18-4AC0-93AF-F77513019641}" destId="{DDCA3766-1D3F-47C8-82C9-BAD0EE53E9A3}" srcOrd="7" destOrd="0" presId="urn:microsoft.com/office/officeart/2018/5/layout/IconCircleLabelList"/>
    <dgm:cxn modelId="{AC54FED3-C797-4BDF-B60F-9B16EFAC12A3}" type="presParOf" srcId="{4A2CB8A1-5B18-4AC0-93AF-F77513019641}" destId="{2776681D-9BE1-4585-8865-1E0F7AB6A0F4}" srcOrd="8" destOrd="0" presId="urn:microsoft.com/office/officeart/2018/5/layout/IconCircleLabelList"/>
    <dgm:cxn modelId="{50EDD947-214A-4848-B0DA-CEDDE8CAB55E}" type="presParOf" srcId="{2776681D-9BE1-4585-8865-1E0F7AB6A0F4}" destId="{C40AF3C9-04D7-41C8-AE6E-ECA421CE6CE0}" srcOrd="0" destOrd="0" presId="urn:microsoft.com/office/officeart/2018/5/layout/IconCircleLabelList"/>
    <dgm:cxn modelId="{271EBFF7-EBCB-417C-A2F4-A2E8684D9CBD}" type="presParOf" srcId="{2776681D-9BE1-4585-8865-1E0F7AB6A0F4}" destId="{62B3DC14-661D-42BF-AB45-F9FED1BE4A95}" srcOrd="1" destOrd="0" presId="urn:microsoft.com/office/officeart/2018/5/layout/IconCircleLabelList"/>
    <dgm:cxn modelId="{EC03C007-BFA6-475B-880A-5970B64B33CD}" type="presParOf" srcId="{2776681D-9BE1-4585-8865-1E0F7AB6A0F4}" destId="{72F9AA3D-1E15-441A-80ED-21E3D0F85705}" srcOrd="2" destOrd="0" presId="urn:microsoft.com/office/officeart/2018/5/layout/IconCircleLabelList"/>
    <dgm:cxn modelId="{A2BC590F-37C1-4E70-BFD2-DAB26E437A08}" type="presParOf" srcId="{2776681D-9BE1-4585-8865-1E0F7AB6A0F4}" destId="{9B208F2B-9E63-4AA0-8724-31157732C90B}" srcOrd="3" destOrd="0" presId="urn:microsoft.com/office/officeart/2018/5/layout/IconCircleLabelList"/>
    <dgm:cxn modelId="{697BB16F-0058-4CC8-8568-9F34414E5774}" type="presParOf" srcId="{4A2CB8A1-5B18-4AC0-93AF-F77513019641}" destId="{061A5669-0375-4D4C-A8FC-669D73D8BD73}" srcOrd="9" destOrd="0" presId="urn:microsoft.com/office/officeart/2018/5/layout/IconCircleLabelList"/>
    <dgm:cxn modelId="{111E2161-EAB4-4627-AF38-A8D06CE16F4F}" type="presParOf" srcId="{4A2CB8A1-5B18-4AC0-93AF-F77513019641}" destId="{12853C35-039D-44EE-8453-6BF67B4A1297}" srcOrd="10" destOrd="0" presId="urn:microsoft.com/office/officeart/2018/5/layout/IconCircleLabelList"/>
    <dgm:cxn modelId="{4525B5CB-2175-46C2-9C39-C0E0FEF92060}" type="presParOf" srcId="{12853C35-039D-44EE-8453-6BF67B4A1297}" destId="{DA725F30-B103-4B49-9019-8ACC54FE079A}" srcOrd="0" destOrd="0" presId="urn:microsoft.com/office/officeart/2018/5/layout/IconCircleLabelList"/>
    <dgm:cxn modelId="{9C70D171-2F96-44FE-A7B7-B1831BDAA6C1}" type="presParOf" srcId="{12853C35-039D-44EE-8453-6BF67B4A1297}" destId="{AE15732E-3F6B-4EE5-A251-0DDA3BC7B294}" srcOrd="1" destOrd="0" presId="urn:microsoft.com/office/officeart/2018/5/layout/IconCircleLabelList"/>
    <dgm:cxn modelId="{BC1B4D3A-06EC-4772-8CF7-3E9F01B13EA8}" type="presParOf" srcId="{12853C35-039D-44EE-8453-6BF67B4A1297}" destId="{ECB20E0C-63AF-4E48-AD5D-7FC2FBD604DC}" srcOrd="2" destOrd="0" presId="urn:microsoft.com/office/officeart/2018/5/layout/IconCircleLabelList"/>
    <dgm:cxn modelId="{7B99F639-9599-4B6B-8529-5213658EF135}" type="presParOf" srcId="{12853C35-039D-44EE-8453-6BF67B4A1297}" destId="{A6998A72-4481-4B3E-AFA5-CB7E79284DA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4A02EE-A935-4994-A720-35A2C1F5673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F7FB74E-9550-47FB-B5BA-330A5D3297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project examines the association between lifestyle habits, key health metrics, and the prevalence of Coronary Heart Disease (CHD).</a:t>
          </a:r>
        </a:p>
      </dgm:t>
    </dgm:pt>
    <dgm:pt modelId="{B07C3572-9494-48EB-A919-BD3671AB7377}" type="parTrans" cxnId="{16DAD8DD-7F32-4EB7-AF72-DC888B8BAC07}">
      <dgm:prSet/>
      <dgm:spPr/>
      <dgm:t>
        <a:bodyPr/>
        <a:lstStyle/>
        <a:p>
          <a:endParaRPr lang="en-US"/>
        </a:p>
      </dgm:t>
    </dgm:pt>
    <dgm:pt modelId="{780B351D-463F-4C73-BDE7-60AE7AFB0EF3}" type="sibTrans" cxnId="{16DAD8DD-7F32-4EB7-AF72-DC888B8BAC07}">
      <dgm:prSet/>
      <dgm:spPr/>
      <dgm:t>
        <a:bodyPr/>
        <a:lstStyle/>
        <a:p>
          <a:endParaRPr lang="en-US"/>
        </a:p>
      </dgm:t>
    </dgm:pt>
    <dgm:pt modelId="{84D7ECF4-924A-408A-8242-4B82B09F1053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/>
            <a:t>Our EDA involves data cleaning, outlier removal, and normality checks, using robust statistical methods like T-tests, Chi-square tests, and ANOVA to address SMART questions effectively.</a:t>
          </a:r>
        </a:p>
      </dgm:t>
    </dgm:pt>
    <dgm:pt modelId="{938BF010-6093-454D-8862-93B72EBDBF8C}" type="parTrans" cxnId="{8F46DB26-3457-45DE-B58B-46C2DD142213}">
      <dgm:prSet/>
      <dgm:spPr/>
      <dgm:t>
        <a:bodyPr/>
        <a:lstStyle/>
        <a:p>
          <a:endParaRPr lang="en-US"/>
        </a:p>
      </dgm:t>
    </dgm:pt>
    <dgm:pt modelId="{712A2398-0F21-4476-873A-B861C71ABC78}" type="sibTrans" cxnId="{8F46DB26-3457-45DE-B58B-46C2DD142213}">
      <dgm:prSet/>
      <dgm:spPr/>
      <dgm:t>
        <a:bodyPr/>
        <a:lstStyle/>
        <a:p>
          <a:endParaRPr lang="en-US"/>
        </a:p>
      </dgm:t>
    </dgm:pt>
    <dgm:pt modelId="{225F193A-3ADB-43E1-A513-EF3C0E52D790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/>
            <a:t>The dataset was sourced from the U.S. Centers for Disease Control and Prevention (CDC)'s Behavioral Risk Factor Surveillance System (BRFSS) 2024 annual data, publicly available at the provided link</a:t>
          </a:r>
          <a:r>
            <a:rPr lang="en-US">
              <a:latin typeface="Avenir Next LT Pro"/>
            </a:rPr>
            <a:t>:</a:t>
          </a:r>
          <a:r>
            <a:rPr lang="en-US"/>
            <a:t> </a:t>
          </a:r>
          <a:r>
            <a:rPr lang="en-US">
              <a:hlinkClick xmlns:r="http://schemas.openxmlformats.org/officeDocument/2006/relationships" r:id="rId1"/>
            </a:rPr>
            <a:t>Behavioral Risk Factor Survelliance System</a:t>
          </a:r>
          <a:endParaRPr lang="en-US"/>
        </a:p>
      </dgm:t>
    </dgm:pt>
    <dgm:pt modelId="{6E7AA619-4619-4F97-AA3E-DF332A071E35}" type="parTrans" cxnId="{4B7035F9-F45E-45F3-8320-DA7A62D19665}">
      <dgm:prSet/>
      <dgm:spPr/>
      <dgm:t>
        <a:bodyPr/>
        <a:lstStyle/>
        <a:p>
          <a:endParaRPr lang="en-US"/>
        </a:p>
      </dgm:t>
    </dgm:pt>
    <dgm:pt modelId="{B8848D6B-4489-49E6-9BE3-251A00096E4C}" type="sibTrans" cxnId="{4B7035F9-F45E-45F3-8320-DA7A62D19665}">
      <dgm:prSet/>
      <dgm:spPr/>
      <dgm:t>
        <a:bodyPr/>
        <a:lstStyle/>
        <a:p>
          <a:endParaRPr lang="en-US"/>
        </a:p>
      </dgm:t>
    </dgm:pt>
    <dgm:pt modelId="{C125A56F-153B-4899-91DF-6AD6D1DFBDD2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/>
            <a:t>The goal is to provide evidence-based insights to guide 2025 public health strategies for mitigating CHD risk factors, supporting medical organizations in enhancing treatments and advancing drug development research.</a:t>
          </a:r>
        </a:p>
      </dgm:t>
    </dgm:pt>
    <dgm:pt modelId="{BB904818-AB2A-47A9-8E07-83EF0AD2B7D5}" type="parTrans" cxnId="{344DB9A5-5EFF-432E-89AE-9E9CB65E4EB6}">
      <dgm:prSet/>
      <dgm:spPr/>
      <dgm:t>
        <a:bodyPr/>
        <a:lstStyle/>
        <a:p>
          <a:endParaRPr lang="en-US"/>
        </a:p>
      </dgm:t>
    </dgm:pt>
    <dgm:pt modelId="{4F2692AD-BFCB-451A-B898-45A5AA8829DF}" type="sibTrans" cxnId="{344DB9A5-5EFF-432E-89AE-9E9CB65E4EB6}">
      <dgm:prSet/>
      <dgm:spPr/>
      <dgm:t>
        <a:bodyPr/>
        <a:lstStyle/>
        <a:p>
          <a:endParaRPr lang="en-US"/>
        </a:p>
      </dgm:t>
    </dgm:pt>
    <dgm:pt modelId="{6110A589-BBF8-4ED6-9613-E9870CC497FE}" type="pres">
      <dgm:prSet presAssocID="{524A02EE-A935-4994-A720-35A2C1F56739}" presName="root" presStyleCnt="0">
        <dgm:presLayoutVars>
          <dgm:dir/>
          <dgm:resizeHandles val="exact"/>
        </dgm:presLayoutVars>
      </dgm:prSet>
      <dgm:spPr/>
    </dgm:pt>
    <dgm:pt modelId="{6FFF226F-01EA-4D82-B740-DFD261E09374}" type="pres">
      <dgm:prSet presAssocID="{5F7FB74E-9550-47FB-B5BA-330A5D329747}" presName="compNode" presStyleCnt="0"/>
      <dgm:spPr/>
    </dgm:pt>
    <dgm:pt modelId="{F460304F-5ED0-4A03-AFC6-0BE3641B009D}" type="pres">
      <dgm:prSet presAssocID="{5F7FB74E-9550-47FB-B5BA-330A5D329747}" presName="bgRect" presStyleLbl="bgShp" presStyleIdx="0" presStyleCnt="4"/>
      <dgm:spPr/>
    </dgm:pt>
    <dgm:pt modelId="{8512962C-04DA-452B-B3D6-8D19D1DAA8CD}" type="pres">
      <dgm:prSet presAssocID="{5F7FB74E-9550-47FB-B5BA-330A5D329747}" presName="iconRect" presStyleLbl="node1" presStyleIdx="0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5FD945F6-658A-4AE3-AA21-5593FD5D1F74}" type="pres">
      <dgm:prSet presAssocID="{5F7FB74E-9550-47FB-B5BA-330A5D329747}" presName="spaceRect" presStyleCnt="0"/>
      <dgm:spPr/>
    </dgm:pt>
    <dgm:pt modelId="{7FD31817-848A-41C6-85DE-5059FFD16394}" type="pres">
      <dgm:prSet presAssocID="{5F7FB74E-9550-47FB-B5BA-330A5D329747}" presName="parTx" presStyleLbl="revTx" presStyleIdx="0" presStyleCnt="4">
        <dgm:presLayoutVars>
          <dgm:chMax val="0"/>
          <dgm:chPref val="0"/>
        </dgm:presLayoutVars>
      </dgm:prSet>
      <dgm:spPr/>
    </dgm:pt>
    <dgm:pt modelId="{CB4DA6B1-4459-4836-9D5D-52379C845A11}" type="pres">
      <dgm:prSet presAssocID="{780B351D-463F-4C73-BDE7-60AE7AFB0EF3}" presName="sibTrans" presStyleCnt="0"/>
      <dgm:spPr/>
    </dgm:pt>
    <dgm:pt modelId="{52BD37CB-16E2-48BC-B3B4-1C6CC2A5E320}" type="pres">
      <dgm:prSet presAssocID="{84D7ECF4-924A-408A-8242-4B82B09F1053}" presName="compNode" presStyleCnt="0"/>
      <dgm:spPr/>
    </dgm:pt>
    <dgm:pt modelId="{3ADCAA36-0D0D-4F38-9530-42A3A2FAC09F}" type="pres">
      <dgm:prSet presAssocID="{84D7ECF4-924A-408A-8242-4B82B09F1053}" presName="bgRect" presStyleLbl="bgShp" presStyleIdx="1" presStyleCnt="4"/>
      <dgm:spPr/>
    </dgm:pt>
    <dgm:pt modelId="{062F87E8-F3C5-4D40-83D8-BCB2219AF24D}" type="pres">
      <dgm:prSet presAssocID="{84D7ECF4-924A-408A-8242-4B82B09F1053}" presName="iconRect" presStyleLbl="node1" presStyleIdx="1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9F98EC7-619A-4776-B4EB-6AE01BF0F3A8}" type="pres">
      <dgm:prSet presAssocID="{84D7ECF4-924A-408A-8242-4B82B09F1053}" presName="spaceRect" presStyleCnt="0"/>
      <dgm:spPr/>
    </dgm:pt>
    <dgm:pt modelId="{5F869C13-6386-498F-A261-A29723BE15CB}" type="pres">
      <dgm:prSet presAssocID="{84D7ECF4-924A-408A-8242-4B82B09F1053}" presName="parTx" presStyleLbl="revTx" presStyleIdx="1" presStyleCnt="4">
        <dgm:presLayoutVars>
          <dgm:chMax val="0"/>
          <dgm:chPref val="0"/>
        </dgm:presLayoutVars>
      </dgm:prSet>
      <dgm:spPr/>
    </dgm:pt>
    <dgm:pt modelId="{8B8E7B68-10F3-4AFD-A438-744EFF9CC0CA}" type="pres">
      <dgm:prSet presAssocID="{712A2398-0F21-4476-873A-B861C71ABC78}" presName="sibTrans" presStyleCnt="0"/>
      <dgm:spPr/>
    </dgm:pt>
    <dgm:pt modelId="{EE8F35B4-2034-4812-A2AA-982E54CB4BC2}" type="pres">
      <dgm:prSet presAssocID="{225F193A-3ADB-43E1-A513-EF3C0E52D790}" presName="compNode" presStyleCnt="0"/>
      <dgm:spPr/>
    </dgm:pt>
    <dgm:pt modelId="{2A641AD0-CCB8-433E-B9D0-5EA08BE521DC}" type="pres">
      <dgm:prSet presAssocID="{225F193A-3ADB-43E1-A513-EF3C0E52D790}" presName="bgRect" presStyleLbl="bgShp" presStyleIdx="2" presStyleCnt="4"/>
      <dgm:spPr/>
    </dgm:pt>
    <dgm:pt modelId="{7D20B611-D930-4ADB-8B09-473FAC0ABAAF}" type="pres">
      <dgm:prSet presAssocID="{225F193A-3ADB-43E1-A513-EF3C0E52D790}" presName="iconRect" presStyleLbl="node1" presStyleIdx="2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EC05E35-6CBB-4371-B533-69269E737A0E}" type="pres">
      <dgm:prSet presAssocID="{225F193A-3ADB-43E1-A513-EF3C0E52D790}" presName="spaceRect" presStyleCnt="0"/>
      <dgm:spPr/>
    </dgm:pt>
    <dgm:pt modelId="{9A7D33F4-DFF3-48FB-BF89-A6EF862AA172}" type="pres">
      <dgm:prSet presAssocID="{225F193A-3ADB-43E1-A513-EF3C0E52D790}" presName="parTx" presStyleLbl="revTx" presStyleIdx="2" presStyleCnt="4">
        <dgm:presLayoutVars>
          <dgm:chMax val="0"/>
          <dgm:chPref val="0"/>
        </dgm:presLayoutVars>
      </dgm:prSet>
      <dgm:spPr/>
    </dgm:pt>
    <dgm:pt modelId="{C45EF142-CAFC-45E3-8903-C3C0BABCC799}" type="pres">
      <dgm:prSet presAssocID="{B8848D6B-4489-49E6-9BE3-251A00096E4C}" presName="sibTrans" presStyleCnt="0"/>
      <dgm:spPr/>
    </dgm:pt>
    <dgm:pt modelId="{93F0921D-2777-4557-B2F0-31B364ADC82B}" type="pres">
      <dgm:prSet presAssocID="{C125A56F-153B-4899-91DF-6AD6D1DFBDD2}" presName="compNode" presStyleCnt="0"/>
      <dgm:spPr/>
    </dgm:pt>
    <dgm:pt modelId="{C7FC2A9F-4BA8-421C-B72A-1A961C7362F7}" type="pres">
      <dgm:prSet presAssocID="{C125A56F-153B-4899-91DF-6AD6D1DFBDD2}" presName="bgRect" presStyleLbl="bgShp" presStyleIdx="3" presStyleCnt="4"/>
      <dgm:spPr/>
    </dgm:pt>
    <dgm:pt modelId="{64B3C6EC-C417-4DE0-8F54-7F8B750E1223}" type="pres">
      <dgm:prSet presAssocID="{C125A56F-153B-4899-91DF-6AD6D1DFBDD2}" presName="iconRect" presStyleLbl="node1" presStyleIdx="3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339DF4E-B772-4E77-8294-3EAB0375CF0A}" type="pres">
      <dgm:prSet presAssocID="{C125A56F-153B-4899-91DF-6AD6D1DFBDD2}" presName="spaceRect" presStyleCnt="0"/>
      <dgm:spPr/>
    </dgm:pt>
    <dgm:pt modelId="{4F599309-80EE-4BD1-B0FC-5F31B1F37A73}" type="pres">
      <dgm:prSet presAssocID="{C125A56F-153B-4899-91DF-6AD6D1DFBDD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BC9DD0B-A06C-4F89-B2A6-E0000B5802F1}" type="presOf" srcId="{225F193A-3ADB-43E1-A513-EF3C0E52D790}" destId="{9A7D33F4-DFF3-48FB-BF89-A6EF862AA172}" srcOrd="0" destOrd="0" presId="urn:microsoft.com/office/officeart/2018/2/layout/IconVerticalSolidList"/>
    <dgm:cxn modelId="{8F46DB26-3457-45DE-B58B-46C2DD142213}" srcId="{524A02EE-A935-4994-A720-35A2C1F56739}" destId="{84D7ECF4-924A-408A-8242-4B82B09F1053}" srcOrd="1" destOrd="0" parTransId="{938BF010-6093-454D-8862-93B72EBDBF8C}" sibTransId="{712A2398-0F21-4476-873A-B861C71ABC78}"/>
    <dgm:cxn modelId="{7EC1B33B-C563-4143-8663-BF4B3E8D96ED}" type="presOf" srcId="{C125A56F-153B-4899-91DF-6AD6D1DFBDD2}" destId="{4F599309-80EE-4BD1-B0FC-5F31B1F37A73}" srcOrd="0" destOrd="0" presId="urn:microsoft.com/office/officeart/2018/2/layout/IconVerticalSolidList"/>
    <dgm:cxn modelId="{EEDAB261-0692-4121-A286-CFBBE1DFC97F}" type="presOf" srcId="{524A02EE-A935-4994-A720-35A2C1F56739}" destId="{6110A589-BBF8-4ED6-9613-E9870CC497FE}" srcOrd="0" destOrd="0" presId="urn:microsoft.com/office/officeart/2018/2/layout/IconVerticalSolidList"/>
    <dgm:cxn modelId="{344DB9A5-5EFF-432E-89AE-9E9CB65E4EB6}" srcId="{524A02EE-A935-4994-A720-35A2C1F56739}" destId="{C125A56F-153B-4899-91DF-6AD6D1DFBDD2}" srcOrd="3" destOrd="0" parTransId="{BB904818-AB2A-47A9-8E07-83EF0AD2B7D5}" sibTransId="{4F2692AD-BFCB-451A-B898-45A5AA8829DF}"/>
    <dgm:cxn modelId="{FC2709AB-AF02-498F-933D-0C844C7EACDD}" type="presOf" srcId="{5F7FB74E-9550-47FB-B5BA-330A5D329747}" destId="{7FD31817-848A-41C6-85DE-5059FFD16394}" srcOrd="0" destOrd="0" presId="urn:microsoft.com/office/officeart/2018/2/layout/IconVerticalSolidList"/>
    <dgm:cxn modelId="{59ED74CE-2696-4D98-8E2E-D34EEA0361CE}" type="presOf" srcId="{84D7ECF4-924A-408A-8242-4B82B09F1053}" destId="{5F869C13-6386-498F-A261-A29723BE15CB}" srcOrd="0" destOrd="0" presId="urn:microsoft.com/office/officeart/2018/2/layout/IconVerticalSolidList"/>
    <dgm:cxn modelId="{16DAD8DD-7F32-4EB7-AF72-DC888B8BAC07}" srcId="{524A02EE-A935-4994-A720-35A2C1F56739}" destId="{5F7FB74E-9550-47FB-B5BA-330A5D329747}" srcOrd="0" destOrd="0" parTransId="{B07C3572-9494-48EB-A919-BD3671AB7377}" sibTransId="{780B351D-463F-4C73-BDE7-60AE7AFB0EF3}"/>
    <dgm:cxn modelId="{4B7035F9-F45E-45F3-8320-DA7A62D19665}" srcId="{524A02EE-A935-4994-A720-35A2C1F56739}" destId="{225F193A-3ADB-43E1-A513-EF3C0E52D790}" srcOrd="2" destOrd="0" parTransId="{6E7AA619-4619-4F97-AA3E-DF332A071E35}" sibTransId="{B8848D6B-4489-49E6-9BE3-251A00096E4C}"/>
    <dgm:cxn modelId="{86840D7E-AA73-41D4-A71D-0A54760F5ACF}" type="presParOf" srcId="{6110A589-BBF8-4ED6-9613-E9870CC497FE}" destId="{6FFF226F-01EA-4D82-B740-DFD261E09374}" srcOrd="0" destOrd="0" presId="urn:microsoft.com/office/officeart/2018/2/layout/IconVerticalSolidList"/>
    <dgm:cxn modelId="{EEAA28E1-38D0-4D7B-81AF-AD08F8CD9636}" type="presParOf" srcId="{6FFF226F-01EA-4D82-B740-DFD261E09374}" destId="{F460304F-5ED0-4A03-AFC6-0BE3641B009D}" srcOrd="0" destOrd="0" presId="urn:microsoft.com/office/officeart/2018/2/layout/IconVerticalSolidList"/>
    <dgm:cxn modelId="{82A97D19-4D30-4F2E-8645-69C0AF92749C}" type="presParOf" srcId="{6FFF226F-01EA-4D82-B740-DFD261E09374}" destId="{8512962C-04DA-452B-B3D6-8D19D1DAA8CD}" srcOrd="1" destOrd="0" presId="urn:microsoft.com/office/officeart/2018/2/layout/IconVerticalSolidList"/>
    <dgm:cxn modelId="{F7BA0172-0E5D-40DB-A04C-F4A0FD079ED4}" type="presParOf" srcId="{6FFF226F-01EA-4D82-B740-DFD261E09374}" destId="{5FD945F6-658A-4AE3-AA21-5593FD5D1F74}" srcOrd="2" destOrd="0" presId="urn:microsoft.com/office/officeart/2018/2/layout/IconVerticalSolidList"/>
    <dgm:cxn modelId="{4D680748-A2A8-4F6E-B81B-FC7B3C9665D8}" type="presParOf" srcId="{6FFF226F-01EA-4D82-B740-DFD261E09374}" destId="{7FD31817-848A-41C6-85DE-5059FFD16394}" srcOrd="3" destOrd="0" presId="urn:microsoft.com/office/officeart/2018/2/layout/IconVerticalSolidList"/>
    <dgm:cxn modelId="{7253A94C-496F-4714-9BF9-424BA03BC34C}" type="presParOf" srcId="{6110A589-BBF8-4ED6-9613-E9870CC497FE}" destId="{CB4DA6B1-4459-4836-9D5D-52379C845A11}" srcOrd="1" destOrd="0" presId="urn:microsoft.com/office/officeart/2018/2/layout/IconVerticalSolidList"/>
    <dgm:cxn modelId="{2AC80D66-318C-4D2A-B687-BD307E6D7FBF}" type="presParOf" srcId="{6110A589-BBF8-4ED6-9613-E9870CC497FE}" destId="{52BD37CB-16E2-48BC-B3B4-1C6CC2A5E320}" srcOrd="2" destOrd="0" presId="urn:microsoft.com/office/officeart/2018/2/layout/IconVerticalSolidList"/>
    <dgm:cxn modelId="{78CB479A-83EE-4E19-98B4-E17DDFADBF82}" type="presParOf" srcId="{52BD37CB-16E2-48BC-B3B4-1C6CC2A5E320}" destId="{3ADCAA36-0D0D-4F38-9530-42A3A2FAC09F}" srcOrd="0" destOrd="0" presId="urn:microsoft.com/office/officeart/2018/2/layout/IconVerticalSolidList"/>
    <dgm:cxn modelId="{FDD32379-9A0F-4027-A314-343CA30A7566}" type="presParOf" srcId="{52BD37CB-16E2-48BC-B3B4-1C6CC2A5E320}" destId="{062F87E8-F3C5-4D40-83D8-BCB2219AF24D}" srcOrd="1" destOrd="0" presId="urn:microsoft.com/office/officeart/2018/2/layout/IconVerticalSolidList"/>
    <dgm:cxn modelId="{A3044AEA-BCFA-4C84-89BF-DD9113EE6832}" type="presParOf" srcId="{52BD37CB-16E2-48BC-B3B4-1C6CC2A5E320}" destId="{19F98EC7-619A-4776-B4EB-6AE01BF0F3A8}" srcOrd="2" destOrd="0" presId="urn:microsoft.com/office/officeart/2018/2/layout/IconVerticalSolidList"/>
    <dgm:cxn modelId="{768624DA-A009-4B12-B0D9-1812573ABF76}" type="presParOf" srcId="{52BD37CB-16E2-48BC-B3B4-1C6CC2A5E320}" destId="{5F869C13-6386-498F-A261-A29723BE15CB}" srcOrd="3" destOrd="0" presId="urn:microsoft.com/office/officeart/2018/2/layout/IconVerticalSolidList"/>
    <dgm:cxn modelId="{05260F01-1151-4947-8758-316DD4B370BF}" type="presParOf" srcId="{6110A589-BBF8-4ED6-9613-E9870CC497FE}" destId="{8B8E7B68-10F3-4AFD-A438-744EFF9CC0CA}" srcOrd="3" destOrd="0" presId="urn:microsoft.com/office/officeart/2018/2/layout/IconVerticalSolidList"/>
    <dgm:cxn modelId="{127E7AE7-AB15-4EAF-997D-81DD46E66E24}" type="presParOf" srcId="{6110A589-BBF8-4ED6-9613-E9870CC497FE}" destId="{EE8F35B4-2034-4812-A2AA-982E54CB4BC2}" srcOrd="4" destOrd="0" presId="urn:microsoft.com/office/officeart/2018/2/layout/IconVerticalSolidList"/>
    <dgm:cxn modelId="{552F34A6-C795-4597-A99C-6AD5F4F1D677}" type="presParOf" srcId="{EE8F35B4-2034-4812-A2AA-982E54CB4BC2}" destId="{2A641AD0-CCB8-433E-B9D0-5EA08BE521DC}" srcOrd="0" destOrd="0" presId="urn:microsoft.com/office/officeart/2018/2/layout/IconVerticalSolidList"/>
    <dgm:cxn modelId="{D137F9CB-2EFC-4758-9C3D-BC94D44A9AA6}" type="presParOf" srcId="{EE8F35B4-2034-4812-A2AA-982E54CB4BC2}" destId="{7D20B611-D930-4ADB-8B09-473FAC0ABAAF}" srcOrd="1" destOrd="0" presId="urn:microsoft.com/office/officeart/2018/2/layout/IconVerticalSolidList"/>
    <dgm:cxn modelId="{81FB72C4-98E3-40ED-83AA-F5B0A310DA34}" type="presParOf" srcId="{EE8F35B4-2034-4812-A2AA-982E54CB4BC2}" destId="{8EC05E35-6CBB-4371-B533-69269E737A0E}" srcOrd="2" destOrd="0" presId="urn:microsoft.com/office/officeart/2018/2/layout/IconVerticalSolidList"/>
    <dgm:cxn modelId="{B187BC8A-83D0-49D4-B891-8FDDE097569B}" type="presParOf" srcId="{EE8F35B4-2034-4812-A2AA-982E54CB4BC2}" destId="{9A7D33F4-DFF3-48FB-BF89-A6EF862AA172}" srcOrd="3" destOrd="0" presId="urn:microsoft.com/office/officeart/2018/2/layout/IconVerticalSolidList"/>
    <dgm:cxn modelId="{4EAB2ADA-E021-4718-9E28-7743C1044D4A}" type="presParOf" srcId="{6110A589-BBF8-4ED6-9613-E9870CC497FE}" destId="{C45EF142-CAFC-45E3-8903-C3C0BABCC799}" srcOrd="5" destOrd="0" presId="urn:microsoft.com/office/officeart/2018/2/layout/IconVerticalSolidList"/>
    <dgm:cxn modelId="{01794524-CD65-411F-B697-DA02CB826EB7}" type="presParOf" srcId="{6110A589-BBF8-4ED6-9613-E9870CC497FE}" destId="{93F0921D-2777-4557-B2F0-31B364ADC82B}" srcOrd="6" destOrd="0" presId="urn:microsoft.com/office/officeart/2018/2/layout/IconVerticalSolidList"/>
    <dgm:cxn modelId="{8D8F8244-228D-49EB-A5A0-9D48074A17C2}" type="presParOf" srcId="{93F0921D-2777-4557-B2F0-31B364ADC82B}" destId="{C7FC2A9F-4BA8-421C-B72A-1A961C7362F7}" srcOrd="0" destOrd="0" presId="urn:microsoft.com/office/officeart/2018/2/layout/IconVerticalSolidList"/>
    <dgm:cxn modelId="{223BCB11-D195-4913-B79C-D772CDD29F7A}" type="presParOf" srcId="{93F0921D-2777-4557-B2F0-31B364ADC82B}" destId="{64B3C6EC-C417-4DE0-8F54-7F8B750E1223}" srcOrd="1" destOrd="0" presId="urn:microsoft.com/office/officeart/2018/2/layout/IconVerticalSolidList"/>
    <dgm:cxn modelId="{1E9A6B6A-1852-45BC-9960-74D12547490B}" type="presParOf" srcId="{93F0921D-2777-4557-B2F0-31B364ADC82B}" destId="{B339DF4E-B772-4E77-8294-3EAB0375CF0A}" srcOrd="2" destOrd="0" presId="urn:microsoft.com/office/officeart/2018/2/layout/IconVerticalSolidList"/>
    <dgm:cxn modelId="{7837E04F-4BBD-4E73-8D5A-5127A753ED4D}" type="presParOf" srcId="{93F0921D-2777-4557-B2F0-31B364ADC82B}" destId="{4F599309-80EE-4BD1-B0FC-5F31B1F37A7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4AFDD9-7D71-4F0B-B7C4-82703CA10BE1}" type="doc">
      <dgm:prSet loTypeId="urn:microsoft.com/office/officeart/2005/8/layout/process5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A2AA8D9-43FB-4BBE-8217-B641687EBC8A}">
      <dgm:prSet phldrT="[Text]" phldr="0"/>
      <dgm:spPr/>
      <dgm:t>
        <a:bodyPr/>
        <a:lstStyle/>
        <a:p>
          <a:pPr rtl="0"/>
          <a:r>
            <a:rPr lang="en-US" b="1">
              <a:latin typeface="Avenir Next LT Pro"/>
            </a:rPr>
            <a:t>RAW DATA IMPORT FROM US CDC WEBSITE</a:t>
          </a:r>
        </a:p>
      </dgm:t>
    </dgm:pt>
    <dgm:pt modelId="{B3513740-8FAF-4CCC-BEBA-0AB42B2100F7}" type="parTrans" cxnId="{8BE9AFD1-4B97-4CE8-B929-723980CFF950}">
      <dgm:prSet/>
      <dgm:spPr/>
      <dgm:t>
        <a:bodyPr/>
        <a:lstStyle/>
        <a:p>
          <a:endParaRPr lang="en-US"/>
        </a:p>
      </dgm:t>
    </dgm:pt>
    <dgm:pt modelId="{471544FE-0AF0-433F-8700-1907BCEDADDF}" type="sibTrans" cxnId="{8BE9AFD1-4B97-4CE8-B929-723980CFF950}">
      <dgm:prSet/>
      <dgm:spPr/>
      <dgm:t>
        <a:bodyPr/>
        <a:lstStyle/>
        <a:p>
          <a:endParaRPr lang="en-US"/>
        </a:p>
      </dgm:t>
    </dgm:pt>
    <dgm:pt modelId="{2FC861A4-853E-48BA-A4D6-3D4937B06BA0}">
      <dgm:prSet phldrT="[Text]" phldr="0"/>
      <dgm:spPr/>
      <dgm:t>
        <a:bodyPr/>
        <a:lstStyle/>
        <a:p>
          <a:pPr rtl="0"/>
          <a:r>
            <a:rPr lang="en-US" b="1">
              <a:latin typeface="Avenir Next LT Pro"/>
            </a:rPr>
            <a:t>CLEAN &amp; FILTER DATA FOR EDA</a:t>
          </a:r>
          <a:endParaRPr lang="en-US" b="1"/>
        </a:p>
      </dgm:t>
    </dgm:pt>
    <dgm:pt modelId="{0FE8C6D5-FEAF-4E6E-9917-5F637B1144D7}" type="parTrans" cxnId="{445D9EE7-F169-4130-B9EA-070664445F65}">
      <dgm:prSet/>
      <dgm:spPr/>
      <dgm:t>
        <a:bodyPr/>
        <a:lstStyle/>
        <a:p>
          <a:endParaRPr lang="en-US"/>
        </a:p>
      </dgm:t>
    </dgm:pt>
    <dgm:pt modelId="{35BD52E0-D944-4455-94F1-855CE3206422}" type="sibTrans" cxnId="{445D9EE7-F169-4130-B9EA-070664445F65}">
      <dgm:prSet/>
      <dgm:spPr/>
      <dgm:t>
        <a:bodyPr/>
        <a:lstStyle/>
        <a:p>
          <a:endParaRPr lang="en-US"/>
        </a:p>
      </dgm:t>
    </dgm:pt>
    <dgm:pt modelId="{B8DF112F-046A-40BF-A22A-BCEED3EFEA2B}">
      <dgm:prSet phldrT="[Text]" phldr="0"/>
      <dgm:spPr/>
      <dgm:t>
        <a:bodyPr/>
        <a:lstStyle/>
        <a:p>
          <a:pPr rtl="0"/>
          <a:r>
            <a:rPr lang="en-US" b="1">
              <a:latin typeface="Avenir Next LT Pro"/>
            </a:rPr>
            <a:t>CHECK DATA INTEGRITY &amp; NORMALITY DISTRIBUTION</a:t>
          </a:r>
          <a:endParaRPr lang="en-US" b="1"/>
        </a:p>
      </dgm:t>
    </dgm:pt>
    <dgm:pt modelId="{C2A2E9B8-64E0-49E1-BBA4-79930D7021AA}" type="parTrans" cxnId="{A0DF10D7-8091-417C-8581-E9EE66601A4E}">
      <dgm:prSet/>
      <dgm:spPr/>
      <dgm:t>
        <a:bodyPr/>
        <a:lstStyle/>
        <a:p>
          <a:endParaRPr lang="en-US"/>
        </a:p>
      </dgm:t>
    </dgm:pt>
    <dgm:pt modelId="{AC9F9C5B-7B99-4EA1-A934-9CCC6E3A26E6}" type="sibTrans" cxnId="{A0DF10D7-8091-417C-8581-E9EE66601A4E}">
      <dgm:prSet/>
      <dgm:spPr/>
      <dgm:t>
        <a:bodyPr/>
        <a:lstStyle/>
        <a:p>
          <a:endParaRPr lang="en-US"/>
        </a:p>
      </dgm:t>
    </dgm:pt>
    <dgm:pt modelId="{E708DB21-2644-4A8A-A0B6-DEAF9F6FA224}">
      <dgm:prSet phldrT="[Text]" phldr="0"/>
      <dgm:spPr/>
      <dgm:t>
        <a:bodyPr/>
        <a:lstStyle/>
        <a:p>
          <a:pPr rtl="0"/>
          <a:r>
            <a:rPr lang="en-US" b="1">
              <a:latin typeface="Avenir Next LT Pro"/>
            </a:rPr>
            <a:t>GRAPHICAL ANALYSIS (HISTROGRAMS, QQPLOT, GGPLOT, </a:t>
          </a:r>
          <a:r>
            <a:rPr lang="en-US" b="1" err="1">
              <a:latin typeface="Avenir Next LT Pro"/>
            </a:rPr>
            <a:t>Etc</a:t>
          </a:r>
          <a:r>
            <a:rPr lang="en-US" b="1">
              <a:latin typeface="Avenir Next LT Pro"/>
            </a:rPr>
            <a:t>)</a:t>
          </a:r>
          <a:endParaRPr lang="en-US" b="1"/>
        </a:p>
      </dgm:t>
    </dgm:pt>
    <dgm:pt modelId="{9CABDB7D-2335-4CC9-ABEE-BCB445562510}" type="parTrans" cxnId="{E57B19B8-1453-4112-9290-72D9C128F45C}">
      <dgm:prSet/>
      <dgm:spPr/>
      <dgm:t>
        <a:bodyPr/>
        <a:lstStyle/>
        <a:p>
          <a:endParaRPr lang="en-US"/>
        </a:p>
      </dgm:t>
    </dgm:pt>
    <dgm:pt modelId="{382AA33A-5AF6-4DEA-B86B-B989F1A455FF}" type="sibTrans" cxnId="{E57B19B8-1453-4112-9290-72D9C128F45C}">
      <dgm:prSet/>
      <dgm:spPr/>
      <dgm:t>
        <a:bodyPr/>
        <a:lstStyle/>
        <a:p>
          <a:endParaRPr lang="en-US"/>
        </a:p>
      </dgm:t>
    </dgm:pt>
    <dgm:pt modelId="{F0A4FCA3-3BCE-48D7-A54E-D12F1C7B745D}">
      <dgm:prSet phldrT="[Text]" phldr="0"/>
      <dgm:spPr/>
      <dgm:t>
        <a:bodyPr/>
        <a:lstStyle/>
        <a:p>
          <a:pPr rtl="0"/>
          <a:r>
            <a:rPr lang="en-US" b="1">
              <a:latin typeface="Avenir Next LT Pro"/>
            </a:rPr>
            <a:t>HYPOTHENISIS TESTING (T-TEST, Z-TEST, CHI-TEST, ANOVA)</a:t>
          </a:r>
          <a:endParaRPr lang="en-US" b="1"/>
        </a:p>
      </dgm:t>
    </dgm:pt>
    <dgm:pt modelId="{23540941-7AF0-442B-B900-0C791C47502E}" type="parTrans" cxnId="{E85E847C-CFF7-4274-9E05-1CD1657FC6E9}">
      <dgm:prSet/>
      <dgm:spPr/>
      <dgm:t>
        <a:bodyPr/>
        <a:lstStyle/>
        <a:p>
          <a:endParaRPr lang="en-US"/>
        </a:p>
      </dgm:t>
    </dgm:pt>
    <dgm:pt modelId="{A81B11A8-2D2C-492F-961C-21612F555456}" type="sibTrans" cxnId="{E85E847C-CFF7-4274-9E05-1CD1657FC6E9}">
      <dgm:prSet/>
      <dgm:spPr/>
      <dgm:t>
        <a:bodyPr/>
        <a:lstStyle/>
        <a:p>
          <a:endParaRPr lang="en-US"/>
        </a:p>
      </dgm:t>
    </dgm:pt>
    <dgm:pt modelId="{D31EE92D-FD9A-4C42-AF2A-E11C5332319D}">
      <dgm:prSet phldr="0"/>
      <dgm:spPr/>
      <dgm:t>
        <a:bodyPr/>
        <a:lstStyle/>
        <a:p>
          <a:pPr rtl="0"/>
          <a:r>
            <a:rPr lang="en-US" b="1">
              <a:latin typeface="Avenir Next LT Pro"/>
            </a:rPr>
            <a:t>TRANSFORM DATA INTO READABLE CSV FORMAT</a:t>
          </a:r>
          <a:endParaRPr lang="en-US" b="1"/>
        </a:p>
      </dgm:t>
    </dgm:pt>
    <dgm:pt modelId="{D74CA2CA-E5A2-4038-A697-71EC68BCE278}" type="parTrans" cxnId="{69B47557-4EFD-4CC0-B588-CDCA0450E061}">
      <dgm:prSet/>
      <dgm:spPr/>
      <dgm:t>
        <a:bodyPr/>
        <a:lstStyle/>
        <a:p>
          <a:endParaRPr lang="en-US"/>
        </a:p>
      </dgm:t>
    </dgm:pt>
    <dgm:pt modelId="{D9F9F81F-46AD-4830-A8A5-5EE128A887F9}" type="sibTrans" cxnId="{69B47557-4EFD-4CC0-B588-CDCA0450E061}">
      <dgm:prSet/>
      <dgm:spPr/>
      <dgm:t>
        <a:bodyPr/>
        <a:lstStyle/>
        <a:p>
          <a:endParaRPr lang="en-US"/>
        </a:p>
      </dgm:t>
    </dgm:pt>
    <dgm:pt modelId="{0DAE2AC4-A03C-4785-AD60-D0494A60E0CE}">
      <dgm:prSet phldr="0"/>
      <dgm:spPr/>
      <dgm:t>
        <a:bodyPr/>
        <a:lstStyle/>
        <a:p>
          <a:pPr rtl="0"/>
          <a:r>
            <a:rPr lang="en-US" b="1">
              <a:latin typeface="Avenir Next LT Pro"/>
            </a:rPr>
            <a:t>SUMMARIZE RESULTS AND CONCLUDE MEDICAL FACTORS PREDICTION </a:t>
          </a:r>
          <a:endParaRPr lang="en-US" b="1"/>
        </a:p>
      </dgm:t>
    </dgm:pt>
    <dgm:pt modelId="{DC910F10-CC9B-4D35-A261-529BCE4833A9}" type="parTrans" cxnId="{CFDBE386-E4F2-40DE-94DB-492FF8C2E23B}">
      <dgm:prSet/>
      <dgm:spPr/>
      <dgm:t>
        <a:bodyPr/>
        <a:lstStyle/>
        <a:p>
          <a:endParaRPr lang="en-US"/>
        </a:p>
      </dgm:t>
    </dgm:pt>
    <dgm:pt modelId="{1220476A-5445-48CF-BD72-BC6F123C1741}" type="sibTrans" cxnId="{CFDBE386-E4F2-40DE-94DB-492FF8C2E23B}">
      <dgm:prSet/>
      <dgm:spPr/>
      <dgm:t>
        <a:bodyPr/>
        <a:lstStyle/>
        <a:p>
          <a:endParaRPr lang="en-US"/>
        </a:p>
      </dgm:t>
    </dgm:pt>
    <dgm:pt modelId="{D1EEAC5C-04C0-4DCA-B755-3FC9E9D6A970}" type="pres">
      <dgm:prSet presAssocID="{FC4AFDD9-7D71-4F0B-B7C4-82703CA10BE1}" presName="diagram" presStyleCnt="0">
        <dgm:presLayoutVars>
          <dgm:dir/>
          <dgm:resizeHandles val="exact"/>
        </dgm:presLayoutVars>
      </dgm:prSet>
      <dgm:spPr/>
    </dgm:pt>
    <dgm:pt modelId="{3990DAF6-F26C-4560-9499-B1E7D8F1C384}" type="pres">
      <dgm:prSet presAssocID="{0A2AA8D9-43FB-4BBE-8217-B641687EBC8A}" presName="node" presStyleLbl="node1" presStyleIdx="0" presStyleCnt="7">
        <dgm:presLayoutVars>
          <dgm:bulletEnabled val="1"/>
        </dgm:presLayoutVars>
      </dgm:prSet>
      <dgm:spPr/>
    </dgm:pt>
    <dgm:pt modelId="{39F5E749-A91C-4024-93A2-7864BD6435B0}" type="pres">
      <dgm:prSet presAssocID="{471544FE-0AF0-433F-8700-1907BCEDADDF}" presName="sibTrans" presStyleLbl="sibTrans2D1" presStyleIdx="0" presStyleCnt="6"/>
      <dgm:spPr/>
    </dgm:pt>
    <dgm:pt modelId="{CD06BF38-EFD6-421B-B05D-AFC301193CF9}" type="pres">
      <dgm:prSet presAssocID="{471544FE-0AF0-433F-8700-1907BCEDADDF}" presName="connectorText" presStyleLbl="sibTrans2D1" presStyleIdx="0" presStyleCnt="6"/>
      <dgm:spPr/>
    </dgm:pt>
    <dgm:pt modelId="{E3227B89-A20D-48C7-9AB1-78CF35460B41}" type="pres">
      <dgm:prSet presAssocID="{D31EE92D-FD9A-4C42-AF2A-E11C5332319D}" presName="node" presStyleLbl="node1" presStyleIdx="1" presStyleCnt="7">
        <dgm:presLayoutVars>
          <dgm:bulletEnabled val="1"/>
        </dgm:presLayoutVars>
      </dgm:prSet>
      <dgm:spPr/>
    </dgm:pt>
    <dgm:pt modelId="{E516F1FC-CCB8-4625-941B-FB749F99296D}" type="pres">
      <dgm:prSet presAssocID="{D9F9F81F-46AD-4830-A8A5-5EE128A887F9}" presName="sibTrans" presStyleLbl="sibTrans2D1" presStyleIdx="1" presStyleCnt="6"/>
      <dgm:spPr/>
    </dgm:pt>
    <dgm:pt modelId="{1C8C105C-1D1E-469F-A858-F4423156FE51}" type="pres">
      <dgm:prSet presAssocID="{D9F9F81F-46AD-4830-A8A5-5EE128A887F9}" presName="connectorText" presStyleLbl="sibTrans2D1" presStyleIdx="1" presStyleCnt="6"/>
      <dgm:spPr/>
    </dgm:pt>
    <dgm:pt modelId="{45B5298D-AA0E-4BA6-A26C-8D0F3BA8997A}" type="pres">
      <dgm:prSet presAssocID="{2FC861A4-853E-48BA-A4D6-3D4937B06BA0}" presName="node" presStyleLbl="node1" presStyleIdx="2" presStyleCnt="7">
        <dgm:presLayoutVars>
          <dgm:bulletEnabled val="1"/>
        </dgm:presLayoutVars>
      </dgm:prSet>
      <dgm:spPr/>
    </dgm:pt>
    <dgm:pt modelId="{B3222FBD-C714-4187-AD1C-A8C2188F6833}" type="pres">
      <dgm:prSet presAssocID="{35BD52E0-D944-4455-94F1-855CE3206422}" presName="sibTrans" presStyleLbl="sibTrans2D1" presStyleIdx="2" presStyleCnt="6"/>
      <dgm:spPr/>
    </dgm:pt>
    <dgm:pt modelId="{74B07E85-9C0A-42B7-A961-040B3B227A81}" type="pres">
      <dgm:prSet presAssocID="{35BD52E0-D944-4455-94F1-855CE3206422}" presName="connectorText" presStyleLbl="sibTrans2D1" presStyleIdx="2" presStyleCnt="6"/>
      <dgm:spPr/>
    </dgm:pt>
    <dgm:pt modelId="{1C553BEC-461F-4684-A9B8-946413992077}" type="pres">
      <dgm:prSet presAssocID="{B8DF112F-046A-40BF-A22A-BCEED3EFEA2B}" presName="node" presStyleLbl="node1" presStyleIdx="3" presStyleCnt="7">
        <dgm:presLayoutVars>
          <dgm:bulletEnabled val="1"/>
        </dgm:presLayoutVars>
      </dgm:prSet>
      <dgm:spPr/>
    </dgm:pt>
    <dgm:pt modelId="{B2909D40-D087-40F2-891A-6205000782D5}" type="pres">
      <dgm:prSet presAssocID="{AC9F9C5B-7B99-4EA1-A934-9CCC6E3A26E6}" presName="sibTrans" presStyleLbl="sibTrans2D1" presStyleIdx="3" presStyleCnt="6"/>
      <dgm:spPr/>
    </dgm:pt>
    <dgm:pt modelId="{E2F19306-778B-4570-8AD7-95DD29CFCDED}" type="pres">
      <dgm:prSet presAssocID="{AC9F9C5B-7B99-4EA1-A934-9CCC6E3A26E6}" presName="connectorText" presStyleLbl="sibTrans2D1" presStyleIdx="3" presStyleCnt="6"/>
      <dgm:spPr/>
    </dgm:pt>
    <dgm:pt modelId="{EC9D4286-A0E5-415B-867A-CCACABB7AA5A}" type="pres">
      <dgm:prSet presAssocID="{E708DB21-2644-4A8A-A0B6-DEAF9F6FA224}" presName="node" presStyleLbl="node1" presStyleIdx="4" presStyleCnt="7">
        <dgm:presLayoutVars>
          <dgm:bulletEnabled val="1"/>
        </dgm:presLayoutVars>
      </dgm:prSet>
      <dgm:spPr/>
    </dgm:pt>
    <dgm:pt modelId="{456AAC9A-BCB9-4C7C-987D-65B7151864C8}" type="pres">
      <dgm:prSet presAssocID="{382AA33A-5AF6-4DEA-B86B-B989F1A455FF}" presName="sibTrans" presStyleLbl="sibTrans2D1" presStyleIdx="4" presStyleCnt="6"/>
      <dgm:spPr/>
    </dgm:pt>
    <dgm:pt modelId="{BD13B01D-0418-4E5A-A30A-4E9B5AD1426D}" type="pres">
      <dgm:prSet presAssocID="{382AA33A-5AF6-4DEA-B86B-B989F1A455FF}" presName="connectorText" presStyleLbl="sibTrans2D1" presStyleIdx="4" presStyleCnt="6"/>
      <dgm:spPr/>
    </dgm:pt>
    <dgm:pt modelId="{A53B113D-AB20-4197-A94A-9D1D7A22ACDD}" type="pres">
      <dgm:prSet presAssocID="{F0A4FCA3-3BCE-48D7-A54E-D12F1C7B745D}" presName="node" presStyleLbl="node1" presStyleIdx="5" presStyleCnt="7">
        <dgm:presLayoutVars>
          <dgm:bulletEnabled val="1"/>
        </dgm:presLayoutVars>
      </dgm:prSet>
      <dgm:spPr/>
    </dgm:pt>
    <dgm:pt modelId="{3BF58CED-7A22-404C-B6E2-ABC124A3EC51}" type="pres">
      <dgm:prSet presAssocID="{A81B11A8-2D2C-492F-961C-21612F555456}" presName="sibTrans" presStyleLbl="sibTrans2D1" presStyleIdx="5" presStyleCnt="6"/>
      <dgm:spPr/>
    </dgm:pt>
    <dgm:pt modelId="{98D9E22B-2C65-45AA-9F58-0964058E168C}" type="pres">
      <dgm:prSet presAssocID="{A81B11A8-2D2C-492F-961C-21612F555456}" presName="connectorText" presStyleLbl="sibTrans2D1" presStyleIdx="5" presStyleCnt="6"/>
      <dgm:spPr/>
    </dgm:pt>
    <dgm:pt modelId="{0D90801E-C5E0-44E9-8BA3-D8345E51B55C}" type="pres">
      <dgm:prSet presAssocID="{0DAE2AC4-A03C-4785-AD60-D0494A60E0CE}" presName="node" presStyleLbl="node1" presStyleIdx="6" presStyleCnt="7">
        <dgm:presLayoutVars>
          <dgm:bulletEnabled val="1"/>
        </dgm:presLayoutVars>
      </dgm:prSet>
      <dgm:spPr/>
    </dgm:pt>
  </dgm:ptLst>
  <dgm:cxnLst>
    <dgm:cxn modelId="{1F09E63A-26F9-46FE-9A45-667A7877E68B}" type="presOf" srcId="{382AA33A-5AF6-4DEA-B86B-B989F1A455FF}" destId="{BD13B01D-0418-4E5A-A30A-4E9B5AD1426D}" srcOrd="1" destOrd="0" presId="urn:microsoft.com/office/officeart/2005/8/layout/process5"/>
    <dgm:cxn modelId="{09F72567-4518-4562-B557-624562CF1117}" type="presOf" srcId="{35BD52E0-D944-4455-94F1-855CE3206422}" destId="{74B07E85-9C0A-42B7-A961-040B3B227A81}" srcOrd="1" destOrd="0" presId="urn:microsoft.com/office/officeart/2005/8/layout/process5"/>
    <dgm:cxn modelId="{90418A4A-2C70-4697-824F-5B0964952412}" type="presOf" srcId="{E708DB21-2644-4A8A-A0B6-DEAF9F6FA224}" destId="{EC9D4286-A0E5-415B-867A-CCACABB7AA5A}" srcOrd="0" destOrd="0" presId="urn:microsoft.com/office/officeart/2005/8/layout/process5"/>
    <dgm:cxn modelId="{96BF7753-1FED-446F-8D63-CCAC9EB6AFE5}" type="presOf" srcId="{2FC861A4-853E-48BA-A4D6-3D4937B06BA0}" destId="{45B5298D-AA0E-4BA6-A26C-8D0F3BA8997A}" srcOrd="0" destOrd="0" presId="urn:microsoft.com/office/officeart/2005/8/layout/process5"/>
    <dgm:cxn modelId="{69B47557-4EFD-4CC0-B588-CDCA0450E061}" srcId="{FC4AFDD9-7D71-4F0B-B7C4-82703CA10BE1}" destId="{D31EE92D-FD9A-4C42-AF2A-E11C5332319D}" srcOrd="1" destOrd="0" parTransId="{D74CA2CA-E5A2-4038-A697-71EC68BCE278}" sibTransId="{D9F9F81F-46AD-4830-A8A5-5EE128A887F9}"/>
    <dgm:cxn modelId="{7B68D259-BBE7-4CE0-90F4-2DBE8821CF63}" type="presOf" srcId="{A81B11A8-2D2C-492F-961C-21612F555456}" destId="{3BF58CED-7A22-404C-B6E2-ABC124A3EC51}" srcOrd="0" destOrd="0" presId="urn:microsoft.com/office/officeart/2005/8/layout/process5"/>
    <dgm:cxn modelId="{E85E847C-CFF7-4274-9E05-1CD1657FC6E9}" srcId="{FC4AFDD9-7D71-4F0B-B7C4-82703CA10BE1}" destId="{F0A4FCA3-3BCE-48D7-A54E-D12F1C7B745D}" srcOrd="5" destOrd="0" parTransId="{23540941-7AF0-442B-B900-0C791C47502E}" sibTransId="{A81B11A8-2D2C-492F-961C-21612F555456}"/>
    <dgm:cxn modelId="{BE83947D-43B8-46D8-BADA-5F37D3FCDBEC}" type="presOf" srcId="{AC9F9C5B-7B99-4EA1-A934-9CCC6E3A26E6}" destId="{B2909D40-D087-40F2-891A-6205000782D5}" srcOrd="0" destOrd="0" presId="urn:microsoft.com/office/officeart/2005/8/layout/process5"/>
    <dgm:cxn modelId="{D07A197F-22D9-4077-9C9F-4EEB4D9B1BEB}" type="presOf" srcId="{D9F9F81F-46AD-4830-A8A5-5EE128A887F9}" destId="{E516F1FC-CCB8-4625-941B-FB749F99296D}" srcOrd="0" destOrd="0" presId="urn:microsoft.com/office/officeart/2005/8/layout/process5"/>
    <dgm:cxn modelId="{CFDBE386-E4F2-40DE-94DB-492FF8C2E23B}" srcId="{FC4AFDD9-7D71-4F0B-B7C4-82703CA10BE1}" destId="{0DAE2AC4-A03C-4785-AD60-D0494A60E0CE}" srcOrd="6" destOrd="0" parTransId="{DC910F10-CC9B-4D35-A261-529BCE4833A9}" sibTransId="{1220476A-5445-48CF-BD72-BC6F123C1741}"/>
    <dgm:cxn modelId="{60783395-8469-4DCD-BB8C-0E13FE1D95BE}" type="presOf" srcId="{35BD52E0-D944-4455-94F1-855CE3206422}" destId="{B3222FBD-C714-4187-AD1C-A8C2188F6833}" srcOrd="0" destOrd="0" presId="urn:microsoft.com/office/officeart/2005/8/layout/process5"/>
    <dgm:cxn modelId="{C708DCB2-F19D-4E12-8FCE-3D94DA4EAADB}" type="presOf" srcId="{AC9F9C5B-7B99-4EA1-A934-9CCC6E3A26E6}" destId="{E2F19306-778B-4570-8AD7-95DD29CFCDED}" srcOrd="1" destOrd="0" presId="urn:microsoft.com/office/officeart/2005/8/layout/process5"/>
    <dgm:cxn modelId="{09FCEDB4-CE80-4F55-8F4B-529581539B4E}" type="presOf" srcId="{B8DF112F-046A-40BF-A22A-BCEED3EFEA2B}" destId="{1C553BEC-461F-4684-A9B8-946413992077}" srcOrd="0" destOrd="0" presId="urn:microsoft.com/office/officeart/2005/8/layout/process5"/>
    <dgm:cxn modelId="{E57B19B8-1453-4112-9290-72D9C128F45C}" srcId="{FC4AFDD9-7D71-4F0B-B7C4-82703CA10BE1}" destId="{E708DB21-2644-4A8A-A0B6-DEAF9F6FA224}" srcOrd="4" destOrd="0" parTransId="{9CABDB7D-2335-4CC9-ABEE-BCB445562510}" sibTransId="{382AA33A-5AF6-4DEA-B86B-B989F1A455FF}"/>
    <dgm:cxn modelId="{E04620BA-786B-4B0F-95D4-4209FC640276}" type="presOf" srcId="{0A2AA8D9-43FB-4BBE-8217-B641687EBC8A}" destId="{3990DAF6-F26C-4560-9499-B1E7D8F1C384}" srcOrd="0" destOrd="0" presId="urn:microsoft.com/office/officeart/2005/8/layout/process5"/>
    <dgm:cxn modelId="{6FBC7AC3-B57E-402F-8055-AD3C7AA35A1B}" type="presOf" srcId="{A81B11A8-2D2C-492F-961C-21612F555456}" destId="{98D9E22B-2C65-45AA-9F58-0964058E168C}" srcOrd="1" destOrd="0" presId="urn:microsoft.com/office/officeart/2005/8/layout/process5"/>
    <dgm:cxn modelId="{6E76E1CD-AA0F-454F-8467-07CD9DB4AF58}" type="presOf" srcId="{FC4AFDD9-7D71-4F0B-B7C4-82703CA10BE1}" destId="{D1EEAC5C-04C0-4DCA-B755-3FC9E9D6A970}" srcOrd="0" destOrd="0" presId="urn:microsoft.com/office/officeart/2005/8/layout/process5"/>
    <dgm:cxn modelId="{8BE9AFD1-4B97-4CE8-B929-723980CFF950}" srcId="{FC4AFDD9-7D71-4F0B-B7C4-82703CA10BE1}" destId="{0A2AA8D9-43FB-4BBE-8217-B641687EBC8A}" srcOrd="0" destOrd="0" parTransId="{B3513740-8FAF-4CCC-BEBA-0AB42B2100F7}" sibTransId="{471544FE-0AF0-433F-8700-1907BCEDADDF}"/>
    <dgm:cxn modelId="{A0131CD2-AB3B-4F9E-97FB-54B60B99B75F}" type="presOf" srcId="{471544FE-0AF0-433F-8700-1907BCEDADDF}" destId="{CD06BF38-EFD6-421B-B05D-AFC301193CF9}" srcOrd="1" destOrd="0" presId="urn:microsoft.com/office/officeart/2005/8/layout/process5"/>
    <dgm:cxn modelId="{0B609DD2-AF85-4350-B378-DEF2EFC833DF}" type="presOf" srcId="{0DAE2AC4-A03C-4785-AD60-D0494A60E0CE}" destId="{0D90801E-C5E0-44E9-8BA3-D8345E51B55C}" srcOrd="0" destOrd="0" presId="urn:microsoft.com/office/officeart/2005/8/layout/process5"/>
    <dgm:cxn modelId="{A0DF10D7-8091-417C-8581-E9EE66601A4E}" srcId="{FC4AFDD9-7D71-4F0B-B7C4-82703CA10BE1}" destId="{B8DF112F-046A-40BF-A22A-BCEED3EFEA2B}" srcOrd="3" destOrd="0" parTransId="{C2A2E9B8-64E0-49E1-BBA4-79930D7021AA}" sibTransId="{AC9F9C5B-7B99-4EA1-A934-9CCC6E3A26E6}"/>
    <dgm:cxn modelId="{209C1CDF-E335-4996-831E-FE1AF1DE679C}" type="presOf" srcId="{F0A4FCA3-3BCE-48D7-A54E-D12F1C7B745D}" destId="{A53B113D-AB20-4197-A94A-9D1D7A22ACDD}" srcOrd="0" destOrd="0" presId="urn:microsoft.com/office/officeart/2005/8/layout/process5"/>
    <dgm:cxn modelId="{749E61E3-0B1B-40C5-9B9D-ECDC7BEB62EE}" type="presOf" srcId="{382AA33A-5AF6-4DEA-B86B-B989F1A455FF}" destId="{456AAC9A-BCB9-4C7C-987D-65B7151864C8}" srcOrd="0" destOrd="0" presId="urn:microsoft.com/office/officeart/2005/8/layout/process5"/>
    <dgm:cxn modelId="{8E9592E3-CD4F-4858-AC89-32F0971287B2}" type="presOf" srcId="{471544FE-0AF0-433F-8700-1907BCEDADDF}" destId="{39F5E749-A91C-4024-93A2-7864BD6435B0}" srcOrd="0" destOrd="0" presId="urn:microsoft.com/office/officeart/2005/8/layout/process5"/>
    <dgm:cxn modelId="{38AA7BE6-9138-49F5-B938-25585458D105}" type="presOf" srcId="{D31EE92D-FD9A-4C42-AF2A-E11C5332319D}" destId="{E3227B89-A20D-48C7-9AB1-78CF35460B41}" srcOrd="0" destOrd="0" presId="urn:microsoft.com/office/officeart/2005/8/layout/process5"/>
    <dgm:cxn modelId="{445D9EE7-F169-4130-B9EA-070664445F65}" srcId="{FC4AFDD9-7D71-4F0B-B7C4-82703CA10BE1}" destId="{2FC861A4-853E-48BA-A4D6-3D4937B06BA0}" srcOrd="2" destOrd="0" parTransId="{0FE8C6D5-FEAF-4E6E-9917-5F637B1144D7}" sibTransId="{35BD52E0-D944-4455-94F1-855CE3206422}"/>
    <dgm:cxn modelId="{2F2B6AFF-F9F6-47FE-B695-31940C35C855}" type="presOf" srcId="{D9F9F81F-46AD-4830-A8A5-5EE128A887F9}" destId="{1C8C105C-1D1E-469F-A858-F4423156FE51}" srcOrd="1" destOrd="0" presId="urn:microsoft.com/office/officeart/2005/8/layout/process5"/>
    <dgm:cxn modelId="{8AEA851A-87AD-4277-88E2-DDC8CAA90D69}" type="presParOf" srcId="{D1EEAC5C-04C0-4DCA-B755-3FC9E9D6A970}" destId="{3990DAF6-F26C-4560-9499-B1E7D8F1C384}" srcOrd="0" destOrd="0" presId="urn:microsoft.com/office/officeart/2005/8/layout/process5"/>
    <dgm:cxn modelId="{038EAD5B-5BAE-4355-985E-3A2A5E81E7AA}" type="presParOf" srcId="{D1EEAC5C-04C0-4DCA-B755-3FC9E9D6A970}" destId="{39F5E749-A91C-4024-93A2-7864BD6435B0}" srcOrd="1" destOrd="0" presId="urn:microsoft.com/office/officeart/2005/8/layout/process5"/>
    <dgm:cxn modelId="{64315A6B-E102-4ABC-B5E3-A06D3D91285B}" type="presParOf" srcId="{39F5E749-A91C-4024-93A2-7864BD6435B0}" destId="{CD06BF38-EFD6-421B-B05D-AFC301193CF9}" srcOrd="0" destOrd="0" presId="urn:microsoft.com/office/officeart/2005/8/layout/process5"/>
    <dgm:cxn modelId="{3F7D33E2-EC55-4BAA-A351-1271B4D83DB4}" type="presParOf" srcId="{D1EEAC5C-04C0-4DCA-B755-3FC9E9D6A970}" destId="{E3227B89-A20D-48C7-9AB1-78CF35460B41}" srcOrd="2" destOrd="0" presId="urn:microsoft.com/office/officeart/2005/8/layout/process5"/>
    <dgm:cxn modelId="{10C10293-0BE8-4514-9C43-E08910439432}" type="presParOf" srcId="{D1EEAC5C-04C0-4DCA-B755-3FC9E9D6A970}" destId="{E516F1FC-CCB8-4625-941B-FB749F99296D}" srcOrd="3" destOrd="0" presId="urn:microsoft.com/office/officeart/2005/8/layout/process5"/>
    <dgm:cxn modelId="{4B423289-2385-4E98-B3BE-154D98869D13}" type="presParOf" srcId="{E516F1FC-CCB8-4625-941B-FB749F99296D}" destId="{1C8C105C-1D1E-469F-A858-F4423156FE51}" srcOrd="0" destOrd="0" presId="urn:microsoft.com/office/officeart/2005/8/layout/process5"/>
    <dgm:cxn modelId="{537AFAB1-BD9D-4B07-9DB5-023A9D50391B}" type="presParOf" srcId="{D1EEAC5C-04C0-4DCA-B755-3FC9E9D6A970}" destId="{45B5298D-AA0E-4BA6-A26C-8D0F3BA8997A}" srcOrd="4" destOrd="0" presId="urn:microsoft.com/office/officeart/2005/8/layout/process5"/>
    <dgm:cxn modelId="{9F0A6DD1-9DFB-4176-BC30-759095A137F4}" type="presParOf" srcId="{D1EEAC5C-04C0-4DCA-B755-3FC9E9D6A970}" destId="{B3222FBD-C714-4187-AD1C-A8C2188F6833}" srcOrd="5" destOrd="0" presId="urn:microsoft.com/office/officeart/2005/8/layout/process5"/>
    <dgm:cxn modelId="{E45E9C6A-81D5-486C-847B-4A9FD5895D03}" type="presParOf" srcId="{B3222FBD-C714-4187-AD1C-A8C2188F6833}" destId="{74B07E85-9C0A-42B7-A961-040B3B227A81}" srcOrd="0" destOrd="0" presId="urn:microsoft.com/office/officeart/2005/8/layout/process5"/>
    <dgm:cxn modelId="{C8D48750-DAD1-45B4-BBE1-5A8B68711715}" type="presParOf" srcId="{D1EEAC5C-04C0-4DCA-B755-3FC9E9D6A970}" destId="{1C553BEC-461F-4684-A9B8-946413992077}" srcOrd="6" destOrd="0" presId="urn:microsoft.com/office/officeart/2005/8/layout/process5"/>
    <dgm:cxn modelId="{B4D1A118-DD5D-42F2-AF14-15F352314D53}" type="presParOf" srcId="{D1EEAC5C-04C0-4DCA-B755-3FC9E9D6A970}" destId="{B2909D40-D087-40F2-891A-6205000782D5}" srcOrd="7" destOrd="0" presId="urn:microsoft.com/office/officeart/2005/8/layout/process5"/>
    <dgm:cxn modelId="{E270CFAE-2C48-400F-AC55-EF9C354E90BF}" type="presParOf" srcId="{B2909D40-D087-40F2-891A-6205000782D5}" destId="{E2F19306-778B-4570-8AD7-95DD29CFCDED}" srcOrd="0" destOrd="0" presId="urn:microsoft.com/office/officeart/2005/8/layout/process5"/>
    <dgm:cxn modelId="{2C535E1A-CF10-4706-9B10-268422BB25B4}" type="presParOf" srcId="{D1EEAC5C-04C0-4DCA-B755-3FC9E9D6A970}" destId="{EC9D4286-A0E5-415B-867A-CCACABB7AA5A}" srcOrd="8" destOrd="0" presId="urn:microsoft.com/office/officeart/2005/8/layout/process5"/>
    <dgm:cxn modelId="{6411AF19-4518-487E-B8AF-0D2602DD44B7}" type="presParOf" srcId="{D1EEAC5C-04C0-4DCA-B755-3FC9E9D6A970}" destId="{456AAC9A-BCB9-4C7C-987D-65B7151864C8}" srcOrd="9" destOrd="0" presId="urn:microsoft.com/office/officeart/2005/8/layout/process5"/>
    <dgm:cxn modelId="{6F6B5C14-46A3-443B-AAB6-E63B64ECD1EF}" type="presParOf" srcId="{456AAC9A-BCB9-4C7C-987D-65B7151864C8}" destId="{BD13B01D-0418-4E5A-A30A-4E9B5AD1426D}" srcOrd="0" destOrd="0" presId="urn:microsoft.com/office/officeart/2005/8/layout/process5"/>
    <dgm:cxn modelId="{A1A40197-5366-4F87-B90E-96936796EB2F}" type="presParOf" srcId="{D1EEAC5C-04C0-4DCA-B755-3FC9E9D6A970}" destId="{A53B113D-AB20-4197-A94A-9D1D7A22ACDD}" srcOrd="10" destOrd="0" presId="urn:microsoft.com/office/officeart/2005/8/layout/process5"/>
    <dgm:cxn modelId="{38893DC4-0919-47E1-B38A-6C0C8CA6DAF5}" type="presParOf" srcId="{D1EEAC5C-04C0-4DCA-B755-3FC9E9D6A970}" destId="{3BF58CED-7A22-404C-B6E2-ABC124A3EC51}" srcOrd="11" destOrd="0" presId="urn:microsoft.com/office/officeart/2005/8/layout/process5"/>
    <dgm:cxn modelId="{16487187-C690-479D-9C1E-F6CC15894AC0}" type="presParOf" srcId="{3BF58CED-7A22-404C-B6E2-ABC124A3EC51}" destId="{98D9E22B-2C65-45AA-9F58-0964058E168C}" srcOrd="0" destOrd="0" presId="urn:microsoft.com/office/officeart/2005/8/layout/process5"/>
    <dgm:cxn modelId="{6ACD14F2-C6F1-4816-AD36-D8B658032EB6}" type="presParOf" srcId="{D1EEAC5C-04C0-4DCA-B755-3FC9E9D6A970}" destId="{0D90801E-C5E0-44E9-8BA3-D8345E51B55C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61C940-DF0F-4821-BF78-E986BB3467BD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1AC83ADA-2FEA-4343-BA76-76FA95D7CF3B}">
      <dgm:prSet phldrT="[Text]" phldr="0"/>
      <dgm:spPr/>
      <dgm:t>
        <a:bodyPr/>
        <a:lstStyle/>
        <a:p>
          <a:pPr rtl="0"/>
          <a:r>
            <a:rPr lang="en-US">
              <a:latin typeface="Avenir Next LT Pro"/>
            </a:rPr>
            <a:t>Download raw data file from CDC</a:t>
          </a:r>
          <a:r>
            <a:rPr lang="en-US"/>
            <a:t> Portal (.</a:t>
          </a:r>
          <a:r>
            <a:rPr lang="en-US" err="1"/>
            <a:t>xpt</a:t>
          </a:r>
          <a:r>
            <a:rPr lang="en-US"/>
            <a:t> file) SASS</a:t>
          </a:r>
        </a:p>
      </dgm:t>
    </dgm:pt>
    <dgm:pt modelId="{68BCC179-32ED-45B6-9371-481F05CA12A3}" type="parTrans" cxnId="{6501FFC4-0F69-4B03-919B-08765B6CF7D4}">
      <dgm:prSet/>
      <dgm:spPr/>
    </dgm:pt>
    <dgm:pt modelId="{3D536CED-0878-485D-93CA-05B7E0A4251A}" type="sibTrans" cxnId="{6501FFC4-0F69-4B03-919B-08765B6CF7D4}">
      <dgm:prSet/>
      <dgm:spPr/>
    </dgm:pt>
    <dgm:pt modelId="{7ABBEA1D-2EA1-40C6-9F3F-3B686030390A}">
      <dgm:prSet phldrT="[Text]" phldr="0"/>
      <dgm:spPr/>
      <dgm:t>
        <a:bodyPr/>
        <a:lstStyle/>
        <a:p>
          <a:pPr rtl="0"/>
          <a:r>
            <a:rPr lang="en-US">
              <a:latin typeface="Avenir Next LT Pro"/>
            </a:rPr>
            <a:t>Analyse Codebook</a:t>
          </a:r>
          <a:r>
            <a:rPr lang="en-US"/>
            <a:t> </a:t>
          </a:r>
          <a:r>
            <a:rPr lang="en-US">
              <a:latin typeface="Avenir Next LT Pro"/>
            </a:rPr>
            <a:t>Documentation </a:t>
          </a:r>
          <a:r>
            <a:rPr lang="en-US"/>
            <a:t>(</a:t>
          </a:r>
          <a:r>
            <a:rPr lang="en-US">
              <a:latin typeface="Avenir Next LT Pro"/>
            </a:rPr>
            <a:t>CDC</a:t>
          </a:r>
          <a:r>
            <a:rPr lang="en-US"/>
            <a:t> website)</a:t>
          </a:r>
          <a:r>
            <a:rPr lang="en-US">
              <a:latin typeface="Avenir Next LT Pro"/>
            </a:rPr>
            <a:t> for specific variables mapping definition </a:t>
          </a:r>
          <a:endParaRPr lang="en-US"/>
        </a:p>
      </dgm:t>
    </dgm:pt>
    <dgm:pt modelId="{2666835A-549A-4020-A133-A6FF86DEC4AB}" type="parTrans" cxnId="{24991ED6-C63C-4C36-991A-F409B258F0B8}">
      <dgm:prSet/>
      <dgm:spPr/>
    </dgm:pt>
    <dgm:pt modelId="{3BAC2226-5364-47CA-9CB2-D9B0D7325321}" type="sibTrans" cxnId="{24991ED6-C63C-4C36-991A-F409B258F0B8}">
      <dgm:prSet/>
      <dgm:spPr/>
    </dgm:pt>
    <dgm:pt modelId="{19321F61-E0EB-421D-A00E-22FE8A04842F}">
      <dgm:prSet phldrT="[Text]" phldr="0"/>
      <dgm:spPr/>
      <dgm:t>
        <a:bodyPr/>
        <a:lstStyle/>
        <a:p>
          <a:pPr rtl="0"/>
          <a:r>
            <a:rPr lang="en-US">
              <a:latin typeface="Avenir Next LT Pro"/>
            </a:rPr>
            <a:t>Create a python script to read</a:t>
          </a:r>
          <a:r>
            <a:rPr lang="en-US"/>
            <a:t> the sass file and generate the table data in .csv file</a:t>
          </a:r>
          <a:r>
            <a:rPr lang="en-US">
              <a:latin typeface="Avenir Next LT Pro"/>
            </a:rPr>
            <a:t> format</a:t>
          </a:r>
          <a:endParaRPr lang="en-US"/>
        </a:p>
      </dgm:t>
    </dgm:pt>
    <dgm:pt modelId="{2332A5DF-2B3A-466E-B15D-9F384CF192C6}" type="parTrans" cxnId="{4527C72E-01C8-4516-95BF-6B6C285E8DF5}">
      <dgm:prSet/>
      <dgm:spPr/>
    </dgm:pt>
    <dgm:pt modelId="{7E4E03BD-55D9-457D-B61E-3CF20428D955}" type="sibTrans" cxnId="{4527C72E-01C8-4516-95BF-6B6C285E8DF5}">
      <dgm:prSet/>
      <dgm:spPr/>
    </dgm:pt>
    <dgm:pt modelId="{75D441C4-DDD7-44AC-A640-3E8600A09BDD}">
      <dgm:prSet phldr="0"/>
      <dgm:spPr/>
      <dgm:t>
        <a:bodyPr/>
        <a:lstStyle/>
        <a:p>
          <a:pPr rtl="0"/>
          <a:r>
            <a:rPr lang="en-US"/>
            <a:t>Data load in </a:t>
          </a:r>
          <a:r>
            <a:rPr lang="en-US" err="1"/>
            <a:t>rmd</a:t>
          </a:r>
          <a:r>
            <a:rPr lang="en-US"/>
            <a:t> file with just the required column variables data for our EDA Analysis</a:t>
          </a:r>
          <a:endParaRPr lang="en-US">
            <a:latin typeface="Avenir Next LT Pro"/>
          </a:endParaRPr>
        </a:p>
      </dgm:t>
    </dgm:pt>
    <dgm:pt modelId="{C03E2C6A-4A24-436C-900A-50998DD0F02C}" type="parTrans" cxnId="{E17AACB7-F5E1-4269-9860-1D8C69E59938}">
      <dgm:prSet/>
      <dgm:spPr/>
    </dgm:pt>
    <dgm:pt modelId="{A00DD3CD-F11E-4D00-9F7E-BD9DE49EBF7B}" type="sibTrans" cxnId="{E17AACB7-F5E1-4269-9860-1D8C69E59938}">
      <dgm:prSet/>
      <dgm:spPr/>
    </dgm:pt>
    <dgm:pt modelId="{9026A21E-A7F6-43D4-AABE-553E23858D27}">
      <dgm:prSet phldr="0"/>
      <dgm:spPr/>
      <dgm:t>
        <a:bodyPr/>
        <a:lstStyle/>
        <a:p>
          <a:pPr rtl="0"/>
          <a:r>
            <a:rPr lang="en-US">
              <a:latin typeface="Avenir Next LT Pro"/>
            </a:rPr>
            <a:t>Clean the data set by checking for missing values and filter the data set for outlier treatment (Impossible/ Dirty data handling)</a:t>
          </a:r>
        </a:p>
      </dgm:t>
    </dgm:pt>
    <dgm:pt modelId="{3C1B6F34-9DBC-4F2C-B154-E5713E4F0AD4}" type="parTrans" cxnId="{F42DCE4C-0D9E-4DA8-8126-69FB94DAF59C}">
      <dgm:prSet/>
      <dgm:spPr/>
    </dgm:pt>
    <dgm:pt modelId="{8266F0FA-3F26-4BE8-93A4-DE9FB323D335}" type="sibTrans" cxnId="{F42DCE4C-0D9E-4DA8-8126-69FB94DAF59C}">
      <dgm:prSet/>
      <dgm:spPr/>
    </dgm:pt>
    <dgm:pt modelId="{77BEE357-53D8-4C4F-8BC3-7A2345BC739B}" type="pres">
      <dgm:prSet presAssocID="{1761C940-DF0F-4821-BF78-E986BB3467BD}" presName="Name0" presStyleCnt="0">
        <dgm:presLayoutVars>
          <dgm:dir/>
          <dgm:animLvl val="lvl"/>
          <dgm:resizeHandles val="exact"/>
        </dgm:presLayoutVars>
      </dgm:prSet>
      <dgm:spPr/>
    </dgm:pt>
    <dgm:pt modelId="{67A55EAF-EB05-4254-ABFE-9E256048639B}" type="pres">
      <dgm:prSet presAssocID="{1AC83ADA-2FEA-4343-BA76-76FA95D7CF3B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F9C9409E-51EB-48F1-AC7A-A03ABE6FE75E}" type="pres">
      <dgm:prSet presAssocID="{3D536CED-0878-485D-93CA-05B7E0A4251A}" presName="parTxOnlySpace" presStyleCnt="0"/>
      <dgm:spPr/>
    </dgm:pt>
    <dgm:pt modelId="{12493EBF-E2B3-45DF-81E2-F995F28E2FB4}" type="pres">
      <dgm:prSet presAssocID="{7ABBEA1D-2EA1-40C6-9F3F-3B686030390A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8654639-1004-41BD-923F-408C09164B3B}" type="pres">
      <dgm:prSet presAssocID="{3BAC2226-5364-47CA-9CB2-D9B0D7325321}" presName="parTxOnlySpace" presStyleCnt="0"/>
      <dgm:spPr/>
    </dgm:pt>
    <dgm:pt modelId="{DF2C2A15-EC24-4E39-94AD-6EBAB6BF2033}" type="pres">
      <dgm:prSet presAssocID="{19321F61-E0EB-421D-A00E-22FE8A04842F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3FFCF012-8385-43C6-82EC-3D8AA2141341}" type="pres">
      <dgm:prSet presAssocID="{7E4E03BD-55D9-457D-B61E-3CF20428D955}" presName="parTxOnlySpace" presStyleCnt="0"/>
      <dgm:spPr/>
    </dgm:pt>
    <dgm:pt modelId="{1241CEDE-B51D-4E19-ADF9-198F0C704839}" type="pres">
      <dgm:prSet presAssocID="{75D441C4-DDD7-44AC-A640-3E8600A09BDD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A6FC2914-AAD3-48E3-9E84-C29B5C3505F0}" type="pres">
      <dgm:prSet presAssocID="{A00DD3CD-F11E-4D00-9F7E-BD9DE49EBF7B}" presName="parTxOnlySpace" presStyleCnt="0"/>
      <dgm:spPr/>
    </dgm:pt>
    <dgm:pt modelId="{6AB2921E-BA93-4F9F-BEFB-88CBF2811840}" type="pres">
      <dgm:prSet presAssocID="{9026A21E-A7F6-43D4-AABE-553E23858D27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CB008F02-1D57-4600-9351-D865FF742BEA}" type="presOf" srcId="{75D441C4-DDD7-44AC-A640-3E8600A09BDD}" destId="{1241CEDE-B51D-4E19-ADF9-198F0C704839}" srcOrd="0" destOrd="0" presId="urn:microsoft.com/office/officeart/2005/8/layout/chevron1"/>
    <dgm:cxn modelId="{EE771021-080B-461E-B443-0CF04DB010DD}" type="presOf" srcId="{9026A21E-A7F6-43D4-AABE-553E23858D27}" destId="{6AB2921E-BA93-4F9F-BEFB-88CBF2811840}" srcOrd="0" destOrd="0" presId="urn:microsoft.com/office/officeart/2005/8/layout/chevron1"/>
    <dgm:cxn modelId="{4527C72E-01C8-4516-95BF-6B6C285E8DF5}" srcId="{1761C940-DF0F-4821-BF78-E986BB3467BD}" destId="{19321F61-E0EB-421D-A00E-22FE8A04842F}" srcOrd="2" destOrd="0" parTransId="{2332A5DF-2B3A-466E-B15D-9F384CF192C6}" sibTransId="{7E4E03BD-55D9-457D-B61E-3CF20428D955}"/>
    <dgm:cxn modelId="{AF5F0E6B-2DDF-4C65-B0F9-F2D952B9D025}" type="presOf" srcId="{1AC83ADA-2FEA-4343-BA76-76FA95D7CF3B}" destId="{67A55EAF-EB05-4254-ABFE-9E256048639B}" srcOrd="0" destOrd="0" presId="urn:microsoft.com/office/officeart/2005/8/layout/chevron1"/>
    <dgm:cxn modelId="{F42DCE4C-0D9E-4DA8-8126-69FB94DAF59C}" srcId="{1761C940-DF0F-4821-BF78-E986BB3467BD}" destId="{9026A21E-A7F6-43D4-AABE-553E23858D27}" srcOrd="4" destOrd="0" parTransId="{3C1B6F34-9DBC-4F2C-B154-E5713E4F0AD4}" sibTransId="{8266F0FA-3F26-4BE8-93A4-DE9FB323D335}"/>
    <dgm:cxn modelId="{E17AACB7-F5E1-4269-9860-1D8C69E59938}" srcId="{1761C940-DF0F-4821-BF78-E986BB3467BD}" destId="{75D441C4-DDD7-44AC-A640-3E8600A09BDD}" srcOrd="3" destOrd="0" parTransId="{C03E2C6A-4A24-436C-900A-50998DD0F02C}" sibTransId="{A00DD3CD-F11E-4D00-9F7E-BD9DE49EBF7B}"/>
    <dgm:cxn modelId="{F14BC3C3-D3BF-4AE5-A41B-92E71AF740AB}" type="presOf" srcId="{1761C940-DF0F-4821-BF78-E986BB3467BD}" destId="{77BEE357-53D8-4C4F-8BC3-7A2345BC739B}" srcOrd="0" destOrd="0" presId="urn:microsoft.com/office/officeart/2005/8/layout/chevron1"/>
    <dgm:cxn modelId="{6501FFC4-0F69-4B03-919B-08765B6CF7D4}" srcId="{1761C940-DF0F-4821-BF78-E986BB3467BD}" destId="{1AC83ADA-2FEA-4343-BA76-76FA95D7CF3B}" srcOrd="0" destOrd="0" parTransId="{68BCC179-32ED-45B6-9371-481F05CA12A3}" sibTransId="{3D536CED-0878-485D-93CA-05B7E0A4251A}"/>
    <dgm:cxn modelId="{0F5B4DD2-86E6-415C-AA0E-36C39E203546}" type="presOf" srcId="{7ABBEA1D-2EA1-40C6-9F3F-3B686030390A}" destId="{12493EBF-E2B3-45DF-81E2-F995F28E2FB4}" srcOrd="0" destOrd="0" presId="urn:microsoft.com/office/officeart/2005/8/layout/chevron1"/>
    <dgm:cxn modelId="{24991ED6-C63C-4C36-991A-F409B258F0B8}" srcId="{1761C940-DF0F-4821-BF78-E986BB3467BD}" destId="{7ABBEA1D-2EA1-40C6-9F3F-3B686030390A}" srcOrd="1" destOrd="0" parTransId="{2666835A-549A-4020-A133-A6FF86DEC4AB}" sibTransId="{3BAC2226-5364-47CA-9CB2-D9B0D7325321}"/>
    <dgm:cxn modelId="{B672C1F3-7018-4671-8555-4842691B4B06}" type="presOf" srcId="{19321F61-E0EB-421D-A00E-22FE8A04842F}" destId="{DF2C2A15-EC24-4E39-94AD-6EBAB6BF2033}" srcOrd="0" destOrd="0" presId="urn:microsoft.com/office/officeart/2005/8/layout/chevron1"/>
    <dgm:cxn modelId="{8CE433C9-60DC-40CB-83BE-458D2555CDC5}" type="presParOf" srcId="{77BEE357-53D8-4C4F-8BC3-7A2345BC739B}" destId="{67A55EAF-EB05-4254-ABFE-9E256048639B}" srcOrd="0" destOrd="0" presId="urn:microsoft.com/office/officeart/2005/8/layout/chevron1"/>
    <dgm:cxn modelId="{2E10A99C-D90B-46F7-96D3-7D69EC67343C}" type="presParOf" srcId="{77BEE357-53D8-4C4F-8BC3-7A2345BC739B}" destId="{F9C9409E-51EB-48F1-AC7A-A03ABE6FE75E}" srcOrd="1" destOrd="0" presId="urn:microsoft.com/office/officeart/2005/8/layout/chevron1"/>
    <dgm:cxn modelId="{4454729E-9958-4370-8125-B6F64205BE52}" type="presParOf" srcId="{77BEE357-53D8-4C4F-8BC3-7A2345BC739B}" destId="{12493EBF-E2B3-45DF-81E2-F995F28E2FB4}" srcOrd="2" destOrd="0" presId="urn:microsoft.com/office/officeart/2005/8/layout/chevron1"/>
    <dgm:cxn modelId="{4A319B25-D7FF-4737-B388-2882A2F2FA0B}" type="presParOf" srcId="{77BEE357-53D8-4C4F-8BC3-7A2345BC739B}" destId="{D8654639-1004-41BD-923F-408C09164B3B}" srcOrd="3" destOrd="0" presId="urn:microsoft.com/office/officeart/2005/8/layout/chevron1"/>
    <dgm:cxn modelId="{629827B9-27E1-4721-99CD-EA5EAA44BFA9}" type="presParOf" srcId="{77BEE357-53D8-4C4F-8BC3-7A2345BC739B}" destId="{DF2C2A15-EC24-4E39-94AD-6EBAB6BF2033}" srcOrd="4" destOrd="0" presId="urn:microsoft.com/office/officeart/2005/8/layout/chevron1"/>
    <dgm:cxn modelId="{C77EC3F1-C748-4E37-945D-D9B5E43B1D1A}" type="presParOf" srcId="{77BEE357-53D8-4C4F-8BC3-7A2345BC739B}" destId="{3FFCF012-8385-43C6-82EC-3D8AA2141341}" srcOrd="5" destOrd="0" presId="urn:microsoft.com/office/officeart/2005/8/layout/chevron1"/>
    <dgm:cxn modelId="{194BF66E-5BFA-48A5-B8F5-84C8EE5A0423}" type="presParOf" srcId="{77BEE357-53D8-4C4F-8BC3-7A2345BC739B}" destId="{1241CEDE-B51D-4E19-ADF9-198F0C704839}" srcOrd="6" destOrd="0" presId="urn:microsoft.com/office/officeart/2005/8/layout/chevron1"/>
    <dgm:cxn modelId="{695A189A-60A4-4B0A-9F07-07C313A426D3}" type="presParOf" srcId="{77BEE357-53D8-4C4F-8BC3-7A2345BC739B}" destId="{A6FC2914-AAD3-48E3-9E84-C29B5C3505F0}" srcOrd="7" destOrd="0" presId="urn:microsoft.com/office/officeart/2005/8/layout/chevron1"/>
    <dgm:cxn modelId="{AB63C457-CECC-4474-B180-6F0216649986}" type="presParOf" srcId="{77BEE357-53D8-4C4F-8BC3-7A2345BC739B}" destId="{6AB2921E-BA93-4F9F-BEFB-88CBF281184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E39F821-4152-4D57-B4D0-7E79007613C8}" type="doc">
      <dgm:prSet loTypeId="urn:microsoft.com/office/officeart/2005/8/layout/vList3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CE136E8-7805-4783-98B0-AE0B3633797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Is there a significant difference in BMI between people with and without coronary heart disease? (T-test)</a:t>
          </a:r>
          <a:r>
            <a:rPr lang="en-US" b="0" i="0"/>
            <a:t>​</a:t>
          </a:r>
          <a:endParaRPr lang="en-IN"/>
        </a:p>
      </dgm:t>
    </dgm:pt>
    <dgm:pt modelId="{68581DE0-414C-4420-85E4-81E5EAACBB9B}" type="parTrans" cxnId="{65E6DD41-F23B-426D-8E28-CB8160FA475E}">
      <dgm:prSet/>
      <dgm:spPr/>
      <dgm:t>
        <a:bodyPr/>
        <a:lstStyle/>
        <a:p>
          <a:endParaRPr lang="en-IN"/>
        </a:p>
      </dgm:t>
    </dgm:pt>
    <dgm:pt modelId="{4165296A-D717-41E5-92B4-31470837F096}" type="sibTrans" cxnId="{65E6DD41-F23B-426D-8E28-CB8160FA475E}">
      <dgm:prSet/>
      <dgm:spPr/>
      <dgm:t>
        <a:bodyPr/>
        <a:lstStyle/>
        <a:p>
          <a:endParaRPr lang="en-IN"/>
        </a:p>
      </dgm:t>
    </dgm:pt>
    <dgm:pt modelId="{6AC5A0B2-1AAE-4119-9D3F-66F90BD5B21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Is smoking status associated with coronary heart disease? (Chi-squared test)</a:t>
          </a:r>
          <a:r>
            <a:rPr lang="en-US" b="0" i="0"/>
            <a:t>​</a:t>
          </a:r>
        </a:p>
      </dgm:t>
    </dgm:pt>
    <dgm:pt modelId="{49EB9768-9682-4192-8D4B-84E0C97C0960}" type="parTrans" cxnId="{2438B405-DE45-4A1F-802E-C3E7D7494ABB}">
      <dgm:prSet/>
      <dgm:spPr/>
      <dgm:t>
        <a:bodyPr/>
        <a:lstStyle/>
        <a:p>
          <a:endParaRPr lang="en-IN"/>
        </a:p>
      </dgm:t>
    </dgm:pt>
    <dgm:pt modelId="{594855EE-A333-46EA-A868-9E983264895A}" type="sibTrans" cxnId="{2438B405-DE45-4A1F-802E-C3E7D7494ABB}">
      <dgm:prSet/>
      <dgm:spPr/>
      <dgm:t>
        <a:bodyPr/>
        <a:lstStyle/>
        <a:p>
          <a:endParaRPr lang="en-IN"/>
        </a:p>
      </dgm:t>
    </dgm:pt>
    <dgm:pt modelId="{89696B5E-E94D-4457-91F3-DF3D39BB35A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Does BMI vary significantly across different general health status levels? (Anova)</a:t>
          </a:r>
          <a:r>
            <a:rPr lang="en-US" b="0" i="0"/>
            <a:t>​</a:t>
          </a:r>
        </a:p>
      </dgm:t>
    </dgm:pt>
    <dgm:pt modelId="{F07B9268-C610-4836-B727-DDDD6E15AC94}" type="parTrans" cxnId="{A932E840-301E-4729-BEB9-7FCABC1B66AC}">
      <dgm:prSet/>
      <dgm:spPr/>
      <dgm:t>
        <a:bodyPr/>
        <a:lstStyle/>
        <a:p>
          <a:endParaRPr lang="en-IN"/>
        </a:p>
      </dgm:t>
    </dgm:pt>
    <dgm:pt modelId="{C9F7C9A2-DC29-46D8-B219-F80B28BB069A}" type="sibTrans" cxnId="{A932E840-301E-4729-BEB9-7FCABC1B66AC}">
      <dgm:prSet/>
      <dgm:spPr/>
      <dgm:t>
        <a:bodyPr/>
        <a:lstStyle/>
        <a:p>
          <a:endParaRPr lang="en-IN"/>
        </a:p>
      </dgm:t>
    </dgm:pt>
    <dgm:pt modelId="{3813C8A7-C237-4986-8FBA-7962F630BC4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Does exercise participations vary significantly across different BMI categories, suggesting a role in weight management? (Chi-square test)</a:t>
          </a:r>
          <a:r>
            <a:rPr lang="en-US" b="0" i="0"/>
            <a:t>​</a:t>
          </a:r>
        </a:p>
      </dgm:t>
    </dgm:pt>
    <dgm:pt modelId="{CA51053C-E7CE-4BCF-BF1C-003B723EE7FE}" type="parTrans" cxnId="{FDA7F527-6317-4C6B-8857-3CB4B9391A57}">
      <dgm:prSet/>
      <dgm:spPr/>
      <dgm:t>
        <a:bodyPr/>
        <a:lstStyle/>
        <a:p>
          <a:endParaRPr lang="en-IN"/>
        </a:p>
      </dgm:t>
    </dgm:pt>
    <dgm:pt modelId="{F6F0BE3C-CB5D-4842-81FB-611FBEAA9A1F}" type="sibTrans" cxnId="{FDA7F527-6317-4C6B-8857-3CB4B9391A57}">
      <dgm:prSet/>
      <dgm:spPr/>
      <dgm:t>
        <a:bodyPr/>
        <a:lstStyle/>
        <a:p>
          <a:endParaRPr lang="en-IN"/>
        </a:p>
      </dgm:t>
    </dgm:pt>
    <dgm:pt modelId="{7DE203D4-FB44-4921-9374-282EAB430F7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Is diabetes status associated with coronary heart disease? (Chi-square)</a:t>
          </a:r>
          <a:endParaRPr lang="en-US" b="0" i="0"/>
        </a:p>
      </dgm:t>
    </dgm:pt>
    <dgm:pt modelId="{B1A5B4BC-D368-49FC-804E-0990D3F33362}" type="parTrans" cxnId="{84779A2E-22EF-466D-B7FD-7E6D1EB387B1}">
      <dgm:prSet/>
      <dgm:spPr/>
      <dgm:t>
        <a:bodyPr/>
        <a:lstStyle/>
        <a:p>
          <a:endParaRPr lang="en-IN"/>
        </a:p>
      </dgm:t>
    </dgm:pt>
    <dgm:pt modelId="{D7087FA6-530F-4ECA-9B45-8792F9352E68}" type="sibTrans" cxnId="{84779A2E-22EF-466D-B7FD-7E6D1EB387B1}">
      <dgm:prSet/>
      <dgm:spPr/>
      <dgm:t>
        <a:bodyPr/>
        <a:lstStyle/>
        <a:p>
          <a:endParaRPr lang="en-IN"/>
        </a:p>
      </dgm:t>
    </dgm:pt>
    <dgm:pt modelId="{635EA46E-885D-4B30-B92B-E79F986F7E01}" type="pres">
      <dgm:prSet presAssocID="{2E39F821-4152-4D57-B4D0-7E79007613C8}" presName="linearFlow" presStyleCnt="0">
        <dgm:presLayoutVars>
          <dgm:dir/>
          <dgm:resizeHandles val="exact"/>
        </dgm:presLayoutVars>
      </dgm:prSet>
      <dgm:spPr/>
    </dgm:pt>
    <dgm:pt modelId="{D0331318-EBA5-448A-896B-2D7D7A860592}" type="pres">
      <dgm:prSet presAssocID="{3CE136E8-7805-4783-98B0-AE0B3633797F}" presName="composite" presStyleCnt="0"/>
      <dgm:spPr/>
    </dgm:pt>
    <dgm:pt modelId="{3D49A23A-FBF5-42CE-A156-F458995F8A08}" type="pres">
      <dgm:prSet presAssocID="{3CE136E8-7805-4783-98B0-AE0B3633797F}" presName="imgShp" presStyleLbl="fgImgPlac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 with solid fill"/>
        </a:ext>
      </dgm:extLst>
    </dgm:pt>
    <dgm:pt modelId="{900D739B-FC49-427C-91C4-822DBCC99712}" type="pres">
      <dgm:prSet presAssocID="{3CE136E8-7805-4783-98B0-AE0B3633797F}" presName="txShp" presStyleLbl="node1" presStyleIdx="0" presStyleCnt="5">
        <dgm:presLayoutVars>
          <dgm:bulletEnabled val="1"/>
        </dgm:presLayoutVars>
      </dgm:prSet>
      <dgm:spPr/>
    </dgm:pt>
    <dgm:pt modelId="{AF2CD796-67DA-46AA-868C-5A8A5E0F0322}" type="pres">
      <dgm:prSet presAssocID="{4165296A-D717-41E5-92B4-31470837F096}" presName="spacing" presStyleCnt="0"/>
      <dgm:spPr/>
    </dgm:pt>
    <dgm:pt modelId="{BDC79719-3FA8-4910-B5A4-6E7FC440615E}" type="pres">
      <dgm:prSet presAssocID="{6AC5A0B2-1AAE-4119-9D3F-66F90BD5B21F}" presName="composite" presStyleCnt="0"/>
      <dgm:spPr/>
    </dgm:pt>
    <dgm:pt modelId="{62111073-7017-40BB-943D-06CA4142E0DA}" type="pres">
      <dgm:prSet presAssocID="{6AC5A0B2-1AAE-4119-9D3F-66F90BD5B21F}" presName="imgShp" presStyleLbl="fgImgPlac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ungs with solid fill"/>
        </a:ext>
      </dgm:extLst>
    </dgm:pt>
    <dgm:pt modelId="{6D975B36-AF66-4FB8-908A-77645D6EF336}" type="pres">
      <dgm:prSet presAssocID="{6AC5A0B2-1AAE-4119-9D3F-66F90BD5B21F}" presName="txShp" presStyleLbl="node1" presStyleIdx="1" presStyleCnt="5">
        <dgm:presLayoutVars>
          <dgm:bulletEnabled val="1"/>
        </dgm:presLayoutVars>
      </dgm:prSet>
      <dgm:spPr/>
    </dgm:pt>
    <dgm:pt modelId="{C569F98E-6B08-4EC8-9DD4-0906EBF842D3}" type="pres">
      <dgm:prSet presAssocID="{594855EE-A333-46EA-A868-9E983264895A}" presName="spacing" presStyleCnt="0"/>
      <dgm:spPr/>
    </dgm:pt>
    <dgm:pt modelId="{0464D591-5748-4C71-B2F6-3A15E3B53C66}" type="pres">
      <dgm:prSet presAssocID="{89696B5E-E94D-4457-91F3-DF3D39BB35AB}" presName="composite" presStyleCnt="0"/>
      <dgm:spPr/>
    </dgm:pt>
    <dgm:pt modelId="{D4DDC5BC-B30A-4630-A3E0-14AD40159E4A}" type="pres">
      <dgm:prSet presAssocID="{89696B5E-E94D-4457-91F3-DF3D39BB35AB}" presName="imgShp" presStyleLbl="fgImgPlac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 with solid fill"/>
        </a:ext>
      </dgm:extLst>
    </dgm:pt>
    <dgm:pt modelId="{BCA0B102-4BBB-44A3-9B2C-4B7A57C83C82}" type="pres">
      <dgm:prSet presAssocID="{89696B5E-E94D-4457-91F3-DF3D39BB35AB}" presName="txShp" presStyleLbl="node1" presStyleIdx="2" presStyleCnt="5">
        <dgm:presLayoutVars>
          <dgm:bulletEnabled val="1"/>
        </dgm:presLayoutVars>
      </dgm:prSet>
      <dgm:spPr/>
    </dgm:pt>
    <dgm:pt modelId="{958B4127-9DD1-43B3-9299-F038C4587415}" type="pres">
      <dgm:prSet presAssocID="{C9F7C9A2-DC29-46D8-B219-F80B28BB069A}" presName="spacing" presStyleCnt="0"/>
      <dgm:spPr/>
    </dgm:pt>
    <dgm:pt modelId="{87F5E569-511F-40E2-80AA-52E08F8996FF}" type="pres">
      <dgm:prSet presAssocID="{3813C8A7-C237-4986-8FBA-7962F630BC49}" presName="composite" presStyleCnt="0"/>
      <dgm:spPr/>
    </dgm:pt>
    <dgm:pt modelId="{FD6BADF8-2506-4367-9D14-E8E83387D4C8}" type="pres">
      <dgm:prSet presAssocID="{3813C8A7-C237-4986-8FBA-7962F630BC49}" presName="imgShp" presStyleLbl="fgImgPlac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dy builder with solid fill"/>
        </a:ext>
      </dgm:extLst>
    </dgm:pt>
    <dgm:pt modelId="{CF245B60-1D94-443C-BCE6-A0B8E2A9A9FD}" type="pres">
      <dgm:prSet presAssocID="{3813C8A7-C237-4986-8FBA-7962F630BC49}" presName="txShp" presStyleLbl="node1" presStyleIdx="3" presStyleCnt="5">
        <dgm:presLayoutVars>
          <dgm:bulletEnabled val="1"/>
        </dgm:presLayoutVars>
      </dgm:prSet>
      <dgm:spPr/>
    </dgm:pt>
    <dgm:pt modelId="{6DD32897-DE9F-4BFC-A299-FECD6CC1207F}" type="pres">
      <dgm:prSet presAssocID="{F6F0BE3C-CB5D-4842-81FB-611FBEAA9A1F}" presName="spacing" presStyleCnt="0"/>
      <dgm:spPr/>
    </dgm:pt>
    <dgm:pt modelId="{83DAD0DA-EC72-47CD-846D-C2906F2FD1DA}" type="pres">
      <dgm:prSet presAssocID="{7DE203D4-FB44-4921-9374-282EAB430F73}" presName="composite" presStyleCnt="0"/>
      <dgm:spPr/>
    </dgm:pt>
    <dgm:pt modelId="{A8DBE558-2296-4B60-8D51-FEBA341ECC14}" type="pres">
      <dgm:prSet presAssocID="{7DE203D4-FB44-4921-9374-282EAB430F73}" presName="imgShp" presStyleLbl="fgImgPlac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organ with solid fill"/>
        </a:ext>
      </dgm:extLst>
    </dgm:pt>
    <dgm:pt modelId="{4CB211B3-7BE3-4237-8C6F-98E310CA2D27}" type="pres">
      <dgm:prSet presAssocID="{7DE203D4-FB44-4921-9374-282EAB430F73}" presName="txShp" presStyleLbl="node1" presStyleIdx="4" presStyleCnt="5">
        <dgm:presLayoutVars>
          <dgm:bulletEnabled val="1"/>
        </dgm:presLayoutVars>
      </dgm:prSet>
      <dgm:spPr/>
    </dgm:pt>
  </dgm:ptLst>
  <dgm:cxnLst>
    <dgm:cxn modelId="{2438B405-DE45-4A1F-802E-C3E7D7494ABB}" srcId="{2E39F821-4152-4D57-B4D0-7E79007613C8}" destId="{6AC5A0B2-1AAE-4119-9D3F-66F90BD5B21F}" srcOrd="1" destOrd="0" parTransId="{49EB9768-9682-4192-8D4B-84E0C97C0960}" sibTransId="{594855EE-A333-46EA-A868-9E983264895A}"/>
    <dgm:cxn modelId="{DF85B616-9C3F-42DC-9609-9379C39DA801}" type="presOf" srcId="{7DE203D4-FB44-4921-9374-282EAB430F73}" destId="{4CB211B3-7BE3-4237-8C6F-98E310CA2D27}" srcOrd="0" destOrd="0" presId="urn:microsoft.com/office/officeart/2005/8/layout/vList3"/>
    <dgm:cxn modelId="{FDA7F527-6317-4C6B-8857-3CB4B9391A57}" srcId="{2E39F821-4152-4D57-B4D0-7E79007613C8}" destId="{3813C8A7-C237-4986-8FBA-7962F630BC49}" srcOrd="3" destOrd="0" parTransId="{CA51053C-E7CE-4BCF-BF1C-003B723EE7FE}" sibTransId="{F6F0BE3C-CB5D-4842-81FB-611FBEAA9A1F}"/>
    <dgm:cxn modelId="{84779A2E-22EF-466D-B7FD-7E6D1EB387B1}" srcId="{2E39F821-4152-4D57-B4D0-7E79007613C8}" destId="{7DE203D4-FB44-4921-9374-282EAB430F73}" srcOrd="4" destOrd="0" parTransId="{B1A5B4BC-D368-49FC-804E-0990D3F33362}" sibTransId="{D7087FA6-530F-4ECA-9B45-8792F9352E68}"/>
    <dgm:cxn modelId="{C68B2530-35E2-4189-A96C-3EBBECF98C5B}" type="presOf" srcId="{89696B5E-E94D-4457-91F3-DF3D39BB35AB}" destId="{BCA0B102-4BBB-44A3-9B2C-4B7A57C83C82}" srcOrd="0" destOrd="0" presId="urn:microsoft.com/office/officeart/2005/8/layout/vList3"/>
    <dgm:cxn modelId="{A932E840-301E-4729-BEB9-7FCABC1B66AC}" srcId="{2E39F821-4152-4D57-B4D0-7E79007613C8}" destId="{89696B5E-E94D-4457-91F3-DF3D39BB35AB}" srcOrd="2" destOrd="0" parTransId="{F07B9268-C610-4836-B727-DDDD6E15AC94}" sibTransId="{C9F7C9A2-DC29-46D8-B219-F80B28BB069A}"/>
    <dgm:cxn modelId="{65E6DD41-F23B-426D-8E28-CB8160FA475E}" srcId="{2E39F821-4152-4D57-B4D0-7E79007613C8}" destId="{3CE136E8-7805-4783-98B0-AE0B3633797F}" srcOrd="0" destOrd="0" parTransId="{68581DE0-414C-4420-85E4-81E5EAACBB9B}" sibTransId="{4165296A-D717-41E5-92B4-31470837F096}"/>
    <dgm:cxn modelId="{8B077F6A-42A1-46AE-9F1E-D35AC25CD59D}" type="presOf" srcId="{6AC5A0B2-1AAE-4119-9D3F-66F90BD5B21F}" destId="{6D975B36-AF66-4FB8-908A-77645D6EF336}" srcOrd="0" destOrd="0" presId="urn:microsoft.com/office/officeart/2005/8/layout/vList3"/>
    <dgm:cxn modelId="{0BD19C50-383C-471F-9DEB-74F9CC0A26DD}" type="presOf" srcId="{2E39F821-4152-4D57-B4D0-7E79007613C8}" destId="{635EA46E-885D-4B30-B92B-E79F986F7E01}" srcOrd="0" destOrd="0" presId="urn:microsoft.com/office/officeart/2005/8/layout/vList3"/>
    <dgm:cxn modelId="{4F68AE83-A34D-4EE8-9BEF-6002430B9E70}" type="presOf" srcId="{3813C8A7-C237-4986-8FBA-7962F630BC49}" destId="{CF245B60-1D94-443C-BCE6-A0B8E2A9A9FD}" srcOrd="0" destOrd="0" presId="urn:microsoft.com/office/officeart/2005/8/layout/vList3"/>
    <dgm:cxn modelId="{0B9208CD-8687-442D-A525-9B81F17E37FD}" type="presOf" srcId="{3CE136E8-7805-4783-98B0-AE0B3633797F}" destId="{900D739B-FC49-427C-91C4-822DBCC99712}" srcOrd="0" destOrd="0" presId="urn:microsoft.com/office/officeart/2005/8/layout/vList3"/>
    <dgm:cxn modelId="{E468A46A-81E2-49D2-B412-D8F1D1634AD9}" type="presParOf" srcId="{635EA46E-885D-4B30-B92B-E79F986F7E01}" destId="{D0331318-EBA5-448A-896B-2D7D7A860592}" srcOrd="0" destOrd="0" presId="urn:microsoft.com/office/officeart/2005/8/layout/vList3"/>
    <dgm:cxn modelId="{C11B2ADE-067B-4780-95A3-97ED446D33D4}" type="presParOf" srcId="{D0331318-EBA5-448A-896B-2D7D7A860592}" destId="{3D49A23A-FBF5-42CE-A156-F458995F8A08}" srcOrd="0" destOrd="0" presId="urn:microsoft.com/office/officeart/2005/8/layout/vList3"/>
    <dgm:cxn modelId="{67BE8129-BA05-470A-B00F-385C7FA45953}" type="presParOf" srcId="{D0331318-EBA5-448A-896B-2D7D7A860592}" destId="{900D739B-FC49-427C-91C4-822DBCC99712}" srcOrd="1" destOrd="0" presId="urn:microsoft.com/office/officeart/2005/8/layout/vList3"/>
    <dgm:cxn modelId="{EE4D249E-A988-4580-942B-F9BBDBBA3C95}" type="presParOf" srcId="{635EA46E-885D-4B30-B92B-E79F986F7E01}" destId="{AF2CD796-67DA-46AA-868C-5A8A5E0F0322}" srcOrd="1" destOrd="0" presId="urn:microsoft.com/office/officeart/2005/8/layout/vList3"/>
    <dgm:cxn modelId="{3191F817-11E8-448D-BFA0-C9B2B9693750}" type="presParOf" srcId="{635EA46E-885D-4B30-B92B-E79F986F7E01}" destId="{BDC79719-3FA8-4910-B5A4-6E7FC440615E}" srcOrd="2" destOrd="0" presId="urn:microsoft.com/office/officeart/2005/8/layout/vList3"/>
    <dgm:cxn modelId="{2ED74D22-30E3-444A-80C8-ED2C0B9C14DC}" type="presParOf" srcId="{BDC79719-3FA8-4910-B5A4-6E7FC440615E}" destId="{62111073-7017-40BB-943D-06CA4142E0DA}" srcOrd="0" destOrd="0" presId="urn:microsoft.com/office/officeart/2005/8/layout/vList3"/>
    <dgm:cxn modelId="{DEEF0CF5-1EC4-4383-86BA-9878C3737EEC}" type="presParOf" srcId="{BDC79719-3FA8-4910-B5A4-6E7FC440615E}" destId="{6D975B36-AF66-4FB8-908A-77645D6EF336}" srcOrd="1" destOrd="0" presId="urn:microsoft.com/office/officeart/2005/8/layout/vList3"/>
    <dgm:cxn modelId="{1710D9EB-F46B-4260-AC5E-FCBE917EA7E3}" type="presParOf" srcId="{635EA46E-885D-4B30-B92B-E79F986F7E01}" destId="{C569F98E-6B08-4EC8-9DD4-0906EBF842D3}" srcOrd="3" destOrd="0" presId="urn:microsoft.com/office/officeart/2005/8/layout/vList3"/>
    <dgm:cxn modelId="{D40F84BA-65AE-4940-8308-36A1E8A6E3EF}" type="presParOf" srcId="{635EA46E-885D-4B30-B92B-E79F986F7E01}" destId="{0464D591-5748-4C71-B2F6-3A15E3B53C66}" srcOrd="4" destOrd="0" presId="urn:microsoft.com/office/officeart/2005/8/layout/vList3"/>
    <dgm:cxn modelId="{5E1017E7-E788-4ED2-8AFD-FA1188395109}" type="presParOf" srcId="{0464D591-5748-4C71-B2F6-3A15E3B53C66}" destId="{D4DDC5BC-B30A-4630-A3E0-14AD40159E4A}" srcOrd="0" destOrd="0" presId="urn:microsoft.com/office/officeart/2005/8/layout/vList3"/>
    <dgm:cxn modelId="{E53DA813-FEB2-4DDB-9294-FB3D174B92AF}" type="presParOf" srcId="{0464D591-5748-4C71-B2F6-3A15E3B53C66}" destId="{BCA0B102-4BBB-44A3-9B2C-4B7A57C83C82}" srcOrd="1" destOrd="0" presId="urn:microsoft.com/office/officeart/2005/8/layout/vList3"/>
    <dgm:cxn modelId="{349B1FFA-41D9-4441-B58B-0DAE7F78B46D}" type="presParOf" srcId="{635EA46E-885D-4B30-B92B-E79F986F7E01}" destId="{958B4127-9DD1-43B3-9299-F038C4587415}" srcOrd="5" destOrd="0" presId="urn:microsoft.com/office/officeart/2005/8/layout/vList3"/>
    <dgm:cxn modelId="{00487996-DE8F-4763-8EF2-AB313144D3D7}" type="presParOf" srcId="{635EA46E-885D-4B30-B92B-E79F986F7E01}" destId="{87F5E569-511F-40E2-80AA-52E08F8996FF}" srcOrd="6" destOrd="0" presId="urn:microsoft.com/office/officeart/2005/8/layout/vList3"/>
    <dgm:cxn modelId="{C91C4FAC-D855-4CB5-8171-4606B0BA83B5}" type="presParOf" srcId="{87F5E569-511F-40E2-80AA-52E08F8996FF}" destId="{FD6BADF8-2506-4367-9D14-E8E83387D4C8}" srcOrd="0" destOrd="0" presId="urn:microsoft.com/office/officeart/2005/8/layout/vList3"/>
    <dgm:cxn modelId="{B00C75F1-4377-4A4C-B086-96B8993F81B8}" type="presParOf" srcId="{87F5E569-511F-40E2-80AA-52E08F8996FF}" destId="{CF245B60-1D94-443C-BCE6-A0B8E2A9A9FD}" srcOrd="1" destOrd="0" presId="urn:microsoft.com/office/officeart/2005/8/layout/vList3"/>
    <dgm:cxn modelId="{1D9E6B64-38CF-4BD1-8E98-3EBD161552FC}" type="presParOf" srcId="{635EA46E-885D-4B30-B92B-E79F986F7E01}" destId="{6DD32897-DE9F-4BFC-A299-FECD6CC1207F}" srcOrd="7" destOrd="0" presId="urn:microsoft.com/office/officeart/2005/8/layout/vList3"/>
    <dgm:cxn modelId="{679FA7BA-1EAA-4987-93FE-79297A62CA84}" type="presParOf" srcId="{635EA46E-885D-4B30-B92B-E79F986F7E01}" destId="{83DAD0DA-EC72-47CD-846D-C2906F2FD1DA}" srcOrd="8" destOrd="0" presId="urn:microsoft.com/office/officeart/2005/8/layout/vList3"/>
    <dgm:cxn modelId="{24FE2EDB-C466-42DE-AB1A-409CCC5D78D5}" type="presParOf" srcId="{83DAD0DA-EC72-47CD-846D-C2906F2FD1DA}" destId="{A8DBE558-2296-4B60-8D51-FEBA341ECC14}" srcOrd="0" destOrd="0" presId="urn:microsoft.com/office/officeart/2005/8/layout/vList3"/>
    <dgm:cxn modelId="{D7216159-7562-4B7C-914C-225CB9A94D32}" type="presParOf" srcId="{83DAD0DA-EC72-47CD-846D-C2906F2FD1DA}" destId="{4CB211B3-7BE3-4237-8C6F-98E310CA2D2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D6A78C-DBE1-4203-8EE5-9CA4AE436FC2}">
      <dsp:nvSpPr>
        <dsp:cNvPr id="0" name=""/>
        <dsp:cNvSpPr/>
      </dsp:nvSpPr>
      <dsp:spPr>
        <a:xfrm>
          <a:off x="778200" y="1669"/>
          <a:ext cx="864246" cy="864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25054-D274-4684-8068-7ECBC9141ED3}">
      <dsp:nvSpPr>
        <dsp:cNvPr id="0" name=""/>
        <dsp:cNvSpPr/>
      </dsp:nvSpPr>
      <dsp:spPr>
        <a:xfrm>
          <a:off x="962383" y="185853"/>
          <a:ext cx="495878" cy="4958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04FA3-1618-4611-90A7-0CD03C3D5134}">
      <dsp:nvSpPr>
        <dsp:cNvPr id="0" name=""/>
        <dsp:cNvSpPr/>
      </dsp:nvSpPr>
      <dsp:spPr>
        <a:xfrm>
          <a:off x="501924" y="1135107"/>
          <a:ext cx="1416796" cy="56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u="none" kern="1200">
              <a:solidFill>
                <a:schemeClr val="tx1"/>
              </a:solidFill>
              <a:latin typeface="Avenir Next LT Pro"/>
            </a:rPr>
            <a:t>Abstract</a:t>
          </a:r>
          <a:endParaRPr lang="en-US" sz="1600" b="1" u="none" kern="1200">
            <a:solidFill>
              <a:schemeClr val="tx1"/>
            </a:solidFill>
          </a:endParaRPr>
        </a:p>
      </dsp:txBody>
      <dsp:txXfrm>
        <a:off x="501924" y="1135107"/>
        <a:ext cx="1416796" cy="566718"/>
      </dsp:txXfrm>
    </dsp:sp>
    <dsp:sp modelId="{BAA2AC98-07B4-4482-AC2D-B8D4B9B492CE}">
      <dsp:nvSpPr>
        <dsp:cNvPr id="0" name=""/>
        <dsp:cNvSpPr/>
      </dsp:nvSpPr>
      <dsp:spPr>
        <a:xfrm>
          <a:off x="2442936" y="1669"/>
          <a:ext cx="864246" cy="864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BE55BE-256F-4262-8CB6-72E54C3D4C18}">
      <dsp:nvSpPr>
        <dsp:cNvPr id="0" name=""/>
        <dsp:cNvSpPr/>
      </dsp:nvSpPr>
      <dsp:spPr>
        <a:xfrm>
          <a:off x="2627120" y="185853"/>
          <a:ext cx="495878" cy="4958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636535-90BC-40F3-A0B6-BCC8BC1EB09B}">
      <dsp:nvSpPr>
        <dsp:cNvPr id="0" name=""/>
        <dsp:cNvSpPr/>
      </dsp:nvSpPr>
      <dsp:spPr>
        <a:xfrm>
          <a:off x="2166661" y="1135107"/>
          <a:ext cx="1416796" cy="56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u="none" kern="1200">
              <a:solidFill>
                <a:schemeClr val="tx1"/>
              </a:solidFill>
            </a:rPr>
            <a:t>Workflow process</a:t>
          </a:r>
        </a:p>
      </dsp:txBody>
      <dsp:txXfrm>
        <a:off x="2166661" y="1135107"/>
        <a:ext cx="1416796" cy="566718"/>
      </dsp:txXfrm>
    </dsp:sp>
    <dsp:sp modelId="{55044F2C-83D4-479B-9557-B7435CF352B2}">
      <dsp:nvSpPr>
        <dsp:cNvPr id="0" name=""/>
        <dsp:cNvSpPr/>
      </dsp:nvSpPr>
      <dsp:spPr>
        <a:xfrm>
          <a:off x="4107672" y="1669"/>
          <a:ext cx="864246" cy="864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DA3EEB-2959-44FE-AD24-0032A2D9D9D0}">
      <dsp:nvSpPr>
        <dsp:cNvPr id="0" name=""/>
        <dsp:cNvSpPr/>
      </dsp:nvSpPr>
      <dsp:spPr>
        <a:xfrm>
          <a:off x="4291856" y="185853"/>
          <a:ext cx="495878" cy="4958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D6147-35CE-449D-A814-9D95814B85CB}">
      <dsp:nvSpPr>
        <dsp:cNvPr id="0" name=""/>
        <dsp:cNvSpPr/>
      </dsp:nvSpPr>
      <dsp:spPr>
        <a:xfrm>
          <a:off x="3831397" y="1135107"/>
          <a:ext cx="1416796" cy="56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u="none" kern="1200">
              <a:solidFill>
                <a:schemeClr val="tx1"/>
              </a:solidFill>
            </a:rPr>
            <a:t>Data Overview</a:t>
          </a:r>
        </a:p>
      </dsp:txBody>
      <dsp:txXfrm>
        <a:off x="3831397" y="1135107"/>
        <a:ext cx="1416796" cy="566718"/>
      </dsp:txXfrm>
    </dsp:sp>
    <dsp:sp modelId="{909C6195-8C56-4A12-A143-A62E77D56B70}">
      <dsp:nvSpPr>
        <dsp:cNvPr id="0" name=""/>
        <dsp:cNvSpPr/>
      </dsp:nvSpPr>
      <dsp:spPr>
        <a:xfrm>
          <a:off x="778200" y="2056025"/>
          <a:ext cx="864246" cy="864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42AA94-8234-4AFC-B2E7-A8231EBC5D61}">
      <dsp:nvSpPr>
        <dsp:cNvPr id="0" name=""/>
        <dsp:cNvSpPr/>
      </dsp:nvSpPr>
      <dsp:spPr>
        <a:xfrm>
          <a:off x="962383" y="2240208"/>
          <a:ext cx="495878" cy="4958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C79D51-A329-4CEB-8FDB-A921E8D3AE65}">
      <dsp:nvSpPr>
        <dsp:cNvPr id="0" name=""/>
        <dsp:cNvSpPr/>
      </dsp:nvSpPr>
      <dsp:spPr>
        <a:xfrm>
          <a:off x="501924" y="3189462"/>
          <a:ext cx="1416796" cy="56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u="none" kern="1200">
              <a:solidFill>
                <a:schemeClr val="tx1"/>
              </a:solidFill>
            </a:rPr>
            <a:t>SMART QUESTION</a:t>
          </a:r>
        </a:p>
      </dsp:txBody>
      <dsp:txXfrm>
        <a:off x="501924" y="3189462"/>
        <a:ext cx="1416796" cy="566718"/>
      </dsp:txXfrm>
    </dsp:sp>
    <dsp:sp modelId="{C40AF3C9-04D7-41C8-AE6E-ECA421CE6CE0}">
      <dsp:nvSpPr>
        <dsp:cNvPr id="0" name=""/>
        <dsp:cNvSpPr/>
      </dsp:nvSpPr>
      <dsp:spPr>
        <a:xfrm>
          <a:off x="2442936" y="2056025"/>
          <a:ext cx="864246" cy="864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B3DC14-661D-42BF-AB45-F9FED1BE4A95}">
      <dsp:nvSpPr>
        <dsp:cNvPr id="0" name=""/>
        <dsp:cNvSpPr/>
      </dsp:nvSpPr>
      <dsp:spPr>
        <a:xfrm>
          <a:off x="2627120" y="2240208"/>
          <a:ext cx="495878" cy="49587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08F2B-9E63-4AA0-8724-31157732C90B}">
      <dsp:nvSpPr>
        <dsp:cNvPr id="0" name=""/>
        <dsp:cNvSpPr/>
      </dsp:nvSpPr>
      <dsp:spPr>
        <a:xfrm>
          <a:off x="2166661" y="3189462"/>
          <a:ext cx="1416796" cy="56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u="none" kern="1200">
              <a:solidFill>
                <a:schemeClr val="tx1"/>
              </a:solidFill>
            </a:rPr>
            <a:t>Analysis test</a:t>
          </a:r>
        </a:p>
      </dsp:txBody>
      <dsp:txXfrm>
        <a:off x="2166661" y="3189462"/>
        <a:ext cx="1416796" cy="566718"/>
      </dsp:txXfrm>
    </dsp:sp>
    <dsp:sp modelId="{DA725F30-B103-4B49-9019-8ACC54FE079A}">
      <dsp:nvSpPr>
        <dsp:cNvPr id="0" name=""/>
        <dsp:cNvSpPr/>
      </dsp:nvSpPr>
      <dsp:spPr>
        <a:xfrm>
          <a:off x="4107672" y="2056025"/>
          <a:ext cx="864246" cy="864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15732E-3F6B-4EE5-A251-0DDA3BC7B294}">
      <dsp:nvSpPr>
        <dsp:cNvPr id="0" name=""/>
        <dsp:cNvSpPr/>
      </dsp:nvSpPr>
      <dsp:spPr>
        <a:xfrm>
          <a:off x="4291856" y="2240208"/>
          <a:ext cx="495878" cy="49587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998A72-4481-4B3E-AFA5-CB7E79284DA0}">
      <dsp:nvSpPr>
        <dsp:cNvPr id="0" name=""/>
        <dsp:cNvSpPr/>
      </dsp:nvSpPr>
      <dsp:spPr>
        <a:xfrm>
          <a:off x="3831397" y="3189462"/>
          <a:ext cx="1416796" cy="56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u="none" kern="1200">
              <a:solidFill>
                <a:schemeClr val="tx1"/>
              </a:solidFill>
            </a:rPr>
            <a:t>Conclusion</a:t>
          </a:r>
        </a:p>
      </dsp:txBody>
      <dsp:txXfrm>
        <a:off x="3831397" y="3189462"/>
        <a:ext cx="1416796" cy="5667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0304F-5ED0-4A03-AFC6-0BE3641B009D}">
      <dsp:nvSpPr>
        <dsp:cNvPr id="0" name=""/>
        <dsp:cNvSpPr/>
      </dsp:nvSpPr>
      <dsp:spPr>
        <a:xfrm>
          <a:off x="0" y="1673"/>
          <a:ext cx="8356855" cy="848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12962C-04DA-452B-B3D6-8D19D1DAA8CD}">
      <dsp:nvSpPr>
        <dsp:cNvPr id="0" name=""/>
        <dsp:cNvSpPr/>
      </dsp:nvSpPr>
      <dsp:spPr>
        <a:xfrm>
          <a:off x="256592" y="192527"/>
          <a:ext cx="466532" cy="466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D31817-848A-41C6-85DE-5059FFD16394}">
      <dsp:nvSpPr>
        <dsp:cNvPr id="0" name=""/>
        <dsp:cNvSpPr/>
      </dsp:nvSpPr>
      <dsp:spPr>
        <a:xfrm>
          <a:off x="979717" y="1673"/>
          <a:ext cx="7377137" cy="848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72" tIns="89772" rIns="89772" bIns="8977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This project examines the association between lifestyle habits, key health metrics, and the prevalence of Coronary Heart Disease (CHD).</a:t>
          </a:r>
        </a:p>
      </dsp:txBody>
      <dsp:txXfrm>
        <a:off x="979717" y="1673"/>
        <a:ext cx="7377137" cy="848240"/>
      </dsp:txXfrm>
    </dsp:sp>
    <dsp:sp modelId="{3ADCAA36-0D0D-4F38-9530-42A3A2FAC09F}">
      <dsp:nvSpPr>
        <dsp:cNvPr id="0" name=""/>
        <dsp:cNvSpPr/>
      </dsp:nvSpPr>
      <dsp:spPr>
        <a:xfrm>
          <a:off x="0" y="1061973"/>
          <a:ext cx="8356855" cy="848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2F87E8-F3C5-4D40-83D8-BCB2219AF24D}">
      <dsp:nvSpPr>
        <dsp:cNvPr id="0" name=""/>
        <dsp:cNvSpPr/>
      </dsp:nvSpPr>
      <dsp:spPr>
        <a:xfrm>
          <a:off x="256592" y="1252827"/>
          <a:ext cx="466532" cy="466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69C13-6386-498F-A261-A29723BE15CB}">
      <dsp:nvSpPr>
        <dsp:cNvPr id="0" name=""/>
        <dsp:cNvSpPr/>
      </dsp:nvSpPr>
      <dsp:spPr>
        <a:xfrm>
          <a:off x="979717" y="1061973"/>
          <a:ext cx="7377137" cy="848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72" tIns="89772" rIns="89772" bIns="89772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Our EDA involves data cleaning, outlier removal, and normality checks, using robust statistical methods like T-tests, Chi-square tests, and ANOVA to address SMART questions effectively.</a:t>
          </a:r>
        </a:p>
      </dsp:txBody>
      <dsp:txXfrm>
        <a:off x="979717" y="1061973"/>
        <a:ext cx="7377137" cy="848240"/>
      </dsp:txXfrm>
    </dsp:sp>
    <dsp:sp modelId="{2A641AD0-CCB8-433E-B9D0-5EA08BE521DC}">
      <dsp:nvSpPr>
        <dsp:cNvPr id="0" name=""/>
        <dsp:cNvSpPr/>
      </dsp:nvSpPr>
      <dsp:spPr>
        <a:xfrm>
          <a:off x="0" y="2122274"/>
          <a:ext cx="8356855" cy="848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0B611-D930-4ADB-8B09-473FAC0ABAAF}">
      <dsp:nvSpPr>
        <dsp:cNvPr id="0" name=""/>
        <dsp:cNvSpPr/>
      </dsp:nvSpPr>
      <dsp:spPr>
        <a:xfrm>
          <a:off x="256592" y="2313128"/>
          <a:ext cx="466532" cy="4665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D33F4-DFF3-48FB-BF89-A6EF862AA172}">
      <dsp:nvSpPr>
        <dsp:cNvPr id="0" name=""/>
        <dsp:cNvSpPr/>
      </dsp:nvSpPr>
      <dsp:spPr>
        <a:xfrm>
          <a:off x="979717" y="2122274"/>
          <a:ext cx="7377137" cy="848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72" tIns="89772" rIns="89772" bIns="89772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dataset was sourced from the U.S. Centers for Disease Control and Prevention (CDC)'s Behavioral Risk Factor Surveillance System (BRFSS) 2024 annual data, publicly available at the provided link</a:t>
          </a:r>
          <a:r>
            <a:rPr lang="en-US" sz="1400" kern="1200">
              <a:latin typeface="Avenir Next LT Pro"/>
            </a:rPr>
            <a:t>:</a:t>
          </a:r>
          <a:r>
            <a:rPr lang="en-US" sz="1400" kern="1200"/>
            <a:t> </a:t>
          </a:r>
          <a:r>
            <a:rPr lang="en-US" sz="1400" kern="1200">
              <a:hlinkClick xmlns:r="http://schemas.openxmlformats.org/officeDocument/2006/relationships" r:id="rId7"/>
            </a:rPr>
            <a:t>Behavioral Risk Factor Survelliance System</a:t>
          </a:r>
          <a:endParaRPr lang="en-US" sz="1400" kern="1200"/>
        </a:p>
      </dsp:txBody>
      <dsp:txXfrm>
        <a:off x="979717" y="2122274"/>
        <a:ext cx="7377137" cy="848240"/>
      </dsp:txXfrm>
    </dsp:sp>
    <dsp:sp modelId="{C7FC2A9F-4BA8-421C-B72A-1A961C7362F7}">
      <dsp:nvSpPr>
        <dsp:cNvPr id="0" name=""/>
        <dsp:cNvSpPr/>
      </dsp:nvSpPr>
      <dsp:spPr>
        <a:xfrm>
          <a:off x="0" y="3182574"/>
          <a:ext cx="8356855" cy="848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B3C6EC-C417-4DE0-8F54-7F8B750E1223}">
      <dsp:nvSpPr>
        <dsp:cNvPr id="0" name=""/>
        <dsp:cNvSpPr/>
      </dsp:nvSpPr>
      <dsp:spPr>
        <a:xfrm>
          <a:off x="256592" y="3373428"/>
          <a:ext cx="466532" cy="466532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599309-80EE-4BD1-B0FC-5F31B1F37A73}">
      <dsp:nvSpPr>
        <dsp:cNvPr id="0" name=""/>
        <dsp:cNvSpPr/>
      </dsp:nvSpPr>
      <dsp:spPr>
        <a:xfrm>
          <a:off x="979717" y="3182574"/>
          <a:ext cx="7377137" cy="848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72" tIns="89772" rIns="89772" bIns="89772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goal is to provide evidence-based insights to guide 2025 public health strategies for mitigating CHD risk factors, supporting medical organizations in enhancing treatments and advancing drug development research.</a:t>
          </a:r>
        </a:p>
      </dsp:txBody>
      <dsp:txXfrm>
        <a:off x="979717" y="3182574"/>
        <a:ext cx="7377137" cy="8482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90DAF6-F26C-4560-9499-B1E7D8F1C384}">
      <dsp:nvSpPr>
        <dsp:cNvPr id="0" name=""/>
        <dsp:cNvSpPr/>
      </dsp:nvSpPr>
      <dsp:spPr>
        <a:xfrm>
          <a:off x="5479" y="76829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RAW DATA IMPORT FROM US CDC WEBSITE</a:t>
          </a:r>
        </a:p>
      </dsp:txBody>
      <dsp:txXfrm>
        <a:off x="34260" y="105610"/>
        <a:ext cx="1580223" cy="925109"/>
      </dsp:txXfrm>
    </dsp:sp>
    <dsp:sp modelId="{39F5E749-A91C-4024-93A2-7864BD6435B0}">
      <dsp:nvSpPr>
        <dsp:cNvPr id="0" name=""/>
        <dsp:cNvSpPr/>
      </dsp:nvSpPr>
      <dsp:spPr>
        <a:xfrm>
          <a:off x="1787390" y="365079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787390" y="446313"/>
        <a:ext cx="243047" cy="243702"/>
      </dsp:txXfrm>
    </dsp:sp>
    <dsp:sp modelId="{E3227B89-A20D-48C7-9AB1-78CF35460B41}">
      <dsp:nvSpPr>
        <dsp:cNvPr id="0" name=""/>
        <dsp:cNvSpPr/>
      </dsp:nvSpPr>
      <dsp:spPr>
        <a:xfrm>
          <a:off x="2298379" y="76829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TRANSFORM DATA INTO READABLE CSV FORMAT</a:t>
          </a:r>
          <a:endParaRPr lang="en-US" sz="1200" b="1" kern="1200"/>
        </a:p>
      </dsp:txBody>
      <dsp:txXfrm>
        <a:off x="2327160" y="105610"/>
        <a:ext cx="1580223" cy="925109"/>
      </dsp:txXfrm>
    </dsp:sp>
    <dsp:sp modelId="{E516F1FC-CCB8-4625-941B-FB749F99296D}">
      <dsp:nvSpPr>
        <dsp:cNvPr id="0" name=""/>
        <dsp:cNvSpPr/>
      </dsp:nvSpPr>
      <dsp:spPr>
        <a:xfrm>
          <a:off x="4080289" y="365079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080289" y="446313"/>
        <a:ext cx="243047" cy="243702"/>
      </dsp:txXfrm>
    </dsp:sp>
    <dsp:sp modelId="{45B5298D-AA0E-4BA6-A26C-8D0F3BA8997A}">
      <dsp:nvSpPr>
        <dsp:cNvPr id="0" name=""/>
        <dsp:cNvSpPr/>
      </dsp:nvSpPr>
      <dsp:spPr>
        <a:xfrm>
          <a:off x="4591278" y="76829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CLEAN &amp; FILTER DATA FOR EDA</a:t>
          </a:r>
          <a:endParaRPr lang="en-US" sz="1200" b="1" kern="1200"/>
        </a:p>
      </dsp:txBody>
      <dsp:txXfrm>
        <a:off x="4620059" y="105610"/>
        <a:ext cx="1580223" cy="925109"/>
      </dsp:txXfrm>
    </dsp:sp>
    <dsp:sp modelId="{B3222FBD-C714-4187-AD1C-A8C2188F6833}">
      <dsp:nvSpPr>
        <dsp:cNvPr id="0" name=""/>
        <dsp:cNvSpPr/>
      </dsp:nvSpPr>
      <dsp:spPr>
        <a:xfrm rot="5400000">
          <a:off x="5236566" y="1174145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5288321" y="1203625"/>
        <a:ext cx="243702" cy="243047"/>
      </dsp:txXfrm>
    </dsp:sp>
    <dsp:sp modelId="{1C553BEC-461F-4684-A9B8-946413992077}">
      <dsp:nvSpPr>
        <dsp:cNvPr id="0" name=""/>
        <dsp:cNvSpPr/>
      </dsp:nvSpPr>
      <dsp:spPr>
        <a:xfrm>
          <a:off x="4591278" y="1714614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CHECK DATA INTEGRITY &amp; NORMALITY DISTRIBUTION</a:t>
          </a:r>
          <a:endParaRPr lang="en-US" sz="1200" b="1" kern="1200"/>
        </a:p>
      </dsp:txBody>
      <dsp:txXfrm>
        <a:off x="4620059" y="1743395"/>
        <a:ext cx="1580223" cy="925109"/>
      </dsp:txXfrm>
    </dsp:sp>
    <dsp:sp modelId="{B2909D40-D087-40F2-891A-6205000782D5}">
      <dsp:nvSpPr>
        <dsp:cNvPr id="0" name=""/>
        <dsp:cNvSpPr/>
      </dsp:nvSpPr>
      <dsp:spPr>
        <a:xfrm rot="10800000">
          <a:off x="4099943" y="2002865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4204106" y="2084099"/>
        <a:ext cx="243047" cy="243702"/>
      </dsp:txXfrm>
    </dsp:sp>
    <dsp:sp modelId="{EC9D4286-A0E5-415B-867A-CCACABB7AA5A}">
      <dsp:nvSpPr>
        <dsp:cNvPr id="0" name=""/>
        <dsp:cNvSpPr/>
      </dsp:nvSpPr>
      <dsp:spPr>
        <a:xfrm>
          <a:off x="2298379" y="1714614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GRAPHICAL ANALYSIS (HISTROGRAMS, QQPLOT, GGPLOT, </a:t>
          </a:r>
          <a:r>
            <a:rPr lang="en-US" sz="1200" b="1" kern="1200" err="1">
              <a:latin typeface="Avenir Next LT Pro"/>
            </a:rPr>
            <a:t>Etc</a:t>
          </a:r>
          <a:r>
            <a:rPr lang="en-US" sz="1200" b="1" kern="1200">
              <a:latin typeface="Avenir Next LT Pro"/>
            </a:rPr>
            <a:t>)</a:t>
          </a:r>
          <a:endParaRPr lang="en-US" sz="1200" b="1" kern="1200"/>
        </a:p>
      </dsp:txBody>
      <dsp:txXfrm>
        <a:off x="2327160" y="1743395"/>
        <a:ext cx="1580223" cy="925109"/>
      </dsp:txXfrm>
    </dsp:sp>
    <dsp:sp modelId="{456AAC9A-BCB9-4C7C-987D-65B7151864C8}">
      <dsp:nvSpPr>
        <dsp:cNvPr id="0" name=""/>
        <dsp:cNvSpPr/>
      </dsp:nvSpPr>
      <dsp:spPr>
        <a:xfrm rot="10800000">
          <a:off x="1807043" y="2002865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1911206" y="2084099"/>
        <a:ext cx="243047" cy="243702"/>
      </dsp:txXfrm>
    </dsp:sp>
    <dsp:sp modelId="{A53B113D-AB20-4197-A94A-9D1D7A22ACDD}">
      <dsp:nvSpPr>
        <dsp:cNvPr id="0" name=""/>
        <dsp:cNvSpPr/>
      </dsp:nvSpPr>
      <dsp:spPr>
        <a:xfrm>
          <a:off x="5479" y="1714614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HYPOTHENISIS TESTING (T-TEST, Z-TEST, CHI-TEST, ANOVA)</a:t>
          </a:r>
          <a:endParaRPr lang="en-US" sz="1200" b="1" kern="1200"/>
        </a:p>
      </dsp:txBody>
      <dsp:txXfrm>
        <a:off x="34260" y="1743395"/>
        <a:ext cx="1580223" cy="925109"/>
      </dsp:txXfrm>
    </dsp:sp>
    <dsp:sp modelId="{3BF58CED-7A22-404C-B6E2-ABC124A3EC51}">
      <dsp:nvSpPr>
        <dsp:cNvPr id="0" name=""/>
        <dsp:cNvSpPr/>
      </dsp:nvSpPr>
      <dsp:spPr>
        <a:xfrm rot="5400000">
          <a:off x="650767" y="2811931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702522" y="2841411"/>
        <a:ext cx="243702" cy="243047"/>
      </dsp:txXfrm>
    </dsp:sp>
    <dsp:sp modelId="{0D90801E-C5E0-44E9-8BA3-D8345E51B55C}">
      <dsp:nvSpPr>
        <dsp:cNvPr id="0" name=""/>
        <dsp:cNvSpPr/>
      </dsp:nvSpPr>
      <dsp:spPr>
        <a:xfrm>
          <a:off x="5479" y="3352400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SUMMARIZE RESULTS AND CONCLUDE MEDICAL FACTORS PREDICTION </a:t>
          </a:r>
          <a:endParaRPr lang="en-US" sz="1200" b="1" kern="1200"/>
        </a:p>
      </dsp:txBody>
      <dsp:txXfrm>
        <a:off x="34260" y="3381181"/>
        <a:ext cx="1580223" cy="9251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55EAF-EB05-4254-ABFE-9E256048639B}">
      <dsp:nvSpPr>
        <dsp:cNvPr id="0" name=""/>
        <dsp:cNvSpPr/>
      </dsp:nvSpPr>
      <dsp:spPr>
        <a:xfrm>
          <a:off x="2403" y="3402476"/>
          <a:ext cx="2138833" cy="855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venir Next LT Pro"/>
            </a:rPr>
            <a:t>Download raw data file from CDC</a:t>
          </a:r>
          <a:r>
            <a:rPr lang="en-US" sz="900" kern="1200"/>
            <a:t> Portal (.</a:t>
          </a:r>
          <a:r>
            <a:rPr lang="en-US" sz="900" kern="1200" err="1"/>
            <a:t>xpt</a:t>
          </a:r>
          <a:r>
            <a:rPr lang="en-US" sz="900" kern="1200"/>
            <a:t> file) SASS</a:t>
          </a:r>
        </a:p>
      </dsp:txBody>
      <dsp:txXfrm>
        <a:off x="430170" y="3402476"/>
        <a:ext cx="1283300" cy="855533"/>
      </dsp:txXfrm>
    </dsp:sp>
    <dsp:sp modelId="{12493EBF-E2B3-45DF-81E2-F995F28E2FB4}">
      <dsp:nvSpPr>
        <dsp:cNvPr id="0" name=""/>
        <dsp:cNvSpPr/>
      </dsp:nvSpPr>
      <dsp:spPr>
        <a:xfrm>
          <a:off x="1927353" y="3402476"/>
          <a:ext cx="2138833" cy="855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venir Next LT Pro"/>
            </a:rPr>
            <a:t>Analyse Codebook</a:t>
          </a:r>
          <a:r>
            <a:rPr lang="en-US" sz="900" kern="1200"/>
            <a:t> </a:t>
          </a:r>
          <a:r>
            <a:rPr lang="en-US" sz="900" kern="1200">
              <a:latin typeface="Avenir Next LT Pro"/>
            </a:rPr>
            <a:t>Documentation </a:t>
          </a:r>
          <a:r>
            <a:rPr lang="en-US" sz="900" kern="1200"/>
            <a:t>(</a:t>
          </a:r>
          <a:r>
            <a:rPr lang="en-US" sz="900" kern="1200">
              <a:latin typeface="Avenir Next LT Pro"/>
            </a:rPr>
            <a:t>CDC</a:t>
          </a:r>
          <a:r>
            <a:rPr lang="en-US" sz="900" kern="1200"/>
            <a:t> website)</a:t>
          </a:r>
          <a:r>
            <a:rPr lang="en-US" sz="900" kern="1200">
              <a:latin typeface="Avenir Next LT Pro"/>
            </a:rPr>
            <a:t> for specific variables mapping definition </a:t>
          </a:r>
          <a:endParaRPr lang="en-US" sz="900" kern="1200"/>
        </a:p>
      </dsp:txBody>
      <dsp:txXfrm>
        <a:off x="2355120" y="3402476"/>
        <a:ext cx="1283300" cy="855533"/>
      </dsp:txXfrm>
    </dsp:sp>
    <dsp:sp modelId="{DF2C2A15-EC24-4E39-94AD-6EBAB6BF2033}">
      <dsp:nvSpPr>
        <dsp:cNvPr id="0" name=""/>
        <dsp:cNvSpPr/>
      </dsp:nvSpPr>
      <dsp:spPr>
        <a:xfrm>
          <a:off x="3852303" y="3402476"/>
          <a:ext cx="2138833" cy="855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venir Next LT Pro"/>
            </a:rPr>
            <a:t>Create a python script to read</a:t>
          </a:r>
          <a:r>
            <a:rPr lang="en-US" sz="900" kern="1200"/>
            <a:t> the sass file and generate the table data in .csv file</a:t>
          </a:r>
          <a:r>
            <a:rPr lang="en-US" sz="900" kern="1200">
              <a:latin typeface="Avenir Next LT Pro"/>
            </a:rPr>
            <a:t> format</a:t>
          </a:r>
          <a:endParaRPr lang="en-US" sz="900" kern="1200"/>
        </a:p>
      </dsp:txBody>
      <dsp:txXfrm>
        <a:off x="4280070" y="3402476"/>
        <a:ext cx="1283300" cy="855533"/>
      </dsp:txXfrm>
    </dsp:sp>
    <dsp:sp modelId="{1241CEDE-B51D-4E19-ADF9-198F0C704839}">
      <dsp:nvSpPr>
        <dsp:cNvPr id="0" name=""/>
        <dsp:cNvSpPr/>
      </dsp:nvSpPr>
      <dsp:spPr>
        <a:xfrm>
          <a:off x="5777253" y="3402476"/>
          <a:ext cx="2138833" cy="855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Data load in </a:t>
          </a:r>
          <a:r>
            <a:rPr lang="en-US" sz="900" kern="1200" err="1"/>
            <a:t>rmd</a:t>
          </a:r>
          <a:r>
            <a:rPr lang="en-US" sz="900" kern="1200"/>
            <a:t> file with just the required column variables data for our EDA Analysis</a:t>
          </a:r>
          <a:endParaRPr lang="en-US" sz="900" kern="1200">
            <a:latin typeface="Avenir Next LT Pro"/>
          </a:endParaRPr>
        </a:p>
      </dsp:txBody>
      <dsp:txXfrm>
        <a:off x="6205020" y="3402476"/>
        <a:ext cx="1283300" cy="855533"/>
      </dsp:txXfrm>
    </dsp:sp>
    <dsp:sp modelId="{6AB2921E-BA93-4F9F-BEFB-88CBF2811840}">
      <dsp:nvSpPr>
        <dsp:cNvPr id="0" name=""/>
        <dsp:cNvSpPr/>
      </dsp:nvSpPr>
      <dsp:spPr>
        <a:xfrm>
          <a:off x="7702203" y="3402476"/>
          <a:ext cx="2138833" cy="855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venir Next LT Pro"/>
            </a:rPr>
            <a:t>Clean the data set by checking for missing values and filter the data set for outlier treatment (Impossible/ Dirty data handling)</a:t>
          </a:r>
        </a:p>
      </dsp:txBody>
      <dsp:txXfrm>
        <a:off x="8129970" y="3402476"/>
        <a:ext cx="1283300" cy="8555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D739B-FC49-427C-91C4-822DBCC99712}">
      <dsp:nvSpPr>
        <dsp:cNvPr id="0" name=""/>
        <dsp:cNvSpPr/>
      </dsp:nvSpPr>
      <dsp:spPr>
        <a:xfrm rot="10800000">
          <a:off x="1488552" y="2758"/>
          <a:ext cx="5172318" cy="74300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764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u="none" kern="1200"/>
            <a:t>Is there a significant difference in BMI between people with and without coronary heart disease? (T-test)</a:t>
          </a:r>
          <a:r>
            <a:rPr lang="en-US" sz="1500" b="0" i="0" kern="1200"/>
            <a:t>​</a:t>
          </a:r>
          <a:endParaRPr lang="en-IN" sz="1500" kern="1200"/>
        </a:p>
      </dsp:txBody>
      <dsp:txXfrm rot="10800000">
        <a:off x="1674303" y="2758"/>
        <a:ext cx="4986567" cy="743004"/>
      </dsp:txXfrm>
    </dsp:sp>
    <dsp:sp modelId="{3D49A23A-FBF5-42CE-A156-F458995F8A08}">
      <dsp:nvSpPr>
        <dsp:cNvPr id="0" name=""/>
        <dsp:cNvSpPr/>
      </dsp:nvSpPr>
      <dsp:spPr>
        <a:xfrm>
          <a:off x="1117050" y="2758"/>
          <a:ext cx="743004" cy="74300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6D975B36-AF66-4FB8-908A-77645D6EF336}">
      <dsp:nvSpPr>
        <dsp:cNvPr id="0" name=""/>
        <dsp:cNvSpPr/>
      </dsp:nvSpPr>
      <dsp:spPr>
        <a:xfrm rot="10800000">
          <a:off x="1488552" y="967554"/>
          <a:ext cx="5172318" cy="74300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764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u="none" kern="1200"/>
            <a:t>Is smoking status associated with coronary heart disease? (Chi-squared test)</a:t>
          </a:r>
          <a:r>
            <a:rPr lang="en-US" sz="1500" b="0" i="0" kern="1200"/>
            <a:t>​</a:t>
          </a:r>
        </a:p>
      </dsp:txBody>
      <dsp:txXfrm rot="10800000">
        <a:off x="1674303" y="967554"/>
        <a:ext cx="4986567" cy="743004"/>
      </dsp:txXfrm>
    </dsp:sp>
    <dsp:sp modelId="{62111073-7017-40BB-943D-06CA4142E0DA}">
      <dsp:nvSpPr>
        <dsp:cNvPr id="0" name=""/>
        <dsp:cNvSpPr/>
      </dsp:nvSpPr>
      <dsp:spPr>
        <a:xfrm>
          <a:off x="1117050" y="967554"/>
          <a:ext cx="743004" cy="74300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CA0B102-4BBB-44A3-9B2C-4B7A57C83C82}">
      <dsp:nvSpPr>
        <dsp:cNvPr id="0" name=""/>
        <dsp:cNvSpPr/>
      </dsp:nvSpPr>
      <dsp:spPr>
        <a:xfrm rot="10800000">
          <a:off x="1488552" y="1932351"/>
          <a:ext cx="5172318" cy="74300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764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u="none" kern="1200"/>
            <a:t>Does BMI vary significantly across different general health status levels? (Anova)</a:t>
          </a:r>
          <a:r>
            <a:rPr lang="en-US" sz="1500" b="0" i="0" kern="1200"/>
            <a:t>​</a:t>
          </a:r>
        </a:p>
      </dsp:txBody>
      <dsp:txXfrm rot="10800000">
        <a:off x="1674303" y="1932351"/>
        <a:ext cx="4986567" cy="743004"/>
      </dsp:txXfrm>
    </dsp:sp>
    <dsp:sp modelId="{D4DDC5BC-B30A-4630-A3E0-14AD40159E4A}">
      <dsp:nvSpPr>
        <dsp:cNvPr id="0" name=""/>
        <dsp:cNvSpPr/>
      </dsp:nvSpPr>
      <dsp:spPr>
        <a:xfrm>
          <a:off x="1117050" y="1932351"/>
          <a:ext cx="743004" cy="743004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F245B60-1D94-443C-BCE6-A0B8E2A9A9FD}">
      <dsp:nvSpPr>
        <dsp:cNvPr id="0" name=""/>
        <dsp:cNvSpPr/>
      </dsp:nvSpPr>
      <dsp:spPr>
        <a:xfrm rot="10800000">
          <a:off x="1488552" y="2897147"/>
          <a:ext cx="5172318" cy="74300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764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u="none" kern="1200"/>
            <a:t>Does exercise participations vary significantly across different BMI categories, suggesting a role in weight management? (Chi-square test)</a:t>
          </a:r>
          <a:r>
            <a:rPr lang="en-US" sz="1500" b="0" i="0" kern="1200"/>
            <a:t>​</a:t>
          </a:r>
        </a:p>
      </dsp:txBody>
      <dsp:txXfrm rot="10800000">
        <a:off x="1674303" y="2897147"/>
        <a:ext cx="4986567" cy="743004"/>
      </dsp:txXfrm>
    </dsp:sp>
    <dsp:sp modelId="{FD6BADF8-2506-4367-9D14-E8E83387D4C8}">
      <dsp:nvSpPr>
        <dsp:cNvPr id="0" name=""/>
        <dsp:cNvSpPr/>
      </dsp:nvSpPr>
      <dsp:spPr>
        <a:xfrm>
          <a:off x="1117050" y="2897147"/>
          <a:ext cx="743004" cy="743004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4CB211B3-7BE3-4237-8C6F-98E310CA2D27}">
      <dsp:nvSpPr>
        <dsp:cNvPr id="0" name=""/>
        <dsp:cNvSpPr/>
      </dsp:nvSpPr>
      <dsp:spPr>
        <a:xfrm rot="10800000">
          <a:off x="1488552" y="3861944"/>
          <a:ext cx="5172318" cy="74300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764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u="none" kern="1200"/>
            <a:t>Is diabetes status associated with coronary heart disease? (Chi-square)</a:t>
          </a:r>
          <a:endParaRPr lang="en-US" sz="1500" b="0" i="0" kern="1200"/>
        </a:p>
      </dsp:txBody>
      <dsp:txXfrm rot="10800000">
        <a:off x="1674303" y="3861944"/>
        <a:ext cx="4986567" cy="743004"/>
      </dsp:txXfrm>
    </dsp:sp>
    <dsp:sp modelId="{A8DBE558-2296-4B60-8D51-FEBA341ECC14}">
      <dsp:nvSpPr>
        <dsp:cNvPr id="0" name=""/>
        <dsp:cNvSpPr/>
      </dsp:nvSpPr>
      <dsp:spPr>
        <a:xfrm>
          <a:off x="1117050" y="3861944"/>
          <a:ext cx="743004" cy="743004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98E21-73E7-44F4-7D35-91C0B993C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259E0-02C0-5DAD-2876-8B24AF409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59BC3-5E59-2CE6-7E0D-21355E656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1749D-06C9-AB0B-20F2-3F34F9F92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25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6C6E-6CAB-236E-2414-2F7B047AE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5DACB-CED7-21B8-0F57-8673763A9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B8E2C-8E17-64CD-1742-1417FAF89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EE9F3-0A99-4860-60C4-54AB6AD94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89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836A-20C4-4B57-70F9-5E227429D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21CF0-EA8B-B8B7-DFE0-150C3E129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C696C-2747-07C4-F6E1-4AA1C0A26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E4C87-FE0D-A269-6839-C868320A5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88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09B24-C44E-C4F5-4C60-9E248B6F1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36007-392B-F0A0-3463-97868013C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F6BD1-75DB-F67A-E421-9F855864F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E827B-F48B-023D-E45D-9884A82CEA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86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26381-DE9E-9EA7-790A-680EDD535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F34F1-D464-8E1A-E956-1FBACB75E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06FBF4-A3F1-D8B3-AD20-B8944C851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A0E6A-2AE8-7977-F529-62F27B5C3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0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95B27-055B-795D-C212-D18BE926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E65386-2C89-6BDD-34CA-AE29F4AD0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D91FA-E1EC-CC56-01E8-8AC8E5E37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0FC5D-9EAB-C217-F916-ACC8A1C1C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22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CDE09-FAD8-ED24-EE5E-518D02DF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68530-A1CB-0B79-FA0D-A485020AC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AB501-C788-4731-0BE8-0B18C2D8D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10F04-F780-9FD9-4349-BEF953AF3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98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/>
              <a:t>Click to add text </a:t>
            </a:r>
          </a:p>
          <a:p>
            <a:pPr marL="685800" lvl="1" indent="-228600"/>
            <a:r>
              <a:rPr lang="en-US"/>
              <a:t>Second level</a:t>
            </a:r>
          </a:p>
          <a:p>
            <a:pPr marL="1143000" lvl="2" indent="-228600"/>
            <a:r>
              <a:rPr lang="en-US"/>
              <a:t>Third level</a:t>
            </a:r>
          </a:p>
          <a:p>
            <a:pPr marL="1600200" lvl="3" indent="-228600"/>
            <a:r>
              <a:rPr lang="en-US"/>
              <a:t>Fourth level</a:t>
            </a:r>
          </a:p>
          <a:p>
            <a:pPr marL="2057400" lvl="4" indent="-228600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insert table</a:t>
            </a:r>
          </a:p>
          <a:p>
            <a:endParaRPr lang="en-US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thechoice.escp.eu/choose-to-lead/harnessing-ai-to-accelerate-digital-transformation/" TargetMode="External"/><Relationship Id="rId3" Type="http://schemas.openxmlformats.org/officeDocument/2006/relationships/hyperlink" Target="https://github.com/DhanushGWU1995/6101-mid-term-project" TargetMode="External"/><Relationship Id="rId7" Type="http://schemas.openxmlformats.org/officeDocument/2006/relationships/image" Target="../media/image5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cdc.gov/brfss/annual_data/annual_2024.html" TargetMode="External"/><Relationship Id="rId5" Type="http://schemas.openxmlformats.org/officeDocument/2006/relationships/hyperlink" Target="https://lthub.ubc.ca/guides/github-instructor-guide/" TargetMode="External"/><Relationship Id="rId4" Type="http://schemas.openxmlformats.org/officeDocument/2006/relationships/image" Target="../media/image5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3808" y="640246"/>
            <a:ext cx="6449786" cy="278550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>
                <a:ea typeface="+mj-lt"/>
                <a:cs typeface="+mj-lt"/>
              </a:rPr>
              <a:t>Unveiling risk factors for coronary heart disease diagnosis in 2025: a data-driven exploration</a:t>
            </a:r>
            <a:endParaRPr lang="en-US" sz="2800"/>
          </a:p>
        </p:txBody>
      </p: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F607FBCF-36F4-4947-4B2B-706A74666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5DDDA9-BFED-4601-F961-337819F87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31EAE-0FA9-D0BA-8D29-1914EEBC2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Agenda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EC3C797-6105-A9E1-009A-02E7D105DB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241F5-2873-91DC-1241-49E7C7FB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59" name="Content Placeholder 58">
            <a:extLst>
              <a:ext uri="{FF2B5EF4-FFF2-40B4-BE49-F238E27FC236}">
                <a16:creationId xmlns:a16="http://schemas.microsoft.com/office/drawing/2014/main" id="{E4A83512-7C13-818A-273B-5EF5180D045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252296"/>
            <a:ext cx="4578173" cy="376109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4000" b="1">
                <a:solidFill>
                  <a:schemeClr val="accent2"/>
                </a:solidFill>
              </a:rPr>
              <a:t>Confusion Matrix Mafia's</a:t>
            </a:r>
            <a:endParaRPr lang="en-US" sz="4000">
              <a:solidFill>
                <a:schemeClr val="accent2"/>
              </a:solidFill>
            </a:endParaRPr>
          </a:p>
          <a:p>
            <a:pPr marL="285750">
              <a:spcAft>
                <a:spcPts val="0"/>
              </a:spcAft>
              <a:buFont typeface="Calibri,Sans-Serif"/>
              <a:buChar char="-"/>
            </a:pPr>
            <a:r>
              <a:rPr lang="en-US" sz="2400">
                <a:solidFill>
                  <a:srgbClr val="000000"/>
                </a:solidFill>
              </a:rPr>
              <a:t>Dhanush</a:t>
            </a:r>
          </a:p>
          <a:p>
            <a:pPr marL="285750">
              <a:spcAft>
                <a:spcPts val="0"/>
              </a:spcAft>
              <a:buFont typeface="Calibri,Sans-Serif"/>
              <a:buChar char="-"/>
            </a:pPr>
            <a:r>
              <a:rPr lang="en-US" sz="2400">
                <a:solidFill>
                  <a:srgbClr val="000000"/>
                </a:solidFill>
              </a:rPr>
              <a:t>Ray</a:t>
            </a:r>
          </a:p>
          <a:p>
            <a:pPr marL="285750">
              <a:spcAft>
                <a:spcPts val="0"/>
              </a:spcAft>
              <a:buFont typeface="Calibri,Sans-Serif"/>
              <a:buChar char="-"/>
            </a:pPr>
            <a:r>
              <a:rPr lang="en-US" sz="2400">
                <a:solidFill>
                  <a:srgbClr val="000000"/>
                </a:solidFill>
              </a:rPr>
              <a:t>Nikhilesh</a:t>
            </a:r>
          </a:p>
          <a:p>
            <a:pPr marL="285750">
              <a:spcAft>
                <a:spcPts val="0"/>
              </a:spcAft>
              <a:buFont typeface="Calibri,Sans-Serif"/>
              <a:buChar char="-"/>
            </a:pPr>
            <a:r>
              <a:rPr lang="en-US" sz="2400">
                <a:solidFill>
                  <a:srgbClr val="000000"/>
                </a:solidFill>
              </a:rPr>
              <a:t>Aditya</a:t>
            </a:r>
            <a:endParaRPr lang="en-US"/>
          </a:p>
        </p:txBody>
      </p:sp>
      <p:graphicFrame>
        <p:nvGraphicFramePr>
          <p:cNvPr id="61" name="Subtitle 2">
            <a:extLst>
              <a:ext uri="{FF2B5EF4-FFF2-40B4-BE49-F238E27FC236}">
                <a16:creationId xmlns:a16="http://schemas.microsoft.com/office/drawing/2014/main" id="{2F59D6C1-603B-5E9B-5ED9-F7AC86B79B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4725498"/>
              </p:ext>
            </p:extLst>
          </p:nvPr>
        </p:nvGraphicFramePr>
        <p:xfrm>
          <a:off x="6274867" y="2250750"/>
          <a:ext cx="5750119" cy="37578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0808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AC2E21-6C9E-4953-B38C-70CD2ACD1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C7CBC-A8AB-2F9A-6201-453D5BE86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abstract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B0CA373-EA74-00EC-D773-19723F8360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3A98D-143E-7172-EF35-4E04FA8AF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6" name="Content Placeholder 4">
            <a:extLst>
              <a:ext uri="{FF2B5EF4-FFF2-40B4-BE49-F238E27FC236}">
                <a16:creationId xmlns:a16="http://schemas.microsoft.com/office/drawing/2014/main" id="{069DCB7A-1995-BAE2-CF74-252DD3355BF3}"/>
              </a:ext>
            </a:extLst>
          </p:cNvPr>
          <p:cNvGraphicFramePr>
            <a:graphicFrameLocks noGrp="1"/>
          </p:cNvGraphicFramePr>
          <p:nvPr>
            <p:ph sz="half" idx="15"/>
            <p:extLst>
              <p:ext uri="{D42A27DB-BD31-4B8C-83A1-F6EECF244321}">
                <p14:modId xmlns:p14="http://schemas.microsoft.com/office/powerpoint/2010/main" val="2541866152"/>
              </p:ext>
            </p:extLst>
          </p:nvPr>
        </p:nvGraphicFramePr>
        <p:xfrm>
          <a:off x="1552575" y="2085283"/>
          <a:ext cx="8356855" cy="4032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60741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1ED87B-70F1-85EC-39C1-904566590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D6FDB-394E-423B-F8F4-F3C6AD9B6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Project workflow process diagram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2A5BA85-4468-4AD2-19E9-89399FD09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89968-86AA-802B-C581-A3025705F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C7D2DBF-B674-3402-0AE7-BD2FFEB13059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087586"/>
            <a:ext cx="8648054" cy="426213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Char char="•"/>
            </a:pP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</a:rPr>
              <a:t> 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131DB3D-3648-4372-16F5-ADEBD99E23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27963"/>
              </p:ext>
            </p:extLst>
          </p:nvPr>
        </p:nvGraphicFramePr>
        <p:xfrm>
          <a:off x="3371272" y="2208261"/>
          <a:ext cx="6234544" cy="4411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36939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10674-2E58-84C1-43B2-E1910EEB2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43BD-ED25-4F9C-CAB5-CF1A07B8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Dataset overview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8F8AA25-1264-8253-35E7-01E1598B3B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C2231-6E85-7D8C-9FD8-56FBA3F4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823BC63C-728C-0564-C380-2B190EEFF1D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1810496"/>
            <a:ext cx="8648054" cy="45392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1400">
                <a:solidFill>
                  <a:schemeClr val="tx1"/>
                </a:solidFill>
              </a:rPr>
              <a:t>The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 2024 Behavioral Risk Factor Surveillance System (BRFSS) dataset from the U.S. Centers for Disease Control and Prevention (CDC) contains 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457,671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 observations of medical and behavioral data for U.S. adults across 330 variables. This exploratory data analysis (EDA) focuses on eight key variables: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BMI_Value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General_Health_Status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Coronary_Heart_Disease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, Sex, Exercise_Past_30_Days,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Diabetes_Status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Smoking_Status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, and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BMI_Category_Alt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. Using statistical methods, including T-tests, Chi-square tests, and ANOVA, we analyze these variables to address SMART questions, summarizing findings to deliver actionable insights for public health strategies.</a:t>
            </a:r>
            <a:endParaRPr lang="en-US">
              <a:solidFill>
                <a:schemeClr val="tx1"/>
              </a:solidFill>
            </a:endParaRP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Raw Data Transformation Process:</a:t>
            </a:r>
          </a:p>
          <a:p>
            <a:endParaRPr lang="en-US" sz="2400">
              <a:solidFill>
                <a:schemeClr val="tx1"/>
              </a:solidFill>
            </a:endParaRPr>
          </a:p>
          <a:p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sz="2600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</a:rPr>
              <a:t>   </a:t>
            </a: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</a:rPr>
              <a:t> 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3D756EE-A5CD-436D-4CAA-4FD570D2CB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2836489"/>
              </p:ext>
            </p:extLst>
          </p:nvPr>
        </p:nvGraphicFramePr>
        <p:xfrm>
          <a:off x="1888754" y="1283490"/>
          <a:ext cx="9843440" cy="7660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40870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F1FD6-074E-5288-221F-9437C2CA8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15C35-3DE1-AC88-F995-E04DDB10D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Smart questions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1C893BE-813A-FCDD-82D2-4221DE642F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C3FA9-1F4B-7AB2-ED10-CDCFCF8ED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13974F6D-92DF-45BD-F7C8-4C5012FE0C8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087586"/>
            <a:ext cx="8648054" cy="42621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   </a:t>
            </a: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</a:rPr>
              <a:t> 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428D125-496B-AD00-03EC-5ADD2AE3A291}"/>
              </a:ext>
            </a:extLst>
          </p:cNvPr>
          <p:cNvGraphicFramePr/>
          <p:nvPr/>
        </p:nvGraphicFramePr>
        <p:xfrm>
          <a:off x="2596883" y="1748643"/>
          <a:ext cx="7777922" cy="4607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67888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01022D-572A-7C1A-92DA-958C157F9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E789E-A008-420E-D319-E6AFF1E67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Source links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D66BE63-4C50-FF83-328D-A70C95790F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3A1D0-215C-7D1B-48FE-703D8BE2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9FB187C8-3C32-E6AD-C4C7-E849B1E8DFB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087586"/>
            <a:ext cx="8648054" cy="42621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Git Hub: </a:t>
            </a:r>
            <a:r>
              <a:rPr lang="en-US" sz="200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6101-mid-term-project   </a:t>
            </a:r>
            <a:r>
              <a:rPr lang="en-US" sz="2000">
                <a:solidFill>
                  <a:schemeClr val="tx1"/>
                </a:solidFill>
              </a:rPr>
              <a:t>   </a:t>
            </a: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</a:rPr>
              <a:t> 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685E81-1A7E-4140-FE48-33F540B61A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209202" y="3551339"/>
            <a:ext cx="2919743" cy="16190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191417-A3D5-A9B5-5C20-D893E721DA76}"/>
              </a:ext>
            </a:extLst>
          </p:cNvPr>
          <p:cNvSpPr txBox="1"/>
          <p:nvPr/>
        </p:nvSpPr>
        <p:spPr>
          <a:xfrm>
            <a:off x="6485227" y="2087586"/>
            <a:ext cx="5269147" cy="34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/>
              <a:t>Dataset Link: </a:t>
            </a:r>
            <a:r>
              <a:rPr lang="en-US" sz="2000">
                <a:hlinkClick r:id="rId6"/>
              </a:rPr>
              <a:t>Behavioral Risk Factor Survelliance System</a:t>
            </a:r>
            <a:endParaRPr lang="en-US" sz="2000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37F93F-70EA-F9E2-E1EE-74043A4E11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154757" y="3428601"/>
            <a:ext cx="3045526" cy="186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46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4099D7-CA7D-02F0-FA93-8909C6B10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29FD-A98A-8EDD-2C3F-25A915F23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summary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46C2D0D-14CF-8A6A-74C1-6443AD3DFA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986D9-E9FB-3273-F967-B87382E5A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EB0F95FE-4AEE-85AF-0890-E571FB43C799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087586"/>
            <a:ext cx="8648054" cy="4262130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 sz="2600" b="1" u="sng">
                <a:solidFill>
                  <a:schemeClr val="tx1"/>
                </a:solidFill>
                <a:ea typeface="+mn-lt"/>
                <a:cs typeface="+mn-lt"/>
              </a:rPr>
              <a:t>BMI and CHD:</a:t>
            </a:r>
            <a:r>
              <a:rPr lang="en-US" sz="2600">
                <a:solidFill>
                  <a:schemeClr val="tx1"/>
                </a:solidFill>
                <a:ea typeface="+mn-lt"/>
                <a:cs typeface="+mn-lt"/>
              </a:rPr>
              <a:t> There is a statistically significant difference in BMI between individuals with and without CHD, indicating that those with the condition tend to have a higher average BMI.</a:t>
            </a:r>
            <a:endParaRPr lang="en-US" sz="260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sz="26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 sz="2600" b="1" u="sng">
                <a:solidFill>
                  <a:schemeClr val="tx1"/>
                </a:solidFill>
                <a:ea typeface="+mn-lt"/>
                <a:cs typeface="+mn-lt"/>
              </a:rPr>
              <a:t>Smoking and CHD: </a:t>
            </a:r>
            <a:r>
              <a:rPr lang="en-US" sz="2600">
                <a:solidFill>
                  <a:schemeClr val="tx1"/>
                </a:solidFill>
                <a:ea typeface="+mn-lt"/>
                <a:cs typeface="+mn-lt"/>
              </a:rPr>
              <a:t>The analysis showed a very strong relationship between smoking status and CHD, with smokers being significantly more likely to have the disease.</a:t>
            </a:r>
            <a:endParaRPr lang="en-US" sz="260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sz="26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 sz="2600" b="1" u="sng">
                <a:solidFill>
                  <a:schemeClr val="tx1"/>
                </a:solidFill>
                <a:ea typeface="+mn-lt"/>
                <a:cs typeface="+mn-lt"/>
              </a:rPr>
              <a:t>General Health and BMI:</a:t>
            </a:r>
            <a:r>
              <a:rPr lang="en-US" sz="2600" u="sng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2600">
                <a:solidFill>
                  <a:schemeClr val="tx1"/>
                </a:solidFill>
                <a:ea typeface="+mn-lt"/>
                <a:cs typeface="+mn-lt"/>
              </a:rPr>
              <a:t>A significant variation was found in BMI across different self-reported health levels, suggesting a clear link between an individual's perceived health and their BMI.</a:t>
            </a:r>
            <a:endParaRPr lang="en-US" sz="260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sz="26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 sz="2600" b="1" u="sng">
                <a:solidFill>
                  <a:schemeClr val="tx1"/>
                </a:solidFill>
                <a:ea typeface="+mn-lt"/>
                <a:cs typeface="+mn-lt"/>
              </a:rPr>
              <a:t>Exercise and BMI:</a:t>
            </a:r>
            <a:r>
              <a:rPr lang="en-US" sz="2600" b="1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2600">
                <a:solidFill>
                  <a:schemeClr val="tx1"/>
                </a:solidFill>
                <a:ea typeface="+mn-lt"/>
                <a:cs typeface="+mn-lt"/>
              </a:rPr>
              <a:t>The study found a very strong relationship between exercise participation and BMI category, highlighting the crucial role of physical activity in weight management and maintaining a healthier BMI.</a:t>
            </a:r>
            <a:endParaRPr lang="en-US" sz="260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sz="26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 sz="2600" b="1" u="sng">
                <a:solidFill>
                  <a:schemeClr val="tx1"/>
                </a:solidFill>
                <a:ea typeface="+mn-lt"/>
                <a:cs typeface="+mn-lt"/>
              </a:rPr>
              <a:t>Diabetes and CHD</a:t>
            </a:r>
            <a:r>
              <a:rPr lang="en-US" sz="2600" u="sng">
                <a:solidFill>
                  <a:schemeClr val="tx1"/>
                </a:solidFill>
                <a:ea typeface="+mn-lt"/>
                <a:cs typeface="+mn-lt"/>
              </a:rPr>
              <a:t>:</a:t>
            </a:r>
            <a:r>
              <a:rPr lang="en-US" sz="2600">
                <a:solidFill>
                  <a:schemeClr val="tx1"/>
                </a:solidFill>
                <a:ea typeface="+mn-lt"/>
                <a:cs typeface="+mn-lt"/>
              </a:rPr>
              <a:t> A strong association was confirmed between diabetes status and coronary heart disease, suggesting that individuals with diabetes have a much higher likelihood of developing CHD compared to those without the condition.</a:t>
            </a:r>
            <a:endParaRPr lang="en-US" sz="2600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</a:rPr>
              <a:t>   </a:t>
            </a: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</a:rPr>
              <a:t> </a:t>
            </a:r>
          </a:p>
        </p:txBody>
      </p:sp>
    </p:spTree>
    <p:extLst>
      <p:ext uri="{BB962C8B-B14F-4D97-AF65-F5344CB8AC3E}">
        <p14:creationId xmlns:p14="http://schemas.microsoft.com/office/powerpoint/2010/main" val="212010694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9B7A9F-83D5-4264-91C0-B309A9EDBFB6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F1950151-0FE0-482F-ADBD-EE52BFC46C9C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AD375C2-2973-4C8B-9800-5B5271D300B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Custom</vt:lpstr>
      <vt:lpstr>Unveiling risk factors for coronary heart disease diagnosis in 2025: a data-driven exploration</vt:lpstr>
      <vt:lpstr>Agenda</vt:lpstr>
      <vt:lpstr>abstract</vt:lpstr>
      <vt:lpstr>Project workflow process diagram</vt:lpstr>
      <vt:lpstr>Dataset overview</vt:lpstr>
      <vt:lpstr>Smart questions</vt:lpstr>
      <vt:lpstr>Source links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2025-10-11T16:45:44Z</dcterms:created>
  <dcterms:modified xsi:type="dcterms:W3CDTF">2025-10-14T02:57:25Z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