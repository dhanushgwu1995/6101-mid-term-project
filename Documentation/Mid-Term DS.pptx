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0"/>
  </p:notesMasterIdLst>
  <p:handoutMasterIdLst>
    <p:handoutMasterId r:id="rId11"/>
  </p:handoutMasterIdLst>
  <p:sldIdLst>
    <p:sldId id="256" r:id="rId5"/>
    <p:sldId id="295" r:id="rId6"/>
    <p:sldId id="293" r:id="rId7"/>
    <p:sldId id="296" r:id="rId8"/>
    <p:sldId id="298"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92" userDrawn="1">
          <p15:clr>
            <a:srgbClr val="A4A3A4"/>
          </p15:clr>
        </p15:guide>
        <p15:guide id="2" pos="3144" userDrawn="1">
          <p15:clr>
            <a:srgbClr val="A4A3A4"/>
          </p15:clr>
        </p15:guide>
        <p15:guide id="3" orient="horz" pos="96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0E3"/>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C4D7AD-E056-9ABD-338B-D95A2B370A06}" v="227" dt="2025-10-11T21:47:28.815"/>
    <p1510:client id="{7BE00F38-01E9-FDA0-D9F8-C574C5314D64}" v="145" dt="2025-10-13T02:33:35.249"/>
    <p1510:client id="{C2A8FDF2-8472-A4D4-A203-6AD8F66B70D4}" v="307" dt="2025-10-11T22:59:30.835"/>
  </p1510:revLst>
</p1510:revInfo>
</file>

<file path=ppt/tableStyles.xml><?xml version="1.0" encoding="utf-8"?>
<a:tblStyleLst xmlns:a="http://schemas.openxmlformats.org/drawingml/2006/main" def="{C4B1156A-380E-4F78-BDF5-A606A8083BF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9" autoAdjust="0"/>
    <p:restoredTop sz="93204" autoAdjust="0"/>
  </p:normalViewPr>
  <p:slideViewPr>
    <p:cSldViewPr snapToGrid="0">
      <p:cViewPr>
        <p:scale>
          <a:sx n="100" d="100"/>
          <a:sy n="100" d="100"/>
        </p:scale>
        <p:origin x="-106" y="-562"/>
      </p:cViewPr>
      <p:guideLst>
        <p:guide orient="horz" pos="792"/>
        <p:guide pos="3144"/>
        <p:guide orient="horz" pos="960"/>
      </p:guideLst>
    </p:cSldViewPr>
  </p:slideViewPr>
  <p:outlineViewPr>
    <p:cViewPr>
      <p:scale>
        <a:sx n="33" d="100"/>
        <a:sy n="33" d="100"/>
      </p:scale>
      <p:origin x="0" y="-11942"/>
    </p:cViewPr>
  </p:outlin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58" d="100"/>
          <a:sy n="58" d="100"/>
        </p:scale>
        <p:origin x="3240" y="5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commentAuthors" Target="commentAuthors.xml"/><Relationship Id="rId17"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5" Type="http://schemas.openxmlformats.org/officeDocument/2006/relationships/image" Target="../media/image31.png"/><Relationship Id="rId10" Type="http://schemas.openxmlformats.org/officeDocument/2006/relationships/image" Target="../media/image36.svg"/><Relationship Id="rId4" Type="http://schemas.openxmlformats.org/officeDocument/2006/relationships/image" Target="../media/image30.svg"/><Relationship Id="rId9" Type="http://schemas.openxmlformats.org/officeDocument/2006/relationships/image" Target="../media/image35.png"/></Relationships>
</file>

<file path=ppt/diagrams/_rels/data2.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svg"/><Relationship Id="rId7" Type="http://schemas.openxmlformats.org/officeDocument/2006/relationships/image" Target="../media/image42.svg"/><Relationship Id="rId2" Type="http://schemas.openxmlformats.org/officeDocument/2006/relationships/image" Target="../media/image37.png"/><Relationship Id="rId1" Type="http://schemas.openxmlformats.org/officeDocument/2006/relationships/hyperlink" Target="https://www.cdc.gov/brfss/annual_data/annual_2024.html." TargetMode="External"/><Relationship Id="rId6" Type="http://schemas.openxmlformats.org/officeDocument/2006/relationships/image" Target="../media/image41.png"/><Relationship Id="rId5" Type="http://schemas.openxmlformats.org/officeDocument/2006/relationships/image" Target="../media/image40.svg"/><Relationship Id="rId4" Type="http://schemas.openxmlformats.org/officeDocument/2006/relationships/image" Target="../media/image39.png"/><Relationship Id="rId9" Type="http://schemas.openxmlformats.org/officeDocument/2006/relationships/image" Target="../media/image44.svg"/></Relationships>
</file>

<file path=ppt/diagrams/_rels/drawing1.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5" Type="http://schemas.openxmlformats.org/officeDocument/2006/relationships/image" Target="../media/image31.png"/><Relationship Id="rId10" Type="http://schemas.openxmlformats.org/officeDocument/2006/relationships/image" Target="../media/image36.svg"/><Relationship Id="rId4" Type="http://schemas.openxmlformats.org/officeDocument/2006/relationships/image" Target="../media/image30.svg"/><Relationship Id="rId9" Type="http://schemas.openxmlformats.org/officeDocument/2006/relationships/image" Target="../media/image35.png"/></Relationships>
</file>

<file path=ppt/diagrams/_rels/drawing2.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9.png"/><Relationship Id="rId7" Type="http://schemas.openxmlformats.org/officeDocument/2006/relationships/hyperlink" Target="https://www.cdc.gov/brfss/annual_data/annual_2024.html." TargetMode="External"/><Relationship Id="rId2" Type="http://schemas.openxmlformats.org/officeDocument/2006/relationships/image" Target="../media/image38.svg"/><Relationship Id="rId1" Type="http://schemas.openxmlformats.org/officeDocument/2006/relationships/image" Target="../media/image37.png"/><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 Id="rId9" Type="http://schemas.openxmlformats.org/officeDocument/2006/relationships/image" Target="../media/image44.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3F44777-C1C8-40C3-9BB1-1051BE44DA49}"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n-US"/>
        </a:p>
      </dgm:t>
    </dgm:pt>
    <dgm:pt modelId="{5EDDC125-FA53-44AA-B765-C14CB64FE0BC}">
      <dgm:prSet/>
      <dgm:spPr/>
      <dgm:t>
        <a:bodyPr/>
        <a:lstStyle/>
        <a:p>
          <a:pPr>
            <a:lnSpc>
              <a:spcPct val="100000"/>
            </a:lnSpc>
            <a:defRPr cap="all"/>
          </a:pPr>
          <a:r>
            <a:rPr lang="en-US" b="1" u="none" dirty="0">
              <a:solidFill>
                <a:schemeClr val="tx1"/>
              </a:solidFill>
            </a:rPr>
            <a:t>Introduction</a:t>
          </a:r>
        </a:p>
      </dgm:t>
    </dgm:pt>
    <dgm:pt modelId="{311585A7-86CE-4C66-8AC8-D4D02399A4E6}" type="parTrans" cxnId="{224A4F20-1584-4414-8F51-4F4E561C412C}">
      <dgm:prSet/>
      <dgm:spPr/>
      <dgm:t>
        <a:bodyPr/>
        <a:lstStyle/>
        <a:p>
          <a:endParaRPr lang="en-US"/>
        </a:p>
      </dgm:t>
    </dgm:pt>
    <dgm:pt modelId="{BF7F9B0B-9F1D-4716-9AE5-BF4A242B4843}" type="sibTrans" cxnId="{224A4F20-1584-4414-8F51-4F4E561C412C}">
      <dgm:prSet/>
      <dgm:spPr/>
      <dgm:t>
        <a:bodyPr/>
        <a:lstStyle/>
        <a:p>
          <a:endParaRPr lang="en-US"/>
        </a:p>
      </dgm:t>
    </dgm:pt>
    <dgm:pt modelId="{F3BDD5AB-8B97-4F41-99A3-0A9F04747F0B}">
      <dgm:prSet/>
      <dgm:spPr/>
      <dgm:t>
        <a:bodyPr/>
        <a:lstStyle/>
        <a:p>
          <a:pPr>
            <a:lnSpc>
              <a:spcPct val="100000"/>
            </a:lnSpc>
            <a:defRPr cap="all"/>
          </a:pPr>
          <a:r>
            <a:rPr lang="en-US" b="1" u="none" dirty="0">
              <a:solidFill>
                <a:schemeClr val="tx1"/>
              </a:solidFill>
            </a:rPr>
            <a:t>Summary</a:t>
          </a:r>
        </a:p>
      </dgm:t>
    </dgm:pt>
    <dgm:pt modelId="{F7B2D793-F85E-4C97-BDF4-6B79FE7A26D3}" type="parTrans" cxnId="{376356B2-A8F1-437F-8D30-C57252FAAFAD}">
      <dgm:prSet/>
      <dgm:spPr/>
      <dgm:t>
        <a:bodyPr/>
        <a:lstStyle/>
        <a:p>
          <a:endParaRPr lang="en-US"/>
        </a:p>
      </dgm:t>
    </dgm:pt>
    <dgm:pt modelId="{8124F44C-A7E2-44B6-8777-F14D551ED248}" type="sibTrans" cxnId="{376356B2-A8F1-437F-8D30-C57252FAAFAD}">
      <dgm:prSet/>
      <dgm:spPr/>
      <dgm:t>
        <a:bodyPr/>
        <a:lstStyle/>
        <a:p>
          <a:endParaRPr lang="en-US"/>
        </a:p>
      </dgm:t>
    </dgm:pt>
    <dgm:pt modelId="{5C8B8490-8C1B-47D8-AB4E-B1EEEB393DBA}">
      <dgm:prSet/>
      <dgm:spPr/>
      <dgm:t>
        <a:bodyPr/>
        <a:lstStyle/>
        <a:p>
          <a:pPr>
            <a:lnSpc>
              <a:spcPct val="100000"/>
            </a:lnSpc>
            <a:defRPr cap="all"/>
          </a:pPr>
          <a:r>
            <a:rPr lang="en-US" b="1" u="none" dirty="0">
              <a:solidFill>
                <a:schemeClr val="tx1"/>
              </a:solidFill>
            </a:rPr>
            <a:t>Proposal</a:t>
          </a:r>
        </a:p>
      </dgm:t>
    </dgm:pt>
    <dgm:pt modelId="{E4CD12E4-525F-4B34-8269-36A71D900625}" type="parTrans" cxnId="{F5952C5D-07A9-40BA-AA48-101E332CBE5B}">
      <dgm:prSet/>
      <dgm:spPr/>
      <dgm:t>
        <a:bodyPr/>
        <a:lstStyle/>
        <a:p>
          <a:endParaRPr lang="en-US"/>
        </a:p>
      </dgm:t>
    </dgm:pt>
    <dgm:pt modelId="{044C2F60-D7A7-4935-93CD-4C29CE85B617}" type="sibTrans" cxnId="{F5952C5D-07A9-40BA-AA48-101E332CBE5B}">
      <dgm:prSet/>
      <dgm:spPr/>
      <dgm:t>
        <a:bodyPr/>
        <a:lstStyle/>
        <a:p>
          <a:endParaRPr lang="en-US"/>
        </a:p>
      </dgm:t>
    </dgm:pt>
    <dgm:pt modelId="{B0181575-2AF5-4837-88D0-7A22FE8CF29D}">
      <dgm:prSet/>
      <dgm:spPr/>
      <dgm:t>
        <a:bodyPr/>
        <a:lstStyle/>
        <a:p>
          <a:pPr>
            <a:lnSpc>
              <a:spcPct val="100000"/>
            </a:lnSpc>
            <a:defRPr cap="all"/>
          </a:pPr>
          <a:r>
            <a:rPr lang="en-US" b="1" u="none" dirty="0">
              <a:solidFill>
                <a:schemeClr val="tx1"/>
              </a:solidFill>
            </a:rPr>
            <a:t>SMART QUESTION</a:t>
          </a:r>
        </a:p>
      </dgm:t>
    </dgm:pt>
    <dgm:pt modelId="{E68B6DCA-EA1F-4EA0-88BA-91FF12D8E989}" type="parTrans" cxnId="{7BAC2786-1529-491C-A8FA-379285FFF464}">
      <dgm:prSet/>
      <dgm:spPr/>
      <dgm:t>
        <a:bodyPr/>
        <a:lstStyle/>
        <a:p>
          <a:endParaRPr lang="en-US"/>
        </a:p>
      </dgm:t>
    </dgm:pt>
    <dgm:pt modelId="{F21F5807-3180-4EA2-A0B6-33966D24B2FA}" type="sibTrans" cxnId="{7BAC2786-1529-491C-A8FA-379285FFF464}">
      <dgm:prSet/>
      <dgm:spPr/>
      <dgm:t>
        <a:bodyPr/>
        <a:lstStyle/>
        <a:p>
          <a:endParaRPr lang="en-US"/>
        </a:p>
      </dgm:t>
    </dgm:pt>
    <dgm:pt modelId="{FC43DD59-FEEE-4CFE-9BEF-DC0D39DDFAEF}">
      <dgm:prSet/>
      <dgm:spPr/>
      <dgm:t>
        <a:bodyPr/>
        <a:lstStyle/>
        <a:p>
          <a:pPr>
            <a:lnSpc>
              <a:spcPct val="100000"/>
            </a:lnSpc>
            <a:defRPr cap="all"/>
          </a:pPr>
          <a:r>
            <a:rPr lang="en-US" b="1" u="none" dirty="0">
              <a:solidFill>
                <a:schemeClr val="tx1"/>
              </a:solidFill>
            </a:rPr>
            <a:t>Conclusion</a:t>
          </a:r>
        </a:p>
      </dgm:t>
    </dgm:pt>
    <dgm:pt modelId="{162255FB-B871-45E7-944E-74F546F68C60}" type="parTrans" cxnId="{04D25587-0479-4B11-A124-E161ACBBB034}">
      <dgm:prSet/>
      <dgm:spPr/>
      <dgm:t>
        <a:bodyPr/>
        <a:lstStyle/>
        <a:p>
          <a:endParaRPr lang="en-US"/>
        </a:p>
      </dgm:t>
    </dgm:pt>
    <dgm:pt modelId="{E6987B89-3BB9-47B9-907C-90FC83EB806B}" type="sibTrans" cxnId="{04D25587-0479-4B11-A124-E161ACBBB034}">
      <dgm:prSet/>
      <dgm:spPr/>
      <dgm:t>
        <a:bodyPr/>
        <a:lstStyle/>
        <a:p>
          <a:endParaRPr lang="en-US"/>
        </a:p>
      </dgm:t>
    </dgm:pt>
    <dgm:pt modelId="{4A2CB8A1-5B18-4AC0-93AF-F77513019641}" type="pres">
      <dgm:prSet presAssocID="{C3F44777-C1C8-40C3-9BB1-1051BE44DA49}" presName="root" presStyleCnt="0">
        <dgm:presLayoutVars>
          <dgm:dir/>
          <dgm:resizeHandles val="exact"/>
        </dgm:presLayoutVars>
      </dgm:prSet>
      <dgm:spPr/>
    </dgm:pt>
    <dgm:pt modelId="{08AB6D1A-4A98-4CDC-BAB9-07E89AAA1AD8}" type="pres">
      <dgm:prSet presAssocID="{5EDDC125-FA53-44AA-B765-C14CB64FE0BC}" presName="compNode" presStyleCnt="0"/>
      <dgm:spPr/>
    </dgm:pt>
    <dgm:pt modelId="{31D6A78C-DBE1-4203-8EE5-9CA4AE436FC2}" type="pres">
      <dgm:prSet presAssocID="{5EDDC125-FA53-44AA-B765-C14CB64FE0BC}" presName="iconBgRect" presStyleLbl="bgShp" presStyleIdx="0" presStyleCnt="5"/>
      <dgm:spPr/>
    </dgm:pt>
    <dgm:pt modelId="{98A25054-D274-4684-8068-7ECBC9141ED3}" type="pres">
      <dgm:prSet presAssocID="{5EDDC125-FA53-44AA-B765-C14CB64FE0BC}"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ument"/>
        </a:ext>
      </dgm:extLst>
    </dgm:pt>
    <dgm:pt modelId="{8C8239BA-6718-464B-9875-B323FC2F9EED}" type="pres">
      <dgm:prSet presAssocID="{5EDDC125-FA53-44AA-B765-C14CB64FE0BC}" presName="spaceRect" presStyleCnt="0"/>
      <dgm:spPr/>
    </dgm:pt>
    <dgm:pt modelId="{05F04FA3-1618-4611-90A7-0CD03C3D5134}" type="pres">
      <dgm:prSet presAssocID="{5EDDC125-FA53-44AA-B765-C14CB64FE0BC}" presName="textRect" presStyleLbl="revTx" presStyleIdx="0" presStyleCnt="5">
        <dgm:presLayoutVars>
          <dgm:chMax val="1"/>
          <dgm:chPref val="1"/>
        </dgm:presLayoutVars>
      </dgm:prSet>
      <dgm:spPr/>
    </dgm:pt>
    <dgm:pt modelId="{BEDA18BE-0888-4681-899E-C911C7877971}" type="pres">
      <dgm:prSet presAssocID="{BF7F9B0B-9F1D-4716-9AE5-BF4A242B4843}" presName="sibTrans" presStyleCnt="0"/>
      <dgm:spPr/>
    </dgm:pt>
    <dgm:pt modelId="{7FFD087F-BCCB-47B4-9D7F-332073B334BA}" type="pres">
      <dgm:prSet presAssocID="{F3BDD5AB-8B97-4F41-99A3-0A9F04747F0B}" presName="compNode" presStyleCnt="0"/>
      <dgm:spPr/>
    </dgm:pt>
    <dgm:pt modelId="{BAA2AC98-07B4-4482-AC2D-B8D4B9B492CE}" type="pres">
      <dgm:prSet presAssocID="{F3BDD5AB-8B97-4F41-99A3-0A9F04747F0B}" presName="iconBgRect" presStyleLbl="bgShp" presStyleIdx="1" presStyleCnt="5"/>
      <dgm:spPr/>
    </dgm:pt>
    <dgm:pt modelId="{76BE55BE-256F-4262-8CB6-72E54C3D4C18}" type="pres">
      <dgm:prSet presAssocID="{F3BDD5AB-8B97-4F41-99A3-0A9F04747F0B}"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DC9CEC8D-4B40-4980-93D5-E4869C92FBF5}" type="pres">
      <dgm:prSet presAssocID="{F3BDD5AB-8B97-4F41-99A3-0A9F04747F0B}" presName="spaceRect" presStyleCnt="0"/>
      <dgm:spPr/>
    </dgm:pt>
    <dgm:pt modelId="{E1636535-90BC-40F3-A0B6-BCC8BC1EB09B}" type="pres">
      <dgm:prSet presAssocID="{F3BDD5AB-8B97-4F41-99A3-0A9F04747F0B}" presName="textRect" presStyleLbl="revTx" presStyleIdx="1" presStyleCnt="5">
        <dgm:presLayoutVars>
          <dgm:chMax val="1"/>
          <dgm:chPref val="1"/>
        </dgm:presLayoutVars>
      </dgm:prSet>
      <dgm:spPr/>
    </dgm:pt>
    <dgm:pt modelId="{4D391806-D87B-4F45-9EE3-CFAEF8F8ED92}" type="pres">
      <dgm:prSet presAssocID="{8124F44C-A7E2-44B6-8777-F14D551ED248}" presName="sibTrans" presStyleCnt="0"/>
      <dgm:spPr/>
    </dgm:pt>
    <dgm:pt modelId="{C41DB346-01C3-4795-A2D2-563810B7384C}" type="pres">
      <dgm:prSet presAssocID="{5C8B8490-8C1B-47D8-AB4E-B1EEEB393DBA}" presName="compNode" presStyleCnt="0"/>
      <dgm:spPr/>
    </dgm:pt>
    <dgm:pt modelId="{55044F2C-83D4-479B-9557-B7435CF352B2}" type="pres">
      <dgm:prSet presAssocID="{5C8B8490-8C1B-47D8-AB4E-B1EEEB393DBA}" presName="iconBgRect" presStyleLbl="bgShp" presStyleIdx="2" presStyleCnt="5"/>
      <dgm:spPr/>
    </dgm:pt>
    <dgm:pt modelId="{C6DA3EEB-2959-44FE-AD24-0032A2D9D9D0}" type="pres">
      <dgm:prSet presAssocID="{5C8B8490-8C1B-47D8-AB4E-B1EEEB393DBA}"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Questions"/>
        </a:ext>
      </dgm:extLst>
    </dgm:pt>
    <dgm:pt modelId="{F7487AB8-4D48-44EB-8D48-8F374B786016}" type="pres">
      <dgm:prSet presAssocID="{5C8B8490-8C1B-47D8-AB4E-B1EEEB393DBA}" presName="spaceRect" presStyleCnt="0"/>
      <dgm:spPr/>
    </dgm:pt>
    <dgm:pt modelId="{DCED6147-35CE-449D-A814-9D95814B85CB}" type="pres">
      <dgm:prSet presAssocID="{5C8B8490-8C1B-47D8-AB4E-B1EEEB393DBA}" presName="textRect" presStyleLbl="revTx" presStyleIdx="2" presStyleCnt="5">
        <dgm:presLayoutVars>
          <dgm:chMax val="1"/>
          <dgm:chPref val="1"/>
        </dgm:presLayoutVars>
      </dgm:prSet>
      <dgm:spPr/>
    </dgm:pt>
    <dgm:pt modelId="{33B0038D-302D-4808-9743-A504B36AE357}" type="pres">
      <dgm:prSet presAssocID="{044C2F60-D7A7-4935-93CD-4C29CE85B617}" presName="sibTrans" presStyleCnt="0"/>
      <dgm:spPr/>
    </dgm:pt>
    <dgm:pt modelId="{B48697A5-648A-40EC-93C5-A3D113F7AA9F}" type="pres">
      <dgm:prSet presAssocID="{B0181575-2AF5-4837-88D0-7A22FE8CF29D}" presName="compNode" presStyleCnt="0"/>
      <dgm:spPr/>
    </dgm:pt>
    <dgm:pt modelId="{909C6195-8C56-4A12-A143-A62E77D56B70}" type="pres">
      <dgm:prSet presAssocID="{B0181575-2AF5-4837-88D0-7A22FE8CF29D}" presName="iconBgRect" presStyleLbl="bgShp" presStyleIdx="3" presStyleCnt="5"/>
      <dgm:spPr/>
    </dgm:pt>
    <dgm:pt modelId="{4942AA94-8234-4AFC-B2E7-A8231EBC5D61}" type="pres">
      <dgm:prSet presAssocID="{B0181575-2AF5-4837-88D0-7A22FE8CF29D}"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elp"/>
        </a:ext>
      </dgm:extLst>
    </dgm:pt>
    <dgm:pt modelId="{AFC66CF1-9CB7-4547-8290-B3FF1DFEC89D}" type="pres">
      <dgm:prSet presAssocID="{B0181575-2AF5-4837-88D0-7A22FE8CF29D}" presName="spaceRect" presStyleCnt="0"/>
      <dgm:spPr/>
    </dgm:pt>
    <dgm:pt modelId="{51C79D51-A329-4CEB-8FDB-A921E8D3AE65}" type="pres">
      <dgm:prSet presAssocID="{B0181575-2AF5-4837-88D0-7A22FE8CF29D}" presName="textRect" presStyleLbl="revTx" presStyleIdx="3" presStyleCnt="5">
        <dgm:presLayoutVars>
          <dgm:chMax val="1"/>
          <dgm:chPref val="1"/>
        </dgm:presLayoutVars>
      </dgm:prSet>
      <dgm:spPr/>
    </dgm:pt>
    <dgm:pt modelId="{DDCA3766-1D3F-47C8-82C9-BAD0EE53E9A3}" type="pres">
      <dgm:prSet presAssocID="{F21F5807-3180-4EA2-A0B6-33966D24B2FA}" presName="sibTrans" presStyleCnt="0"/>
      <dgm:spPr/>
    </dgm:pt>
    <dgm:pt modelId="{12853C35-039D-44EE-8453-6BF67B4A1297}" type="pres">
      <dgm:prSet presAssocID="{FC43DD59-FEEE-4CFE-9BEF-DC0D39DDFAEF}" presName="compNode" presStyleCnt="0"/>
      <dgm:spPr/>
    </dgm:pt>
    <dgm:pt modelId="{DA725F30-B103-4B49-9019-8ACC54FE079A}" type="pres">
      <dgm:prSet presAssocID="{FC43DD59-FEEE-4CFE-9BEF-DC0D39DDFAEF}" presName="iconBgRect" presStyleLbl="bgShp" presStyleIdx="4" presStyleCnt="5"/>
      <dgm:spPr/>
    </dgm:pt>
    <dgm:pt modelId="{AE15732E-3F6B-4EE5-A251-0DDA3BC7B294}" type="pres">
      <dgm:prSet presAssocID="{FC43DD59-FEEE-4CFE-9BEF-DC0D39DDFAEF}"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Gavel"/>
        </a:ext>
      </dgm:extLst>
    </dgm:pt>
    <dgm:pt modelId="{ECB20E0C-63AF-4E48-AD5D-7FC2FBD604DC}" type="pres">
      <dgm:prSet presAssocID="{FC43DD59-FEEE-4CFE-9BEF-DC0D39DDFAEF}" presName="spaceRect" presStyleCnt="0"/>
      <dgm:spPr/>
    </dgm:pt>
    <dgm:pt modelId="{A6998A72-4481-4B3E-AFA5-CB7E79284DA0}" type="pres">
      <dgm:prSet presAssocID="{FC43DD59-FEEE-4CFE-9BEF-DC0D39DDFAEF}" presName="textRect" presStyleLbl="revTx" presStyleIdx="4" presStyleCnt="5">
        <dgm:presLayoutVars>
          <dgm:chMax val="1"/>
          <dgm:chPref val="1"/>
        </dgm:presLayoutVars>
      </dgm:prSet>
      <dgm:spPr/>
    </dgm:pt>
  </dgm:ptLst>
  <dgm:cxnLst>
    <dgm:cxn modelId="{05056806-B0F5-49DB-A4FF-0598D7094E98}" type="presOf" srcId="{C3F44777-C1C8-40C3-9BB1-1051BE44DA49}" destId="{4A2CB8A1-5B18-4AC0-93AF-F77513019641}" srcOrd="0" destOrd="0" presId="urn:microsoft.com/office/officeart/2018/5/layout/IconCircleLabelList"/>
    <dgm:cxn modelId="{224A4F20-1584-4414-8F51-4F4E561C412C}" srcId="{C3F44777-C1C8-40C3-9BB1-1051BE44DA49}" destId="{5EDDC125-FA53-44AA-B765-C14CB64FE0BC}" srcOrd="0" destOrd="0" parTransId="{311585A7-86CE-4C66-8AC8-D4D02399A4E6}" sibTransId="{BF7F9B0B-9F1D-4716-9AE5-BF4A242B4843}"/>
    <dgm:cxn modelId="{CFB60C36-06D8-47FB-AAA2-BE8701AC8BE4}" type="presOf" srcId="{F3BDD5AB-8B97-4F41-99A3-0A9F04747F0B}" destId="{E1636535-90BC-40F3-A0B6-BCC8BC1EB09B}" srcOrd="0" destOrd="0" presId="urn:microsoft.com/office/officeart/2018/5/layout/IconCircleLabelList"/>
    <dgm:cxn modelId="{F5952C5D-07A9-40BA-AA48-101E332CBE5B}" srcId="{C3F44777-C1C8-40C3-9BB1-1051BE44DA49}" destId="{5C8B8490-8C1B-47D8-AB4E-B1EEEB393DBA}" srcOrd="2" destOrd="0" parTransId="{E4CD12E4-525F-4B34-8269-36A71D900625}" sibTransId="{044C2F60-D7A7-4935-93CD-4C29CE85B617}"/>
    <dgm:cxn modelId="{A0D98449-208C-47EC-9544-0B9B77773FAF}" type="presOf" srcId="{5C8B8490-8C1B-47D8-AB4E-B1EEEB393DBA}" destId="{DCED6147-35CE-449D-A814-9D95814B85CB}" srcOrd="0" destOrd="0" presId="urn:microsoft.com/office/officeart/2018/5/layout/IconCircleLabelList"/>
    <dgm:cxn modelId="{F9B01B72-0D4F-4181-976B-D6CFFE652258}" type="presOf" srcId="{FC43DD59-FEEE-4CFE-9BEF-DC0D39DDFAEF}" destId="{A6998A72-4481-4B3E-AFA5-CB7E79284DA0}" srcOrd="0" destOrd="0" presId="urn:microsoft.com/office/officeart/2018/5/layout/IconCircleLabelList"/>
    <dgm:cxn modelId="{8DB85F72-E151-4302-8EDB-FBB5A635C36E}" type="presOf" srcId="{5EDDC125-FA53-44AA-B765-C14CB64FE0BC}" destId="{05F04FA3-1618-4611-90A7-0CD03C3D5134}" srcOrd="0" destOrd="0" presId="urn:microsoft.com/office/officeart/2018/5/layout/IconCircleLabelList"/>
    <dgm:cxn modelId="{20E8B553-165B-4DAA-BA0E-A4EC8C30E716}" type="presOf" srcId="{B0181575-2AF5-4837-88D0-7A22FE8CF29D}" destId="{51C79D51-A329-4CEB-8FDB-A921E8D3AE65}" srcOrd="0" destOrd="0" presId="urn:microsoft.com/office/officeart/2018/5/layout/IconCircleLabelList"/>
    <dgm:cxn modelId="{7BAC2786-1529-491C-A8FA-379285FFF464}" srcId="{C3F44777-C1C8-40C3-9BB1-1051BE44DA49}" destId="{B0181575-2AF5-4837-88D0-7A22FE8CF29D}" srcOrd="3" destOrd="0" parTransId="{E68B6DCA-EA1F-4EA0-88BA-91FF12D8E989}" sibTransId="{F21F5807-3180-4EA2-A0B6-33966D24B2FA}"/>
    <dgm:cxn modelId="{04D25587-0479-4B11-A124-E161ACBBB034}" srcId="{C3F44777-C1C8-40C3-9BB1-1051BE44DA49}" destId="{FC43DD59-FEEE-4CFE-9BEF-DC0D39DDFAEF}" srcOrd="4" destOrd="0" parTransId="{162255FB-B871-45E7-944E-74F546F68C60}" sibTransId="{E6987B89-3BB9-47B9-907C-90FC83EB806B}"/>
    <dgm:cxn modelId="{376356B2-A8F1-437F-8D30-C57252FAAFAD}" srcId="{C3F44777-C1C8-40C3-9BB1-1051BE44DA49}" destId="{F3BDD5AB-8B97-4F41-99A3-0A9F04747F0B}" srcOrd="1" destOrd="0" parTransId="{F7B2D793-F85E-4C97-BDF4-6B79FE7A26D3}" sibTransId="{8124F44C-A7E2-44B6-8777-F14D551ED248}"/>
    <dgm:cxn modelId="{8F1F1A9F-BCAC-491C-931E-649795B2BCEA}" type="presParOf" srcId="{4A2CB8A1-5B18-4AC0-93AF-F77513019641}" destId="{08AB6D1A-4A98-4CDC-BAB9-07E89AAA1AD8}" srcOrd="0" destOrd="0" presId="urn:microsoft.com/office/officeart/2018/5/layout/IconCircleLabelList"/>
    <dgm:cxn modelId="{6AF60D2C-1775-4EBC-94FD-DAA303FC4D40}" type="presParOf" srcId="{08AB6D1A-4A98-4CDC-BAB9-07E89AAA1AD8}" destId="{31D6A78C-DBE1-4203-8EE5-9CA4AE436FC2}" srcOrd="0" destOrd="0" presId="urn:microsoft.com/office/officeart/2018/5/layout/IconCircleLabelList"/>
    <dgm:cxn modelId="{53AF5330-292A-4C5C-8077-02243F7881BE}" type="presParOf" srcId="{08AB6D1A-4A98-4CDC-BAB9-07E89AAA1AD8}" destId="{98A25054-D274-4684-8068-7ECBC9141ED3}" srcOrd="1" destOrd="0" presId="urn:microsoft.com/office/officeart/2018/5/layout/IconCircleLabelList"/>
    <dgm:cxn modelId="{D269DDEA-4190-4AFB-B469-978E8F7B44C2}" type="presParOf" srcId="{08AB6D1A-4A98-4CDC-BAB9-07E89AAA1AD8}" destId="{8C8239BA-6718-464B-9875-B323FC2F9EED}" srcOrd="2" destOrd="0" presId="urn:microsoft.com/office/officeart/2018/5/layout/IconCircleLabelList"/>
    <dgm:cxn modelId="{7C2C0FDD-8EFA-4E50-8C96-61FD4AF67C4B}" type="presParOf" srcId="{08AB6D1A-4A98-4CDC-BAB9-07E89AAA1AD8}" destId="{05F04FA3-1618-4611-90A7-0CD03C3D5134}" srcOrd="3" destOrd="0" presId="urn:microsoft.com/office/officeart/2018/5/layout/IconCircleLabelList"/>
    <dgm:cxn modelId="{64856836-B030-4147-8502-2CB217229BE5}" type="presParOf" srcId="{4A2CB8A1-5B18-4AC0-93AF-F77513019641}" destId="{BEDA18BE-0888-4681-899E-C911C7877971}" srcOrd="1" destOrd="0" presId="urn:microsoft.com/office/officeart/2018/5/layout/IconCircleLabelList"/>
    <dgm:cxn modelId="{AD215FB5-658C-4624-B1A2-BACBA324A595}" type="presParOf" srcId="{4A2CB8A1-5B18-4AC0-93AF-F77513019641}" destId="{7FFD087F-BCCB-47B4-9D7F-332073B334BA}" srcOrd="2" destOrd="0" presId="urn:microsoft.com/office/officeart/2018/5/layout/IconCircleLabelList"/>
    <dgm:cxn modelId="{95AB8529-BD54-4DF2-8BB4-A30FE2B00B9B}" type="presParOf" srcId="{7FFD087F-BCCB-47B4-9D7F-332073B334BA}" destId="{BAA2AC98-07B4-4482-AC2D-B8D4B9B492CE}" srcOrd="0" destOrd="0" presId="urn:microsoft.com/office/officeart/2018/5/layout/IconCircleLabelList"/>
    <dgm:cxn modelId="{5648B0C5-9045-4877-968F-10965E16A076}" type="presParOf" srcId="{7FFD087F-BCCB-47B4-9D7F-332073B334BA}" destId="{76BE55BE-256F-4262-8CB6-72E54C3D4C18}" srcOrd="1" destOrd="0" presId="urn:microsoft.com/office/officeart/2018/5/layout/IconCircleLabelList"/>
    <dgm:cxn modelId="{4594733D-5018-4C14-9A51-EB40D7C6A7F9}" type="presParOf" srcId="{7FFD087F-BCCB-47B4-9D7F-332073B334BA}" destId="{DC9CEC8D-4B40-4980-93D5-E4869C92FBF5}" srcOrd="2" destOrd="0" presId="urn:microsoft.com/office/officeart/2018/5/layout/IconCircleLabelList"/>
    <dgm:cxn modelId="{41AB23A6-6565-4545-B591-81CD44FDD6FE}" type="presParOf" srcId="{7FFD087F-BCCB-47B4-9D7F-332073B334BA}" destId="{E1636535-90BC-40F3-A0B6-BCC8BC1EB09B}" srcOrd="3" destOrd="0" presId="urn:microsoft.com/office/officeart/2018/5/layout/IconCircleLabelList"/>
    <dgm:cxn modelId="{673414C3-49E3-4B41-AF13-6A26C696E8A6}" type="presParOf" srcId="{4A2CB8A1-5B18-4AC0-93AF-F77513019641}" destId="{4D391806-D87B-4F45-9EE3-CFAEF8F8ED92}" srcOrd="3" destOrd="0" presId="urn:microsoft.com/office/officeart/2018/5/layout/IconCircleLabelList"/>
    <dgm:cxn modelId="{7C60CA30-7AEA-43D3-9535-F745E3BE1EA5}" type="presParOf" srcId="{4A2CB8A1-5B18-4AC0-93AF-F77513019641}" destId="{C41DB346-01C3-4795-A2D2-563810B7384C}" srcOrd="4" destOrd="0" presId="urn:microsoft.com/office/officeart/2018/5/layout/IconCircleLabelList"/>
    <dgm:cxn modelId="{75E9F55B-527E-4869-9FDE-936956301D2C}" type="presParOf" srcId="{C41DB346-01C3-4795-A2D2-563810B7384C}" destId="{55044F2C-83D4-479B-9557-B7435CF352B2}" srcOrd="0" destOrd="0" presId="urn:microsoft.com/office/officeart/2018/5/layout/IconCircleLabelList"/>
    <dgm:cxn modelId="{E488A098-F9CE-426E-9E91-E88A8F7AD448}" type="presParOf" srcId="{C41DB346-01C3-4795-A2D2-563810B7384C}" destId="{C6DA3EEB-2959-44FE-AD24-0032A2D9D9D0}" srcOrd="1" destOrd="0" presId="urn:microsoft.com/office/officeart/2018/5/layout/IconCircleLabelList"/>
    <dgm:cxn modelId="{97DD9BFD-D458-4D69-8EF0-79A4EC4D3BDF}" type="presParOf" srcId="{C41DB346-01C3-4795-A2D2-563810B7384C}" destId="{F7487AB8-4D48-44EB-8D48-8F374B786016}" srcOrd="2" destOrd="0" presId="urn:microsoft.com/office/officeart/2018/5/layout/IconCircleLabelList"/>
    <dgm:cxn modelId="{69BD0D2D-4615-41D2-869A-1298169688D2}" type="presParOf" srcId="{C41DB346-01C3-4795-A2D2-563810B7384C}" destId="{DCED6147-35CE-449D-A814-9D95814B85CB}" srcOrd="3" destOrd="0" presId="urn:microsoft.com/office/officeart/2018/5/layout/IconCircleLabelList"/>
    <dgm:cxn modelId="{8CB5978D-BF0F-4628-B06D-CCE23A200F0C}" type="presParOf" srcId="{4A2CB8A1-5B18-4AC0-93AF-F77513019641}" destId="{33B0038D-302D-4808-9743-A504B36AE357}" srcOrd="5" destOrd="0" presId="urn:microsoft.com/office/officeart/2018/5/layout/IconCircleLabelList"/>
    <dgm:cxn modelId="{0EFF0BB3-EC59-440C-8FE6-BC906B9636A2}" type="presParOf" srcId="{4A2CB8A1-5B18-4AC0-93AF-F77513019641}" destId="{B48697A5-648A-40EC-93C5-A3D113F7AA9F}" srcOrd="6" destOrd="0" presId="urn:microsoft.com/office/officeart/2018/5/layout/IconCircleLabelList"/>
    <dgm:cxn modelId="{EFB182D7-3ACB-415B-88D9-49E08C964E36}" type="presParOf" srcId="{B48697A5-648A-40EC-93C5-A3D113F7AA9F}" destId="{909C6195-8C56-4A12-A143-A62E77D56B70}" srcOrd="0" destOrd="0" presId="urn:microsoft.com/office/officeart/2018/5/layout/IconCircleLabelList"/>
    <dgm:cxn modelId="{D1E72F00-6B0B-452B-AFED-A7991B66E2EF}" type="presParOf" srcId="{B48697A5-648A-40EC-93C5-A3D113F7AA9F}" destId="{4942AA94-8234-4AFC-B2E7-A8231EBC5D61}" srcOrd="1" destOrd="0" presId="urn:microsoft.com/office/officeart/2018/5/layout/IconCircleLabelList"/>
    <dgm:cxn modelId="{2817590E-68C7-4977-8C4D-7FBCF6CDB640}" type="presParOf" srcId="{B48697A5-648A-40EC-93C5-A3D113F7AA9F}" destId="{AFC66CF1-9CB7-4547-8290-B3FF1DFEC89D}" srcOrd="2" destOrd="0" presId="urn:microsoft.com/office/officeart/2018/5/layout/IconCircleLabelList"/>
    <dgm:cxn modelId="{4B60A52B-7CDE-4DF7-8C3F-85322014CD47}" type="presParOf" srcId="{B48697A5-648A-40EC-93C5-A3D113F7AA9F}" destId="{51C79D51-A329-4CEB-8FDB-A921E8D3AE65}" srcOrd="3" destOrd="0" presId="urn:microsoft.com/office/officeart/2018/5/layout/IconCircleLabelList"/>
    <dgm:cxn modelId="{8CFE6BEE-524C-4B0E-A16B-589EEAD5279E}" type="presParOf" srcId="{4A2CB8A1-5B18-4AC0-93AF-F77513019641}" destId="{DDCA3766-1D3F-47C8-82C9-BAD0EE53E9A3}" srcOrd="7" destOrd="0" presId="urn:microsoft.com/office/officeart/2018/5/layout/IconCircleLabelList"/>
    <dgm:cxn modelId="{111E2161-EAB4-4627-AF38-A8D06CE16F4F}" type="presParOf" srcId="{4A2CB8A1-5B18-4AC0-93AF-F77513019641}" destId="{12853C35-039D-44EE-8453-6BF67B4A1297}" srcOrd="8" destOrd="0" presId="urn:microsoft.com/office/officeart/2018/5/layout/IconCircleLabelList"/>
    <dgm:cxn modelId="{4525B5CB-2175-46C2-9C39-C0E0FEF92060}" type="presParOf" srcId="{12853C35-039D-44EE-8453-6BF67B4A1297}" destId="{DA725F30-B103-4B49-9019-8ACC54FE079A}" srcOrd="0" destOrd="0" presId="urn:microsoft.com/office/officeart/2018/5/layout/IconCircleLabelList"/>
    <dgm:cxn modelId="{9C70D171-2F96-44FE-A7B7-B1831BDAA6C1}" type="presParOf" srcId="{12853C35-039D-44EE-8453-6BF67B4A1297}" destId="{AE15732E-3F6B-4EE5-A251-0DDA3BC7B294}" srcOrd="1" destOrd="0" presId="urn:microsoft.com/office/officeart/2018/5/layout/IconCircleLabelList"/>
    <dgm:cxn modelId="{BC1B4D3A-06EC-4772-8CF7-3E9F01B13EA8}" type="presParOf" srcId="{12853C35-039D-44EE-8453-6BF67B4A1297}" destId="{ECB20E0C-63AF-4E48-AD5D-7FC2FBD604DC}" srcOrd="2" destOrd="0" presId="urn:microsoft.com/office/officeart/2018/5/layout/IconCircleLabelList"/>
    <dgm:cxn modelId="{7B99F639-9599-4B6B-8529-5213658EF135}" type="presParOf" srcId="{12853C35-039D-44EE-8453-6BF67B4A1297}" destId="{A6998A72-4481-4B3E-AFA5-CB7E79284DA0}"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24A02EE-A935-4994-A720-35A2C1F56739}"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5F7FB74E-9550-47FB-B5BA-330A5D329747}">
      <dgm:prSet/>
      <dgm:spPr/>
      <dgm:t>
        <a:bodyPr/>
        <a:lstStyle/>
        <a:p>
          <a:pPr>
            <a:lnSpc>
              <a:spcPct val="100000"/>
            </a:lnSpc>
          </a:pPr>
          <a:r>
            <a:rPr lang="en-US" dirty="0"/>
            <a:t>This project investigates the relationship between lifestyle factors, health metrics, and the diagnosis of Coronary Heart Disease (CHD).</a:t>
          </a:r>
        </a:p>
      </dgm:t>
    </dgm:pt>
    <dgm:pt modelId="{B07C3572-9494-48EB-A919-BD3671AB7377}" type="parTrans" cxnId="{16DAD8DD-7F32-4EB7-AF72-DC888B8BAC07}">
      <dgm:prSet/>
      <dgm:spPr/>
      <dgm:t>
        <a:bodyPr/>
        <a:lstStyle/>
        <a:p>
          <a:endParaRPr lang="en-US"/>
        </a:p>
      </dgm:t>
    </dgm:pt>
    <dgm:pt modelId="{780B351D-463F-4C73-BDE7-60AE7AFB0EF3}" type="sibTrans" cxnId="{16DAD8DD-7F32-4EB7-AF72-DC888B8BAC07}">
      <dgm:prSet/>
      <dgm:spPr/>
      <dgm:t>
        <a:bodyPr/>
        <a:lstStyle/>
        <a:p>
          <a:endParaRPr lang="en-US"/>
        </a:p>
      </dgm:t>
    </dgm:pt>
    <dgm:pt modelId="{84D7ECF4-924A-408A-8242-4B82B09F1053}">
      <dgm:prSet/>
      <dgm:spPr/>
      <dgm:t>
        <a:bodyPr/>
        <a:lstStyle/>
        <a:p>
          <a:pPr>
            <a:lnSpc>
              <a:spcPct val="100000"/>
            </a:lnSpc>
          </a:pPr>
          <a:r>
            <a:rPr lang="en-US" dirty="0"/>
            <a:t>The analysis uses robust statistical methods, including T-tests, Chi-square tests, and ANOVA, to answer</a:t>
          </a:r>
          <a:r>
            <a:rPr lang="en-US" dirty="0">
              <a:latin typeface="Avenir Next LT Pro"/>
            </a:rPr>
            <a:t> SMART </a:t>
          </a:r>
          <a:r>
            <a:rPr lang="en-US" dirty="0"/>
            <a:t>questions.</a:t>
          </a:r>
        </a:p>
      </dgm:t>
    </dgm:pt>
    <dgm:pt modelId="{938BF010-6093-454D-8862-93B72EBDBF8C}" type="parTrans" cxnId="{8F46DB26-3457-45DE-B58B-46C2DD142213}">
      <dgm:prSet/>
      <dgm:spPr/>
      <dgm:t>
        <a:bodyPr/>
        <a:lstStyle/>
        <a:p>
          <a:endParaRPr lang="en-US"/>
        </a:p>
      </dgm:t>
    </dgm:pt>
    <dgm:pt modelId="{712A2398-0F21-4476-873A-B861C71ABC78}" type="sibTrans" cxnId="{8F46DB26-3457-45DE-B58B-46C2DD142213}">
      <dgm:prSet/>
      <dgm:spPr/>
      <dgm:t>
        <a:bodyPr/>
        <a:lstStyle/>
        <a:p>
          <a:endParaRPr lang="en-US"/>
        </a:p>
      </dgm:t>
    </dgm:pt>
    <dgm:pt modelId="{225F193A-3ADB-43E1-A513-EF3C0E52D790}">
      <dgm:prSet/>
      <dgm:spPr/>
      <dgm:t>
        <a:bodyPr/>
        <a:lstStyle/>
        <a:p>
          <a:pPr>
            <a:lnSpc>
              <a:spcPct val="100000"/>
            </a:lnSpc>
          </a:pPr>
          <a:r>
            <a:rPr lang="en-US" dirty="0"/>
            <a:t>The dataset was obtained from the CDC's Behavioral Risk Factor Surveillance System (BRFSS) 2024 annual data, which is publicly available at this link: </a:t>
          </a:r>
          <a:r>
            <a:rPr lang="en-US" dirty="0">
              <a:hlinkClick xmlns:r="http://schemas.openxmlformats.org/officeDocument/2006/relationships" r:id="rId1"/>
            </a:rPr>
            <a:t>Behavioral Risk Factor Survelliance System</a:t>
          </a:r>
          <a:endParaRPr lang="en-US" dirty="0"/>
        </a:p>
      </dgm:t>
    </dgm:pt>
    <dgm:pt modelId="{6E7AA619-4619-4F97-AA3E-DF332A071E35}" type="parTrans" cxnId="{4B7035F9-F45E-45F3-8320-DA7A62D19665}">
      <dgm:prSet/>
      <dgm:spPr/>
      <dgm:t>
        <a:bodyPr/>
        <a:lstStyle/>
        <a:p>
          <a:endParaRPr lang="en-US"/>
        </a:p>
      </dgm:t>
    </dgm:pt>
    <dgm:pt modelId="{B8848D6B-4489-49E6-9BE3-251A00096E4C}" type="sibTrans" cxnId="{4B7035F9-F45E-45F3-8320-DA7A62D19665}">
      <dgm:prSet/>
      <dgm:spPr/>
      <dgm:t>
        <a:bodyPr/>
        <a:lstStyle/>
        <a:p>
          <a:endParaRPr lang="en-US"/>
        </a:p>
      </dgm:t>
    </dgm:pt>
    <dgm:pt modelId="{C125A56F-153B-4899-91DF-6AD6D1DFBDD2}">
      <dgm:prSet/>
      <dgm:spPr/>
      <dgm:t>
        <a:bodyPr/>
        <a:lstStyle/>
        <a:p>
          <a:pPr>
            <a:lnSpc>
              <a:spcPct val="100000"/>
            </a:lnSpc>
          </a:pPr>
          <a:r>
            <a:rPr lang="en-US" dirty="0"/>
            <a:t>The goal is to provide evidence-based insights that can support public health strategies to mitigate CHD risk factors.</a:t>
          </a:r>
        </a:p>
      </dgm:t>
    </dgm:pt>
    <dgm:pt modelId="{BB904818-AB2A-47A9-8E07-83EF0AD2B7D5}" type="parTrans" cxnId="{344DB9A5-5EFF-432E-89AE-9E9CB65E4EB6}">
      <dgm:prSet/>
      <dgm:spPr/>
      <dgm:t>
        <a:bodyPr/>
        <a:lstStyle/>
        <a:p>
          <a:endParaRPr lang="en-US"/>
        </a:p>
      </dgm:t>
    </dgm:pt>
    <dgm:pt modelId="{4F2692AD-BFCB-451A-B898-45A5AA8829DF}" type="sibTrans" cxnId="{344DB9A5-5EFF-432E-89AE-9E9CB65E4EB6}">
      <dgm:prSet/>
      <dgm:spPr/>
      <dgm:t>
        <a:bodyPr/>
        <a:lstStyle/>
        <a:p>
          <a:endParaRPr lang="en-US"/>
        </a:p>
      </dgm:t>
    </dgm:pt>
    <dgm:pt modelId="{6110A589-BBF8-4ED6-9613-E9870CC497FE}" type="pres">
      <dgm:prSet presAssocID="{524A02EE-A935-4994-A720-35A2C1F56739}" presName="root" presStyleCnt="0">
        <dgm:presLayoutVars>
          <dgm:dir/>
          <dgm:resizeHandles val="exact"/>
        </dgm:presLayoutVars>
      </dgm:prSet>
      <dgm:spPr/>
    </dgm:pt>
    <dgm:pt modelId="{6FFF226F-01EA-4D82-B740-DFD261E09374}" type="pres">
      <dgm:prSet presAssocID="{5F7FB74E-9550-47FB-B5BA-330A5D329747}" presName="compNode" presStyleCnt="0"/>
      <dgm:spPr/>
    </dgm:pt>
    <dgm:pt modelId="{F460304F-5ED0-4A03-AFC6-0BE3641B009D}" type="pres">
      <dgm:prSet presAssocID="{5F7FB74E-9550-47FB-B5BA-330A5D329747}" presName="bgRect" presStyleLbl="bgShp" presStyleIdx="0" presStyleCnt="4"/>
      <dgm:spPr/>
    </dgm:pt>
    <dgm:pt modelId="{8512962C-04DA-452B-B3D6-8D19D1DAA8CD}" type="pres">
      <dgm:prSet presAssocID="{5F7FB74E-9550-47FB-B5BA-330A5D329747}" presName="iconRect" presStyleLbl="node1" presStyleIdx="0" presStyleCnt="4"/>
      <dgm:spPr>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Heart Organ"/>
        </a:ext>
      </dgm:extLst>
    </dgm:pt>
    <dgm:pt modelId="{5FD945F6-658A-4AE3-AA21-5593FD5D1F74}" type="pres">
      <dgm:prSet presAssocID="{5F7FB74E-9550-47FB-B5BA-330A5D329747}" presName="spaceRect" presStyleCnt="0"/>
      <dgm:spPr/>
    </dgm:pt>
    <dgm:pt modelId="{7FD31817-848A-41C6-85DE-5059FFD16394}" type="pres">
      <dgm:prSet presAssocID="{5F7FB74E-9550-47FB-B5BA-330A5D329747}" presName="parTx" presStyleLbl="revTx" presStyleIdx="0" presStyleCnt="4">
        <dgm:presLayoutVars>
          <dgm:chMax val="0"/>
          <dgm:chPref val="0"/>
        </dgm:presLayoutVars>
      </dgm:prSet>
      <dgm:spPr/>
    </dgm:pt>
    <dgm:pt modelId="{CB4DA6B1-4459-4836-9D5D-52379C845A11}" type="pres">
      <dgm:prSet presAssocID="{780B351D-463F-4C73-BDE7-60AE7AFB0EF3}" presName="sibTrans" presStyleCnt="0"/>
      <dgm:spPr/>
    </dgm:pt>
    <dgm:pt modelId="{52BD37CB-16E2-48BC-B3B4-1C6CC2A5E320}" type="pres">
      <dgm:prSet presAssocID="{84D7ECF4-924A-408A-8242-4B82B09F1053}" presName="compNode" presStyleCnt="0"/>
      <dgm:spPr/>
    </dgm:pt>
    <dgm:pt modelId="{3ADCAA36-0D0D-4F38-9530-42A3A2FAC09F}" type="pres">
      <dgm:prSet presAssocID="{84D7ECF4-924A-408A-8242-4B82B09F1053}" presName="bgRect" presStyleLbl="bgShp" presStyleIdx="1" presStyleCnt="4"/>
      <dgm:spPr/>
    </dgm:pt>
    <dgm:pt modelId="{062F87E8-F3C5-4D40-83D8-BCB2219AF24D}" type="pres">
      <dgm:prSet presAssocID="{84D7ECF4-924A-408A-8242-4B82B09F1053}" presName="iconRect" presStyleLbl="node1" presStyleIdx="1" presStyleCnt="4"/>
      <dgm:spPr>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Statistics"/>
        </a:ext>
      </dgm:extLst>
    </dgm:pt>
    <dgm:pt modelId="{19F98EC7-619A-4776-B4EB-6AE01BF0F3A8}" type="pres">
      <dgm:prSet presAssocID="{84D7ECF4-924A-408A-8242-4B82B09F1053}" presName="spaceRect" presStyleCnt="0"/>
      <dgm:spPr/>
    </dgm:pt>
    <dgm:pt modelId="{5F869C13-6386-498F-A261-A29723BE15CB}" type="pres">
      <dgm:prSet presAssocID="{84D7ECF4-924A-408A-8242-4B82B09F1053}" presName="parTx" presStyleLbl="revTx" presStyleIdx="1" presStyleCnt="4">
        <dgm:presLayoutVars>
          <dgm:chMax val="0"/>
          <dgm:chPref val="0"/>
        </dgm:presLayoutVars>
      </dgm:prSet>
      <dgm:spPr/>
    </dgm:pt>
    <dgm:pt modelId="{8B8E7B68-10F3-4AFD-A438-744EFF9CC0CA}" type="pres">
      <dgm:prSet presAssocID="{712A2398-0F21-4476-873A-B861C71ABC78}" presName="sibTrans" presStyleCnt="0"/>
      <dgm:spPr/>
    </dgm:pt>
    <dgm:pt modelId="{EE8F35B4-2034-4812-A2AA-982E54CB4BC2}" type="pres">
      <dgm:prSet presAssocID="{225F193A-3ADB-43E1-A513-EF3C0E52D790}" presName="compNode" presStyleCnt="0"/>
      <dgm:spPr/>
    </dgm:pt>
    <dgm:pt modelId="{2A641AD0-CCB8-433E-B9D0-5EA08BE521DC}" type="pres">
      <dgm:prSet presAssocID="{225F193A-3ADB-43E1-A513-EF3C0E52D790}" presName="bgRect" presStyleLbl="bgShp" presStyleIdx="2" presStyleCnt="4"/>
      <dgm:spPr/>
    </dgm:pt>
    <dgm:pt modelId="{7D20B611-D930-4ADB-8B09-473FAC0ABAAF}" type="pres">
      <dgm:prSet presAssocID="{225F193A-3ADB-43E1-A513-EF3C0E52D790}" presName="iconRect" presStyleLbl="node1" presStyleIdx="2" presStyleCnt="4"/>
      <dgm:spPr>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Database"/>
        </a:ext>
      </dgm:extLst>
    </dgm:pt>
    <dgm:pt modelId="{8EC05E35-6CBB-4371-B533-69269E737A0E}" type="pres">
      <dgm:prSet presAssocID="{225F193A-3ADB-43E1-A513-EF3C0E52D790}" presName="spaceRect" presStyleCnt="0"/>
      <dgm:spPr/>
    </dgm:pt>
    <dgm:pt modelId="{9A7D33F4-DFF3-48FB-BF89-A6EF862AA172}" type="pres">
      <dgm:prSet presAssocID="{225F193A-3ADB-43E1-A513-EF3C0E52D790}" presName="parTx" presStyleLbl="revTx" presStyleIdx="2" presStyleCnt="4">
        <dgm:presLayoutVars>
          <dgm:chMax val="0"/>
          <dgm:chPref val="0"/>
        </dgm:presLayoutVars>
      </dgm:prSet>
      <dgm:spPr/>
    </dgm:pt>
    <dgm:pt modelId="{C45EF142-CAFC-45E3-8903-C3C0BABCC799}" type="pres">
      <dgm:prSet presAssocID="{B8848D6B-4489-49E6-9BE3-251A00096E4C}" presName="sibTrans" presStyleCnt="0"/>
      <dgm:spPr/>
    </dgm:pt>
    <dgm:pt modelId="{93F0921D-2777-4557-B2F0-31B364ADC82B}" type="pres">
      <dgm:prSet presAssocID="{C125A56F-153B-4899-91DF-6AD6D1DFBDD2}" presName="compNode" presStyleCnt="0"/>
      <dgm:spPr/>
    </dgm:pt>
    <dgm:pt modelId="{C7FC2A9F-4BA8-421C-B72A-1A961C7362F7}" type="pres">
      <dgm:prSet presAssocID="{C125A56F-153B-4899-91DF-6AD6D1DFBDD2}" presName="bgRect" presStyleLbl="bgShp" presStyleIdx="3" presStyleCnt="4"/>
      <dgm:spPr/>
    </dgm:pt>
    <dgm:pt modelId="{64B3C6EC-C417-4DE0-8F54-7F8B750E1223}" type="pres">
      <dgm:prSet presAssocID="{C125A56F-153B-4899-91DF-6AD6D1DFBDD2}" presName="iconRect" presStyleLbl="node1" presStyleIdx="3" presStyleCnt="4"/>
      <dgm:spPr>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a:noFill/>
        </a:ln>
      </dgm:spPr>
      <dgm:extLst>
        <a:ext uri="{E40237B7-FDA0-4F09-8148-C483321AD2D9}">
          <dgm14:cNvPr xmlns:dgm14="http://schemas.microsoft.com/office/drawing/2010/diagram" id="0" name="" descr="Bullseye"/>
        </a:ext>
      </dgm:extLst>
    </dgm:pt>
    <dgm:pt modelId="{B339DF4E-B772-4E77-8294-3EAB0375CF0A}" type="pres">
      <dgm:prSet presAssocID="{C125A56F-153B-4899-91DF-6AD6D1DFBDD2}" presName="spaceRect" presStyleCnt="0"/>
      <dgm:spPr/>
    </dgm:pt>
    <dgm:pt modelId="{4F599309-80EE-4BD1-B0FC-5F31B1F37A73}" type="pres">
      <dgm:prSet presAssocID="{C125A56F-153B-4899-91DF-6AD6D1DFBDD2}" presName="parTx" presStyleLbl="revTx" presStyleIdx="3" presStyleCnt="4">
        <dgm:presLayoutVars>
          <dgm:chMax val="0"/>
          <dgm:chPref val="0"/>
        </dgm:presLayoutVars>
      </dgm:prSet>
      <dgm:spPr/>
    </dgm:pt>
  </dgm:ptLst>
  <dgm:cxnLst>
    <dgm:cxn modelId="{2BC9DD0B-A06C-4F89-B2A6-E0000B5802F1}" type="presOf" srcId="{225F193A-3ADB-43E1-A513-EF3C0E52D790}" destId="{9A7D33F4-DFF3-48FB-BF89-A6EF862AA172}" srcOrd="0" destOrd="0" presId="urn:microsoft.com/office/officeart/2018/2/layout/IconVerticalSolidList"/>
    <dgm:cxn modelId="{8F46DB26-3457-45DE-B58B-46C2DD142213}" srcId="{524A02EE-A935-4994-A720-35A2C1F56739}" destId="{84D7ECF4-924A-408A-8242-4B82B09F1053}" srcOrd="1" destOrd="0" parTransId="{938BF010-6093-454D-8862-93B72EBDBF8C}" sibTransId="{712A2398-0F21-4476-873A-B861C71ABC78}"/>
    <dgm:cxn modelId="{7EC1B33B-C563-4143-8663-BF4B3E8D96ED}" type="presOf" srcId="{C125A56F-153B-4899-91DF-6AD6D1DFBDD2}" destId="{4F599309-80EE-4BD1-B0FC-5F31B1F37A73}" srcOrd="0" destOrd="0" presId="urn:microsoft.com/office/officeart/2018/2/layout/IconVerticalSolidList"/>
    <dgm:cxn modelId="{EEDAB261-0692-4121-A286-CFBBE1DFC97F}" type="presOf" srcId="{524A02EE-A935-4994-A720-35A2C1F56739}" destId="{6110A589-BBF8-4ED6-9613-E9870CC497FE}" srcOrd="0" destOrd="0" presId="urn:microsoft.com/office/officeart/2018/2/layout/IconVerticalSolidList"/>
    <dgm:cxn modelId="{344DB9A5-5EFF-432E-89AE-9E9CB65E4EB6}" srcId="{524A02EE-A935-4994-A720-35A2C1F56739}" destId="{C125A56F-153B-4899-91DF-6AD6D1DFBDD2}" srcOrd="3" destOrd="0" parTransId="{BB904818-AB2A-47A9-8E07-83EF0AD2B7D5}" sibTransId="{4F2692AD-BFCB-451A-B898-45A5AA8829DF}"/>
    <dgm:cxn modelId="{FC2709AB-AF02-498F-933D-0C844C7EACDD}" type="presOf" srcId="{5F7FB74E-9550-47FB-B5BA-330A5D329747}" destId="{7FD31817-848A-41C6-85DE-5059FFD16394}" srcOrd="0" destOrd="0" presId="urn:microsoft.com/office/officeart/2018/2/layout/IconVerticalSolidList"/>
    <dgm:cxn modelId="{59ED74CE-2696-4D98-8E2E-D34EEA0361CE}" type="presOf" srcId="{84D7ECF4-924A-408A-8242-4B82B09F1053}" destId="{5F869C13-6386-498F-A261-A29723BE15CB}" srcOrd="0" destOrd="0" presId="urn:microsoft.com/office/officeart/2018/2/layout/IconVerticalSolidList"/>
    <dgm:cxn modelId="{16DAD8DD-7F32-4EB7-AF72-DC888B8BAC07}" srcId="{524A02EE-A935-4994-A720-35A2C1F56739}" destId="{5F7FB74E-9550-47FB-B5BA-330A5D329747}" srcOrd="0" destOrd="0" parTransId="{B07C3572-9494-48EB-A919-BD3671AB7377}" sibTransId="{780B351D-463F-4C73-BDE7-60AE7AFB0EF3}"/>
    <dgm:cxn modelId="{4B7035F9-F45E-45F3-8320-DA7A62D19665}" srcId="{524A02EE-A935-4994-A720-35A2C1F56739}" destId="{225F193A-3ADB-43E1-A513-EF3C0E52D790}" srcOrd="2" destOrd="0" parTransId="{6E7AA619-4619-4F97-AA3E-DF332A071E35}" sibTransId="{B8848D6B-4489-49E6-9BE3-251A00096E4C}"/>
    <dgm:cxn modelId="{86840D7E-AA73-41D4-A71D-0A54760F5ACF}" type="presParOf" srcId="{6110A589-BBF8-4ED6-9613-E9870CC497FE}" destId="{6FFF226F-01EA-4D82-B740-DFD261E09374}" srcOrd="0" destOrd="0" presId="urn:microsoft.com/office/officeart/2018/2/layout/IconVerticalSolidList"/>
    <dgm:cxn modelId="{EEAA28E1-38D0-4D7B-81AF-AD08F8CD9636}" type="presParOf" srcId="{6FFF226F-01EA-4D82-B740-DFD261E09374}" destId="{F460304F-5ED0-4A03-AFC6-0BE3641B009D}" srcOrd="0" destOrd="0" presId="urn:microsoft.com/office/officeart/2018/2/layout/IconVerticalSolidList"/>
    <dgm:cxn modelId="{82A97D19-4D30-4F2E-8645-69C0AF92749C}" type="presParOf" srcId="{6FFF226F-01EA-4D82-B740-DFD261E09374}" destId="{8512962C-04DA-452B-B3D6-8D19D1DAA8CD}" srcOrd="1" destOrd="0" presId="urn:microsoft.com/office/officeart/2018/2/layout/IconVerticalSolidList"/>
    <dgm:cxn modelId="{F7BA0172-0E5D-40DB-A04C-F4A0FD079ED4}" type="presParOf" srcId="{6FFF226F-01EA-4D82-B740-DFD261E09374}" destId="{5FD945F6-658A-4AE3-AA21-5593FD5D1F74}" srcOrd="2" destOrd="0" presId="urn:microsoft.com/office/officeart/2018/2/layout/IconVerticalSolidList"/>
    <dgm:cxn modelId="{4D680748-A2A8-4F6E-B81B-FC7B3C9665D8}" type="presParOf" srcId="{6FFF226F-01EA-4D82-B740-DFD261E09374}" destId="{7FD31817-848A-41C6-85DE-5059FFD16394}" srcOrd="3" destOrd="0" presId="urn:microsoft.com/office/officeart/2018/2/layout/IconVerticalSolidList"/>
    <dgm:cxn modelId="{7253A94C-496F-4714-9BF9-424BA03BC34C}" type="presParOf" srcId="{6110A589-BBF8-4ED6-9613-E9870CC497FE}" destId="{CB4DA6B1-4459-4836-9D5D-52379C845A11}" srcOrd="1" destOrd="0" presId="urn:microsoft.com/office/officeart/2018/2/layout/IconVerticalSolidList"/>
    <dgm:cxn modelId="{2AC80D66-318C-4D2A-B687-BD307E6D7FBF}" type="presParOf" srcId="{6110A589-BBF8-4ED6-9613-E9870CC497FE}" destId="{52BD37CB-16E2-48BC-B3B4-1C6CC2A5E320}" srcOrd="2" destOrd="0" presId="urn:microsoft.com/office/officeart/2018/2/layout/IconVerticalSolidList"/>
    <dgm:cxn modelId="{78CB479A-83EE-4E19-98B4-E17DDFADBF82}" type="presParOf" srcId="{52BD37CB-16E2-48BC-B3B4-1C6CC2A5E320}" destId="{3ADCAA36-0D0D-4F38-9530-42A3A2FAC09F}" srcOrd="0" destOrd="0" presId="urn:microsoft.com/office/officeart/2018/2/layout/IconVerticalSolidList"/>
    <dgm:cxn modelId="{FDD32379-9A0F-4027-A314-343CA30A7566}" type="presParOf" srcId="{52BD37CB-16E2-48BC-B3B4-1C6CC2A5E320}" destId="{062F87E8-F3C5-4D40-83D8-BCB2219AF24D}" srcOrd="1" destOrd="0" presId="urn:microsoft.com/office/officeart/2018/2/layout/IconVerticalSolidList"/>
    <dgm:cxn modelId="{A3044AEA-BCFA-4C84-89BF-DD9113EE6832}" type="presParOf" srcId="{52BD37CB-16E2-48BC-B3B4-1C6CC2A5E320}" destId="{19F98EC7-619A-4776-B4EB-6AE01BF0F3A8}" srcOrd="2" destOrd="0" presId="urn:microsoft.com/office/officeart/2018/2/layout/IconVerticalSolidList"/>
    <dgm:cxn modelId="{768624DA-A009-4B12-B0D9-1812573ABF76}" type="presParOf" srcId="{52BD37CB-16E2-48BC-B3B4-1C6CC2A5E320}" destId="{5F869C13-6386-498F-A261-A29723BE15CB}" srcOrd="3" destOrd="0" presId="urn:microsoft.com/office/officeart/2018/2/layout/IconVerticalSolidList"/>
    <dgm:cxn modelId="{05260F01-1151-4947-8758-316DD4B370BF}" type="presParOf" srcId="{6110A589-BBF8-4ED6-9613-E9870CC497FE}" destId="{8B8E7B68-10F3-4AFD-A438-744EFF9CC0CA}" srcOrd="3" destOrd="0" presId="urn:microsoft.com/office/officeart/2018/2/layout/IconVerticalSolidList"/>
    <dgm:cxn modelId="{127E7AE7-AB15-4EAF-997D-81DD46E66E24}" type="presParOf" srcId="{6110A589-BBF8-4ED6-9613-E9870CC497FE}" destId="{EE8F35B4-2034-4812-A2AA-982E54CB4BC2}" srcOrd="4" destOrd="0" presId="urn:microsoft.com/office/officeart/2018/2/layout/IconVerticalSolidList"/>
    <dgm:cxn modelId="{552F34A6-C795-4597-A99C-6AD5F4F1D677}" type="presParOf" srcId="{EE8F35B4-2034-4812-A2AA-982E54CB4BC2}" destId="{2A641AD0-CCB8-433E-B9D0-5EA08BE521DC}" srcOrd="0" destOrd="0" presId="urn:microsoft.com/office/officeart/2018/2/layout/IconVerticalSolidList"/>
    <dgm:cxn modelId="{D137F9CB-2EFC-4758-9C3D-BC94D44A9AA6}" type="presParOf" srcId="{EE8F35B4-2034-4812-A2AA-982E54CB4BC2}" destId="{7D20B611-D930-4ADB-8B09-473FAC0ABAAF}" srcOrd="1" destOrd="0" presId="urn:microsoft.com/office/officeart/2018/2/layout/IconVerticalSolidList"/>
    <dgm:cxn modelId="{81FB72C4-98E3-40ED-83AA-F5B0A310DA34}" type="presParOf" srcId="{EE8F35B4-2034-4812-A2AA-982E54CB4BC2}" destId="{8EC05E35-6CBB-4371-B533-69269E737A0E}" srcOrd="2" destOrd="0" presId="urn:microsoft.com/office/officeart/2018/2/layout/IconVerticalSolidList"/>
    <dgm:cxn modelId="{B187BC8A-83D0-49D4-B891-8FDDE097569B}" type="presParOf" srcId="{EE8F35B4-2034-4812-A2AA-982E54CB4BC2}" destId="{9A7D33F4-DFF3-48FB-BF89-A6EF862AA172}" srcOrd="3" destOrd="0" presId="urn:microsoft.com/office/officeart/2018/2/layout/IconVerticalSolidList"/>
    <dgm:cxn modelId="{4EAB2ADA-E021-4718-9E28-7743C1044D4A}" type="presParOf" srcId="{6110A589-BBF8-4ED6-9613-E9870CC497FE}" destId="{C45EF142-CAFC-45E3-8903-C3C0BABCC799}" srcOrd="5" destOrd="0" presId="urn:microsoft.com/office/officeart/2018/2/layout/IconVerticalSolidList"/>
    <dgm:cxn modelId="{01794524-CD65-411F-B697-DA02CB826EB7}" type="presParOf" srcId="{6110A589-BBF8-4ED6-9613-E9870CC497FE}" destId="{93F0921D-2777-4557-B2F0-31B364ADC82B}" srcOrd="6" destOrd="0" presId="urn:microsoft.com/office/officeart/2018/2/layout/IconVerticalSolidList"/>
    <dgm:cxn modelId="{8D8F8244-228D-49EB-A5A0-9D48074A17C2}" type="presParOf" srcId="{93F0921D-2777-4557-B2F0-31B364ADC82B}" destId="{C7FC2A9F-4BA8-421C-B72A-1A961C7362F7}" srcOrd="0" destOrd="0" presId="urn:microsoft.com/office/officeart/2018/2/layout/IconVerticalSolidList"/>
    <dgm:cxn modelId="{223BCB11-D195-4913-B79C-D772CDD29F7A}" type="presParOf" srcId="{93F0921D-2777-4557-B2F0-31B364ADC82B}" destId="{64B3C6EC-C417-4DE0-8F54-7F8B750E1223}" srcOrd="1" destOrd="0" presId="urn:microsoft.com/office/officeart/2018/2/layout/IconVerticalSolidList"/>
    <dgm:cxn modelId="{1E9A6B6A-1852-45BC-9960-74D12547490B}" type="presParOf" srcId="{93F0921D-2777-4557-B2F0-31B364ADC82B}" destId="{B339DF4E-B772-4E77-8294-3EAB0375CF0A}" srcOrd="2" destOrd="0" presId="urn:microsoft.com/office/officeart/2018/2/layout/IconVerticalSolidList"/>
    <dgm:cxn modelId="{7837E04F-4BBD-4E73-8D5A-5127A753ED4D}" type="presParOf" srcId="{93F0921D-2777-4557-B2F0-31B364ADC82B}" destId="{4F599309-80EE-4BD1-B0FC-5F31B1F37A73}"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D6A78C-DBE1-4203-8EE5-9CA4AE436FC2}">
      <dsp:nvSpPr>
        <dsp:cNvPr id="0" name=""/>
        <dsp:cNvSpPr/>
      </dsp:nvSpPr>
      <dsp:spPr>
        <a:xfrm>
          <a:off x="778200" y="1669"/>
          <a:ext cx="864246" cy="864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A25054-D274-4684-8068-7ECBC9141ED3}">
      <dsp:nvSpPr>
        <dsp:cNvPr id="0" name=""/>
        <dsp:cNvSpPr/>
      </dsp:nvSpPr>
      <dsp:spPr>
        <a:xfrm>
          <a:off x="962383" y="185853"/>
          <a:ext cx="495878" cy="49587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5F04FA3-1618-4611-90A7-0CD03C3D5134}">
      <dsp:nvSpPr>
        <dsp:cNvPr id="0" name=""/>
        <dsp:cNvSpPr/>
      </dsp:nvSpPr>
      <dsp:spPr>
        <a:xfrm>
          <a:off x="501924" y="1135107"/>
          <a:ext cx="1416796" cy="56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b="1" u="none" kern="1200" dirty="0">
              <a:solidFill>
                <a:schemeClr val="tx1"/>
              </a:solidFill>
            </a:rPr>
            <a:t>Introduction</a:t>
          </a:r>
        </a:p>
      </dsp:txBody>
      <dsp:txXfrm>
        <a:off x="501924" y="1135107"/>
        <a:ext cx="1416796" cy="566718"/>
      </dsp:txXfrm>
    </dsp:sp>
    <dsp:sp modelId="{BAA2AC98-07B4-4482-AC2D-B8D4B9B492CE}">
      <dsp:nvSpPr>
        <dsp:cNvPr id="0" name=""/>
        <dsp:cNvSpPr/>
      </dsp:nvSpPr>
      <dsp:spPr>
        <a:xfrm>
          <a:off x="2442936" y="1669"/>
          <a:ext cx="864246" cy="864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6BE55BE-256F-4262-8CB6-72E54C3D4C18}">
      <dsp:nvSpPr>
        <dsp:cNvPr id="0" name=""/>
        <dsp:cNvSpPr/>
      </dsp:nvSpPr>
      <dsp:spPr>
        <a:xfrm>
          <a:off x="2627120" y="185853"/>
          <a:ext cx="495878" cy="49587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636535-90BC-40F3-A0B6-BCC8BC1EB09B}">
      <dsp:nvSpPr>
        <dsp:cNvPr id="0" name=""/>
        <dsp:cNvSpPr/>
      </dsp:nvSpPr>
      <dsp:spPr>
        <a:xfrm>
          <a:off x="2166661" y="1135107"/>
          <a:ext cx="1416796" cy="56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b="1" u="none" kern="1200" dirty="0">
              <a:solidFill>
                <a:schemeClr val="tx1"/>
              </a:solidFill>
            </a:rPr>
            <a:t>Summary</a:t>
          </a:r>
        </a:p>
      </dsp:txBody>
      <dsp:txXfrm>
        <a:off x="2166661" y="1135107"/>
        <a:ext cx="1416796" cy="566718"/>
      </dsp:txXfrm>
    </dsp:sp>
    <dsp:sp modelId="{55044F2C-83D4-479B-9557-B7435CF352B2}">
      <dsp:nvSpPr>
        <dsp:cNvPr id="0" name=""/>
        <dsp:cNvSpPr/>
      </dsp:nvSpPr>
      <dsp:spPr>
        <a:xfrm>
          <a:off x="4107672" y="1669"/>
          <a:ext cx="864246" cy="864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6DA3EEB-2959-44FE-AD24-0032A2D9D9D0}">
      <dsp:nvSpPr>
        <dsp:cNvPr id="0" name=""/>
        <dsp:cNvSpPr/>
      </dsp:nvSpPr>
      <dsp:spPr>
        <a:xfrm>
          <a:off x="4291856" y="185853"/>
          <a:ext cx="495878" cy="49587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CED6147-35CE-449D-A814-9D95814B85CB}">
      <dsp:nvSpPr>
        <dsp:cNvPr id="0" name=""/>
        <dsp:cNvSpPr/>
      </dsp:nvSpPr>
      <dsp:spPr>
        <a:xfrm>
          <a:off x="3831397" y="1135107"/>
          <a:ext cx="1416796" cy="56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b="1" u="none" kern="1200" dirty="0">
              <a:solidFill>
                <a:schemeClr val="tx1"/>
              </a:solidFill>
            </a:rPr>
            <a:t>Proposal</a:t>
          </a:r>
        </a:p>
      </dsp:txBody>
      <dsp:txXfrm>
        <a:off x="3831397" y="1135107"/>
        <a:ext cx="1416796" cy="566718"/>
      </dsp:txXfrm>
    </dsp:sp>
    <dsp:sp modelId="{909C6195-8C56-4A12-A143-A62E77D56B70}">
      <dsp:nvSpPr>
        <dsp:cNvPr id="0" name=""/>
        <dsp:cNvSpPr/>
      </dsp:nvSpPr>
      <dsp:spPr>
        <a:xfrm>
          <a:off x="1610568" y="2056025"/>
          <a:ext cx="864246" cy="864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42AA94-8234-4AFC-B2E7-A8231EBC5D61}">
      <dsp:nvSpPr>
        <dsp:cNvPr id="0" name=""/>
        <dsp:cNvSpPr/>
      </dsp:nvSpPr>
      <dsp:spPr>
        <a:xfrm>
          <a:off x="1794751" y="2240208"/>
          <a:ext cx="495878" cy="49587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1C79D51-A329-4CEB-8FDB-A921E8D3AE65}">
      <dsp:nvSpPr>
        <dsp:cNvPr id="0" name=""/>
        <dsp:cNvSpPr/>
      </dsp:nvSpPr>
      <dsp:spPr>
        <a:xfrm>
          <a:off x="1334292" y="3189462"/>
          <a:ext cx="1416796" cy="56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b="1" u="none" kern="1200" dirty="0">
              <a:solidFill>
                <a:schemeClr val="tx1"/>
              </a:solidFill>
            </a:rPr>
            <a:t>SMART QUESTION</a:t>
          </a:r>
        </a:p>
      </dsp:txBody>
      <dsp:txXfrm>
        <a:off x="1334292" y="3189462"/>
        <a:ext cx="1416796" cy="566718"/>
      </dsp:txXfrm>
    </dsp:sp>
    <dsp:sp modelId="{DA725F30-B103-4B49-9019-8ACC54FE079A}">
      <dsp:nvSpPr>
        <dsp:cNvPr id="0" name=""/>
        <dsp:cNvSpPr/>
      </dsp:nvSpPr>
      <dsp:spPr>
        <a:xfrm>
          <a:off x="3275304" y="2056025"/>
          <a:ext cx="864246" cy="864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15732E-3F6B-4EE5-A251-0DDA3BC7B294}">
      <dsp:nvSpPr>
        <dsp:cNvPr id="0" name=""/>
        <dsp:cNvSpPr/>
      </dsp:nvSpPr>
      <dsp:spPr>
        <a:xfrm>
          <a:off x="3459488" y="2240208"/>
          <a:ext cx="495878" cy="49587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6998A72-4481-4B3E-AFA5-CB7E79284DA0}">
      <dsp:nvSpPr>
        <dsp:cNvPr id="0" name=""/>
        <dsp:cNvSpPr/>
      </dsp:nvSpPr>
      <dsp:spPr>
        <a:xfrm>
          <a:off x="2999029" y="3189462"/>
          <a:ext cx="1416796" cy="56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b="1" u="none" kern="1200" dirty="0">
              <a:solidFill>
                <a:schemeClr val="tx1"/>
              </a:solidFill>
            </a:rPr>
            <a:t>Conclusion</a:t>
          </a:r>
        </a:p>
      </dsp:txBody>
      <dsp:txXfrm>
        <a:off x="2999029" y="3189462"/>
        <a:ext cx="1416796" cy="56671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60304F-5ED0-4A03-AFC6-0BE3641B009D}">
      <dsp:nvSpPr>
        <dsp:cNvPr id="0" name=""/>
        <dsp:cNvSpPr/>
      </dsp:nvSpPr>
      <dsp:spPr>
        <a:xfrm>
          <a:off x="0" y="1673"/>
          <a:ext cx="8356855" cy="84824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512962C-04DA-452B-B3D6-8D19D1DAA8CD}">
      <dsp:nvSpPr>
        <dsp:cNvPr id="0" name=""/>
        <dsp:cNvSpPr/>
      </dsp:nvSpPr>
      <dsp:spPr>
        <a:xfrm>
          <a:off x="256592" y="192527"/>
          <a:ext cx="466532" cy="46653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FD31817-848A-41C6-85DE-5059FFD16394}">
      <dsp:nvSpPr>
        <dsp:cNvPr id="0" name=""/>
        <dsp:cNvSpPr/>
      </dsp:nvSpPr>
      <dsp:spPr>
        <a:xfrm>
          <a:off x="979717" y="1673"/>
          <a:ext cx="7377137" cy="848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772" tIns="89772" rIns="89772" bIns="89772" numCol="1" spcCol="1270" anchor="ctr" anchorCtr="0">
          <a:noAutofit/>
        </a:bodyPr>
        <a:lstStyle/>
        <a:p>
          <a:pPr marL="0" lvl="0" indent="0" algn="l" defTabSz="622300">
            <a:lnSpc>
              <a:spcPct val="100000"/>
            </a:lnSpc>
            <a:spcBef>
              <a:spcPct val="0"/>
            </a:spcBef>
            <a:spcAft>
              <a:spcPct val="35000"/>
            </a:spcAft>
            <a:buNone/>
          </a:pPr>
          <a:r>
            <a:rPr lang="en-US" sz="1400" kern="1200" dirty="0"/>
            <a:t>This project investigates the relationship between lifestyle factors, health metrics, and the diagnosis of Coronary Heart Disease (CHD).</a:t>
          </a:r>
        </a:p>
      </dsp:txBody>
      <dsp:txXfrm>
        <a:off x="979717" y="1673"/>
        <a:ext cx="7377137" cy="848240"/>
      </dsp:txXfrm>
    </dsp:sp>
    <dsp:sp modelId="{3ADCAA36-0D0D-4F38-9530-42A3A2FAC09F}">
      <dsp:nvSpPr>
        <dsp:cNvPr id="0" name=""/>
        <dsp:cNvSpPr/>
      </dsp:nvSpPr>
      <dsp:spPr>
        <a:xfrm>
          <a:off x="0" y="1061973"/>
          <a:ext cx="8356855" cy="84824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2F87E8-F3C5-4D40-83D8-BCB2219AF24D}">
      <dsp:nvSpPr>
        <dsp:cNvPr id="0" name=""/>
        <dsp:cNvSpPr/>
      </dsp:nvSpPr>
      <dsp:spPr>
        <a:xfrm>
          <a:off x="256592" y="1252827"/>
          <a:ext cx="466532" cy="46653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F869C13-6386-498F-A261-A29723BE15CB}">
      <dsp:nvSpPr>
        <dsp:cNvPr id="0" name=""/>
        <dsp:cNvSpPr/>
      </dsp:nvSpPr>
      <dsp:spPr>
        <a:xfrm>
          <a:off x="979717" y="1061973"/>
          <a:ext cx="7377137" cy="848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772" tIns="89772" rIns="89772" bIns="89772" numCol="1" spcCol="1270" anchor="ctr" anchorCtr="0">
          <a:noAutofit/>
        </a:bodyPr>
        <a:lstStyle/>
        <a:p>
          <a:pPr marL="0" lvl="0" indent="0" algn="l" defTabSz="622300">
            <a:lnSpc>
              <a:spcPct val="100000"/>
            </a:lnSpc>
            <a:spcBef>
              <a:spcPct val="0"/>
            </a:spcBef>
            <a:spcAft>
              <a:spcPct val="35000"/>
            </a:spcAft>
            <a:buNone/>
          </a:pPr>
          <a:r>
            <a:rPr lang="en-US" sz="1400" kern="1200" dirty="0"/>
            <a:t>The analysis uses robust statistical methods, including T-tests, Chi-square tests, and ANOVA, to answer</a:t>
          </a:r>
          <a:r>
            <a:rPr lang="en-US" sz="1400" kern="1200" dirty="0">
              <a:latin typeface="Avenir Next LT Pro"/>
            </a:rPr>
            <a:t> SMART </a:t>
          </a:r>
          <a:r>
            <a:rPr lang="en-US" sz="1400" kern="1200" dirty="0"/>
            <a:t>questions.</a:t>
          </a:r>
        </a:p>
      </dsp:txBody>
      <dsp:txXfrm>
        <a:off x="979717" y="1061973"/>
        <a:ext cx="7377137" cy="848240"/>
      </dsp:txXfrm>
    </dsp:sp>
    <dsp:sp modelId="{2A641AD0-CCB8-433E-B9D0-5EA08BE521DC}">
      <dsp:nvSpPr>
        <dsp:cNvPr id="0" name=""/>
        <dsp:cNvSpPr/>
      </dsp:nvSpPr>
      <dsp:spPr>
        <a:xfrm>
          <a:off x="0" y="2122274"/>
          <a:ext cx="8356855" cy="84824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20B611-D930-4ADB-8B09-473FAC0ABAAF}">
      <dsp:nvSpPr>
        <dsp:cNvPr id="0" name=""/>
        <dsp:cNvSpPr/>
      </dsp:nvSpPr>
      <dsp:spPr>
        <a:xfrm>
          <a:off x="256592" y="2313128"/>
          <a:ext cx="466532" cy="46653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A7D33F4-DFF3-48FB-BF89-A6EF862AA172}">
      <dsp:nvSpPr>
        <dsp:cNvPr id="0" name=""/>
        <dsp:cNvSpPr/>
      </dsp:nvSpPr>
      <dsp:spPr>
        <a:xfrm>
          <a:off x="979717" y="2122274"/>
          <a:ext cx="7377137" cy="848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772" tIns="89772" rIns="89772" bIns="89772" numCol="1" spcCol="1270" anchor="ctr" anchorCtr="0">
          <a:noAutofit/>
        </a:bodyPr>
        <a:lstStyle/>
        <a:p>
          <a:pPr marL="0" lvl="0" indent="0" algn="l" defTabSz="622300">
            <a:lnSpc>
              <a:spcPct val="100000"/>
            </a:lnSpc>
            <a:spcBef>
              <a:spcPct val="0"/>
            </a:spcBef>
            <a:spcAft>
              <a:spcPct val="35000"/>
            </a:spcAft>
            <a:buNone/>
          </a:pPr>
          <a:r>
            <a:rPr lang="en-US" sz="1400" kern="1200" dirty="0"/>
            <a:t>The dataset was obtained from the CDC's Behavioral Risk Factor Surveillance System (BRFSS) 2024 annual data, which is publicly available at this link: </a:t>
          </a:r>
          <a:r>
            <a:rPr lang="en-US" sz="1400" kern="1200" dirty="0">
              <a:hlinkClick xmlns:r="http://schemas.openxmlformats.org/officeDocument/2006/relationships" r:id="rId7"/>
            </a:rPr>
            <a:t>Behavioral Risk Factor Survelliance System</a:t>
          </a:r>
          <a:endParaRPr lang="en-US" sz="1400" kern="1200" dirty="0"/>
        </a:p>
      </dsp:txBody>
      <dsp:txXfrm>
        <a:off x="979717" y="2122274"/>
        <a:ext cx="7377137" cy="848240"/>
      </dsp:txXfrm>
    </dsp:sp>
    <dsp:sp modelId="{C7FC2A9F-4BA8-421C-B72A-1A961C7362F7}">
      <dsp:nvSpPr>
        <dsp:cNvPr id="0" name=""/>
        <dsp:cNvSpPr/>
      </dsp:nvSpPr>
      <dsp:spPr>
        <a:xfrm>
          <a:off x="0" y="3182574"/>
          <a:ext cx="8356855" cy="84824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B3C6EC-C417-4DE0-8F54-7F8B750E1223}">
      <dsp:nvSpPr>
        <dsp:cNvPr id="0" name=""/>
        <dsp:cNvSpPr/>
      </dsp:nvSpPr>
      <dsp:spPr>
        <a:xfrm>
          <a:off x="256592" y="3373428"/>
          <a:ext cx="466532" cy="466532"/>
        </a:xfrm>
        <a:prstGeom prst="rect">
          <a:avLst/>
        </a:prstGeom>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F599309-80EE-4BD1-B0FC-5F31B1F37A73}">
      <dsp:nvSpPr>
        <dsp:cNvPr id="0" name=""/>
        <dsp:cNvSpPr/>
      </dsp:nvSpPr>
      <dsp:spPr>
        <a:xfrm>
          <a:off x="979717" y="3182574"/>
          <a:ext cx="7377137" cy="848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772" tIns="89772" rIns="89772" bIns="89772" numCol="1" spcCol="1270" anchor="ctr" anchorCtr="0">
          <a:noAutofit/>
        </a:bodyPr>
        <a:lstStyle/>
        <a:p>
          <a:pPr marL="0" lvl="0" indent="0" algn="l" defTabSz="622300">
            <a:lnSpc>
              <a:spcPct val="100000"/>
            </a:lnSpc>
            <a:spcBef>
              <a:spcPct val="0"/>
            </a:spcBef>
            <a:spcAft>
              <a:spcPct val="35000"/>
            </a:spcAft>
            <a:buNone/>
          </a:pPr>
          <a:r>
            <a:rPr lang="en-US" sz="1400" kern="1200" dirty="0"/>
            <a:t>The goal is to provide evidence-based insights that can support public health strategies to mitigate CHD risk factors.</a:t>
          </a:r>
        </a:p>
      </dsp:txBody>
      <dsp:txXfrm>
        <a:off x="979717" y="3182574"/>
        <a:ext cx="7377137" cy="84824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CAE72A9-67A2-4FB1-BBF6-740F2C2EAA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27B748C-466C-45D8-970C-D4FB4FE80CD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58ABBF3-49A8-4B3F-9773-22E67695BB12}" type="datetimeFigureOut">
              <a:rPr lang="en-US" smtClean="0"/>
              <a:t>10/13/2025</a:t>
            </a:fld>
            <a:endParaRPr lang="en-US" dirty="0"/>
          </a:p>
        </p:txBody>
      </p:sp>
      <p:sp>
        <p:nvSpPr>
          <p:cNvPr id="4" name="Footer Placeholder 3">
            <a:extLst>
              <a:ext uri="{FF2B5EF4-FFF2-40B4-BE49-F238E27FC236}">
                <a16:creationId xmlns:a16="http://schemas.microsoft.com/office/drawing/2014/main" id="{EAA8C23F-271A-4B7C-87EC-108046165C7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3E7ABF6-4152-4126-AC20-23B44A3111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EB6193-5AA7-489B-8575-00593FC261DE}" type="slidenum">
              <a:rPr lang="en-US" smtClean="0"/>
              <a:t>‹#›</a:t>
            </a:fld>
            <a:endParaRPr lang="en-US" dirty="0"/>
          </a:p>
        </p:txBody>
      </p:sp>
    </p:spTree>
    <p:extLst>
      <p:ext uri="{BB962C8B-B14F-4D97-AF65-F5344CB8AC3E}">
        <p14:creationId xmlns:p14="http://schemas.microsoft.com/office/powerpoint/2010/main" val="13054054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4AAC2B-A50D-4386-849A-6B59FB991B4C}" type="datetimeFigureOut">
              <a:rPr lang="en-US" smtClean="0"/>
              <a:t>10/13/2025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895658-EA1F-4910-80AB-4DA76E167475}" type="slidenum">
              <a:rPr lang="en-US" smtClean="0"/>
              <a:t>‹#›</a:t>
            </a:fld>
            <a:endParaRPr lang="en-US" dirty="0"/>
          </a:p>
        </p:txBody>
      </p:sp>
    </p:spTree>
    <p:extLst>
      <p:ext uri="{BB962C8B-B14F-4D97-AF65-F5344CB8AC3E}">
        <p14:creationId xmlns:p14="http://schemas.microsoft.com/office/powerpoint/2010/main" val="3414773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895658-EA1F-4910-80AB-4DA76E167475}" type="slidenum">
              <a:rPr lang="en-US" smtClean="0"/>
              <a:t>1</a:t>
            </a:fld>
            <a:endParaRPr lang="en-US" dirty="0"/>
          </a:p>
        </p:txBody>
      </p:sp>
    </p:spTree>
    <p:extLst>
      <p:ext uri="{BB962C8B-B14F-4D97-AF65-F5344CB8AC3E}">
        <p14:creationId xmlns:p14="http://schemas.microsoft.com/office/powerpoint/2010/main" val="24568643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21E60-5817-DC5C-9F31-DEF0588E55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476A26-A115-1257-34FB-8C96C2A31C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90A3C1-CC09-1A31-CE28-F7345537366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F7B2694-3A20-2A5D-6DEF-D806B6FBDBD8}"/>
              </a:ext>
            </a:extLst>
          </p:cNvPr>
          <p:cNvSpPr>
            <a:spLocks noGrp="1"/>
          </p:cNvSpPr>
          <p:nvPr>
            <p:ph type="sldNum" sz="quarter" idx="5"/>
          </p:nvPr>
        </p:nvSpPr>
        <p:spPr/>
        <p:txBody>
          <a:bodyPr/>
          <a:lstStyle/>
          <a:p>
            <a:fld id="{10895658-EA1F-4910-80AB-4DA76E167475}" type="slidenum">
              <a:rPr lang="en-US" smtClean="0"/>
              <a:t>2</a:t>
            </a:fld>
            <a:endParaRPr lang="en-US" dirty="0"/>
          </a:p>
        </p:txBody>
      </p:sp>
    </p:spTree>
    <p:extLst>
      <p:ext uri="{BB962C8B-B14F-4D97-AF65-F5344CB8AC3E}">
        <p14:creationId xmlns:p14="http://schemas.microsoft.com/office/powerpoint/2010/main" val="37097934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46C6E-6CAB-236E-2414-2F7B047AE2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65DACB-CED7-21B8-0F57-8673763A94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FB8E2C-8E17-64CD-1742-1417FAF8989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BCEE9F3-0A99-4860-60C4-54AB6AD942FF}"/>
              </a:ext>
            </a:extLst>
          </p:cNvPr>
          <p:cNvSpPr>
            <a:spLocks noGrp="1"/>
          </p:cNvSpPr>
          <p:nvPr>
            <p:ph type="sldNum" sz="quarter" idx="5"/>
          </p:nvPr>
        </p:nvSpPr>
        <p:spPr/>
        <p:txBody>
          <a:bodyPr/>
          <a:lstStyle/>
          <a:p>
            <a:fld id="{10895658-EA1F-4910-80AB-4DA76E167475}" type="slidenum">
              <a:rPr lang="en-US" smtClean="0"/>
              <a:t>3</a:t>
            </a:fld>
            <a:endParaRPr lang="en-US" dirty="0"/>
          </a:p>
        </p:txBody>
      </p:sp>
    </p:spTree>
    <p:extLst>
      <p:ext uri="{BB962C8B-B14F-4D97-AF65-F5344CB8AC3E}">
        <p14:creationId xmlns:p14="http://schemas.microsoft.com/office/powerpoint/2010/main" val="30662899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B832B-08D4-E11F-42B4-D8DD7DED2D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82FCAF-AB4C-30F3-657B-D8AEFE6332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F28387-4E26-8B4E-20D4-990D080CF68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5CD6133-9E7C-3C73-C68A-04F21CE1B173}"/>
              </a:ext>
            </a:extLst>
          </p:cNvPr>
          <p:cNvSpPr>
            <a:spLocks noGrp="1"/>
          </p:cNvSpPr>
          <p:nvPr>
            <p:ph type="sldNum" sz="quarter" idx="5"/>
          </p:nvPr>
        </p:nvSpPr>
        <p:spPr/>
        <p:txBody>
          <a:bodyPr/>
          <a:lstStyle/>
          <a:p>
            <a:fld id="{10895658-EA1F-4910-80AB-4DA76E167475}" type="slidenum">
              <a:rPr lang="en-US" smtClean="0"/>
              <a:t>4</a:t>
            </a:fld>
            <a:endParaRPr lang="en-US" dirty="0"/>
          </a:p>
        </p:txBody>
      </p:sp>
    </p:spTree>
    <p:extLst>
      <p:ext uri="{BB962C8B-B14F-4D97-AF65-F5344CB8AC3E}">
        <p14:creationId xmlns:p14="http://schemas.microsoft.com/office/powerpoint/2010/main" val="35279024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25630-C85E-0FBC-8E10-B9A995490F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4DCEA-702D-083F-5759-2F8970CD61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112F9B-3523-004C-8DBF-D9148376BD9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F0FD3C1-090D-4324-6613-93F2063BEFFF}"/>
              </a:ext>
            </a:extLst>
          </p:cNvPr>
          <p:cNvSpPr>
            <a:spLocks noGrp="1"/>
          </p:cNvSpPr>
          <p:nvPr>
            <p:ph type="sldNum" sz="quarter" idx="5"/>
          </p:nvPr>
        </p:nvSpPr>
        <p:spPr/>
        <p:txBody>
          <a:bodyPr/>
          <a:lstStyle/>
          <a:p>
            <a:fld id="{10895658-EA1F-4910-80AB-4DA76E167475}" type="slidenum">
              <a:rPr lang="en-US" smtClean="0"/>
              <a:t>5</a:t>
            </a:fld>
            <a:endParaRPr lang="en-US" dirty="0"/>
          </a:p>
        </p:txBody>
      </p:sp>
    </p:spTree>
    <p:extLst>
      <p:ext uri="{BB962C8B-B14F-4D97-AF65-F5344CB8AC3E}">
        <p14:creationId xmlns:p14="http://schemas.microsoft.com/office/powerpoint/2010/main" val="278832015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Master" Target="../slideMasters/slideMaster1.xml"/><Relationship Id="rId6" Type="http://schemas.openxmlformats.org/officeDocument/2006/relationships/image" Target="../media/image16.png"/><Relationship Id="rId5" Type="http://schemas.openxmlformats.org/officeDocument/2006/relationships/image" Target="../media/image15.svg"/><Relationship Id="rId10" Type="http://schemas.openxmlformats.org/officeDocument/2006/relationships/image" Target="../media/image5.png"/><Relationship Id="rId4" Type="http://schemas.openxmlformats.org/officeDocument/2006/relationships/image" Target="../media/image14.png"/><Relationship Id="rId9"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7.svg"/><Relationship Id="rId7" Type="http://schemas.openxmlformats.org/officeDocument/2006/relationships/image" Target="../media/image24.sv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23.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26.svg"/><Relationship Id="rId4" Type="http://schemas.openxmlformats.org/officeDocument/2006/relationships/image" Target="../media/image2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5" Type="http://schemas.openxmlformats.org/officeDocument/2006/relationships/image" Target="../media/image26.svg"/><Relationship Id="rId4" Type="http://schemas.openxmlformats.org/officeDocument/2006/relationships/image" Target="../media/image2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9AF4D7D-42EC-4F30-296A-81B05C4E7D57}"/>
              </a:ext>
              <a:ext uri="{C183D7F6-B498-43B3-948B-1728B52AA6E4}">
                <adec:decorative xmlns:adec="http://schemas.microsoft.com/office/drawing/2017/decorative" val="1"/>
              </a:ext>
            </a:extLst>
          </p:cNvPr>
          <p:cNvGrpSpPr/>
          <p:nvPr userDrawn="1"/>
        </p:nvGrpSpPr>
        <p:grpSpPr>
          <a:xfrm>
            <a:off x="0" y="0"/>
            <a:ext cx="6843092" cy="6858000"/>
            <a:chOff x="0" y="0"/>
            <a:chExt cx="6843092" cy="6858000"/>
          </a:xfrm>
        </p:grpSpPr>
        <p:sp>
          <p:nvSpPr>
            <p:cNvPr id="344" name="Rectangle 343">
              <a:extLst>
                <a:ext uri="{FF2B5EF4-FFF2-40B4-BE49-F238E27FC236}">
                  <a16:creationId xmlns:a16="http://schemas.microsoft.com/office/drawing/2014/main" id="{0685D98A-CA5A-4C48-9AEB-4C1A201237A1}"/>
                </a:ext>
              </a:extLst>
            </p:cNvPr>
            <p:cNvSpPr/>
            <p:nvPr userDrawn="1"/>
          </p:nvSpPr>
          <p:spPr>
            <a:xfrm>
              <a:off x="2021206" y="4828032"/>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1F97041-3EE3-4F17-990B-3AC264934EF0}"/>
                </a:ext>
              </a:extLst>
            </p:cNvPr>
            <p:cNvSpPr/>
            <p:nvPr userDrawn="1"/>
          </p:nvSpPr>
          <p:spPr>
            <a:xfrm>
              <a:off x="0" y="0"/>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1DA30E2-82DB-4AA1-B134-9482F5CD7689}"/>
                </a:ext>
              </a:extLst>
            </p:cNvPr>
            <p:cNvSpPr/>
            <p:nvPr userDrawn="1"/>
          </p:nvSpPr>
          <p:spPr>
            <a:xfrm>
              <a:off x="2457970" y="1686431"/>
              <a:ext cx="1828800" cy="1828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502070B-3F7D-436A-849C-FB64175E8B45}"/>
                </a:ext>
              </a:extLst>
            </p:cNvPr>
            <p:cNvSpPr/>
            <p:nvPr userDrawn="1"/>
          </p:nvSpPr>
          <p:spPr>
            <a:xfrm>
              <a:off x="0" y="6108192"/>
              <a:ext cx="2029968" cy="7498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9">
              <a:extLst>
                <a:ext uri="{FF2B5EF4-FFF2-40B4-BE49-F238E27FC236}">
                  <a16:creationId xmlns:a16="http://schemas.microsoft.com/office/drawing/2014/main" id="{675AAC8A-F8AB-44A3-9748-96464E9E0B6B}"/>
                </a:ext>
              </a:extLst>
            </p:cNvPr>
            <p:cNvSpPr/>
            <p:nvPr userDrawn="1"/>
          </p:nvSpPr>
          <p:spPr>
            <a:xfrm>
              <a:off x="4054172" y="4069080"/>
              <a:ext cx="2788920" cy="2788920"/>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6" name="Group 115">
              <a:extLst>
                <a:ext uri="{FF2B5EF4-FFF2-40B4-BE49-F238E27FC236}">
                  <a16:creationId xmlns:a16="http://schemas.microsoft.com/office/drawing/2014/main" id="{AC3F6810-4D95-4C6E-A30A-459BAD7510FE}"/>
                </a:ext>
              </a:extLst>
            </p:cNvPr>
            <p:cNvGrpSpPr/>
            <p:nvPr userDrawn="1"/>
          </p:nvGrpSpPr>
          <p:grpSpPr>
            <a:xfrm>
              <a:off x="23853" y="2101527"/>
              <a:ext cx="1920240" cy="1920240"/>
              <a:chOff x="5361924" y="7472790"/>
              <a:chExt cx="1828800" cy="1828800"/>
            </a:xfrm>
          </p:grpSpPr>
          <p:grpSp>
            <p:nvGrpSpPr>
              <p:cNvPr id="115" name="Group 114">
                <a:extLst>
                  <a:ext uri="{FF2B5EF4-FFF2-40B4-BE49-F238E27FC236}">
                    <a16:creationId xmlns:a16="http://schemas.microsoft.com/office/drawing/2014/main" id="{81973B3A-7185-45FB-A2E6-A7BDE6414DF3}"/>
                  </a:ext>
                </a:extLst>
              </p:cNvPr>
              <p:cNvGrpSpPr/>
              <p:nvPr userDrawn="1"/>
            </p:nvGrpSpPr>
            <p:grpSpPr>
              <a:xfrm>
                <a:off x="5361924" y="7472790"/>
                <a:ext cx="1828800" cy="1828800"/>
                <a:chOff x="5361924" y="7472790"/>
                <a:chExt cx="1828800" cy="1828800"/>
              </a:xfrm>
            </p:grpSpPr>
            <p:grpSp>
              <p:nvGrpSpPr>
                <p:cNvPr id="99" name="Group 98">
                  <a:extLst>
                    <a:ext uri="{FF2B5EF4-FFF2-40B4-BE49-F238E27FC236}">
                      <a16:creationId xmlns:a16="http://schemas.microsoft.com/office/drawing/2014/main" id="{DACFFF66-0600-406E-AF42-9FD8E8EDB397}"/>
                    </a:ext>
                  </a:extLst>
                </p:cNvPr>
                <p:cNvGrpSpPr/>
                <p:nvPr userDrawn="1"/>
              </p:nvGrpSpPr>
              <p:grpSpPr>
                <a:xfrm>
                  <a:off x="5361924" y="7472790"/>
                  <a:ext cx="1828800" cy="1828800"/>
                  <a:chOff x="5388428" y="7173291"/>
                  <a:chExt cx="1828800" cy="1828800"/>
                </a:xfrm>
              </p:grpSpPr>
              <p:grpSp>
                <p:nvGrpSpPr>
                  <p:cNvPr id="96" name="Group 95">
                    <a:extLst>
                      <a:ext uri="{FF2B5EF4-FFF2-40B4-BE49-F238E27FC236}">
                        <a16:creationId xmlns:a16="http://schemas.microsoft.com/office/drawing/2014/main" id="{9411687D-2631-487B-AEAB-39750C9E52BF}"/>
                      </a:ext>
                    </a:extLst>
                  </p:cNvPr>
                  <p:cNvGrpSpPr/>
                  <p:nvPr userDrawn="1"/>
                </p:nvGrpSpPr>
                <p:grpSpPr>
                  <a:xfrm>
                    <a:off x="5388428" y="7173291"/>
                    <a:ext cx="1828800" cy="1828800"/>
                    <a:chOff x="5388428" y="7173291"/>
                    <a:chExt cx="1828800" cy="1828800"/>
                  </a:xfrm>
                </p:grpSpPr>
                <p:grpSp>
                  <p:nvGrpSpPr>
                    <p:cNvPr id="90" name="Group 89">
                      <a:extLst>
                        <a:ext uri="{FF2B5EF4-FFF2-40B4-BE49-F238E27FC236}">
                          <a16:creationId xmlns:a16="http://schemas.microsoft.com/office/drawing/2014/main" id="{4BDDEAF6-0726-4BF4-96D7-EBA489ABF3E5}"/>
                        </a:ext>
                      </a:extLst>
                    </p:cNvPr>
                    <p:cNvGrpSpPr/>
                    <p:nvPr userDrawn="1"/>
                  </p:nvGrpSpPr>
                  <p:grpSpPr>
                    <a:xfrm>
                      <a:off x="5388428" y="7173291"/>
                      <a:ext cx="1828800" cy="1828800"/>
                      <a:chOff x="5579044" y="7049770"/>
                      <a:chExt cx="1828800" cy="1828800"/>
                    </a:xfrm>
                  </p:grpSpPr>
                  <p:grpSp>
                    <p:nvGrpSpPr>
                      <p:cNvPr id="89" name="Group 88">
                        <a:extLst>
                          <a:ext uri="{FF2B5EF4-FFF2-40B4-BE49-F238E27FC236}">
                            <a16:creationId xmlns:a16="http://schemas.microsoft.com/office/drawing/2014/main" id="{F80BBFBA-D0FB-4E20-8981-F569A2A0B678}"/>
                          </a:ext>
                        </a:extLst>
                      </p:cNvPr>
                      <p:cNvGrpSpPr/>
                      <p:nvPr userDrawn="1"/>
                    </p:nvGrpSpPr>
                    <p:grpSpPr>
                      <a:xfrm>
                        <a:off x="5579044" y="7049770"/>
                        <a:ext cx="1828800" cy="1828800"/>
                        <a:chOff x="5579044" y="7049770"/>
                        <a:chExt cx="1828800" cy="1828800"/>
                      </a:xfrm>
                    </p:grpSpPr>
                    <p:grpSp>
                      <p:nvGrpSpPr>
                        <p:cNvPr id="86" name="Group 85">
                          <a:extLst>
                            <a:ext uri="{FF2B5EF4-FFF2-40B4-BE49-F238E27FC236}">
                              <a16:creationId xmlns:a16="http://schemas.microsoft.com/office/drawing/2014/main" id="{6B3BCF7C-4204-4B1A-8371-96E859FC8425}"/>
                            </a:ext>
                          </a:extLst>
                        </p:cNvPr>
                        <p:cNvGrpSpPr/>
                        <p:nvPr userDrawn="1"/>
                      </p:nvGrpSpPr>
                      <p:grpSpPr>
                        <a:xfrm>
                          <a:off x="5579044" y="7049770"/>
                          <a:ext cx="1828800" cy="1828800"/>
                          <a:chOff x="5579044" y="7049770"/>
                          <a:chExt cx="1828800" cy="1828800"/>
                        </a:xfrm>
                      </p:grpSpPr>
                      <p:grpSp>
                        <p:nvGrpSpPr>
                          <p:cNvPr id="83" name="Group 82">
                            <a:extLst>
                              <a:ext uri="{FF2B5EF4-FFF2-40B4-BE49-F238E27FC236}">
                                <a16:creationId xmlns:a16="http://schemas.microsoft.com/office/drawing/2014/main" id="{31CF95CD-48BB-4659-870A-21584266D83F}"/>
                              </a:ext>
                            </a:extLst>
                          </p:cNvPr>
                          <p:cNvGrpSpPr/>
                          <p:nvPr userDrawn="1"/>
                        </p:nvGrpSpPr>
                        <p:grpSpPr>
                          <a:xfrm>
                            <a:off x="5579044" y="7049770"/>
                            <a:ext cx="1828800" cy="1828800"/>
                            <a:chOff x="5579044" y="7049770"/>
                            <a:chExt cx="1828800" cy="1828800"/>
                          </a:xfrm>
                        </p:grpSpPr>
                        <p:sp>
                          <p:nvSpPr>
                            <p:cNvPr id="78" name="Oval 77">
                              <a:extLst>
                                <a:ext uri="{FF2B5EF4-FFF2-40B4-BE49-F238E27FC236}">
                                  <a16:creationId xmlns:a16="http://schemas.microsoft.com/office/drawing/2014/main" id="{871E1954-F3FD-427D-8FFA-F28839673545}"/>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80" name="Oval 79">
                              <a:extLst>
                                <a:ext uri="{FF2B5EF4-FFF2-40B4-BE49-F238E27FC236}">
                                  <a16:creationId xmlns:a16="http://schemas.microsoft.com/office/drawing/2014/main" id="{B655BD1D-8AE2-43E7-B1D4-17923D0E0171}"/>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2" name="Oval 81">
                            <a:extLst>
                              <a:ext uri="{FF2B5EF4-FFF2-40B4-BE49-F238E27FC236}">
                                <a16:creationId xmlns:a16="http://schemas.microsoft.com/office/drawing/2014/main" id="{9F92C461-5E10-49F3-B4F0-F320512C0756}"/>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5" name="Oval 84">
                          <a:extLst>
                            <a:ext uri="{FF2B5EF4-FFF2-40B4-BE49-F238E27FC236}">
                              <a16:creationId xmlns:a16="http://schemas.microsoft.com/office/drawing/2014/main" id="{A6D57951-375C-41E9-BF45-DFC40F8E0A1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8" name="Oval 87">
                        <a:extLst>
                          <a:ext uri="{FF2B5EF4-FFF2-40B4-BE49-F238E27FC236}">
                            <a16:creationId xmlns:a16="http://schemas.microsoft.com/office/drawing/2014/main" id="{E4A4216D-DF9B-4DD9-989C-1F4040F3F4F7}"/>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2" name="Oval 91">
                      <a:extLst>
                        <a:ext uri="{FF2B5EF4-FFF2-40B4-BE49-F238E27FC236}">
                          <a16:creationId xmlns:a16="http://schemas.microsoft.com/office/drawing/2014/main" id="{3DCCC81D-9EE7-47A8-8A4C-74B5E047A336}"/>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5" name="Oval 94">
                    <a:extLst>
                      <a:ext uri="{FF2B5EF4-FFF2-40B4-BE49-F238E27FC236}">
                        <a16:creationId xmlns:a16="http://schemas.microsoft.com/office/drawing/2014/main" id="{9985F9FD-CFFB-417E-A560-28BD7BC7EE86}"/>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8" name="Oval 97">
                  <a:extLst>
                    <a:ext uri="{FF2B5EF4-FFF2-40B4-BE49-F238E27FC236}">
                      <a16:creationId xmlns:a16="http://schemas.microsoft.com/office/drawing/2014/main" id="{9A923F7B-7D75-4E04-AE62-D5B99F645756}"/>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2" name="Oval 101">
                  <a:extLst>
                    <a:ext uri="{FF2B5EF4-FFF2-40B4-BE49-F238E27FC236}">
                      <a16:creationId xmlns:a16="http://schemas.microsoft.com/office/drawing/2014/main" id="{F0239D2C-73EF-42E3-B73F-E69B7C27F65B}"/>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5" name="Oval 104">
                  <a:extLst>
                    <a:ext uri="{FF2B5EF4-FFF2-40B4-BE49-F238E27FC236}">
                      <a16:creationId xmlns:a16="http://schemas.microsoft.com/office/drawing/2014/main" id="{59BA1C3D-ADED-4596-8A9D-3DEC7E848945}"/>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8" name="Oval 107">
                  <a:extLst>
                    <a:ext uri="{FF2B5EF4-FFF2-40B4-BE49-F238E27FC236}">
                      <a16:creationId xmlns:a16="http://schemas.microsoft.com/office/drawing/2014/main" id="{015F2BFA-6803-42A0-A870-794B120EF574}"/>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10" name="Oval 109">
                  <a:extLst>
                    <a:ext uri="{FF2B5EF4-FFF2-40B4-BE49-F238E27FC236}">
                      <a16:creationId xmlns:a16="http://schemas.microsoft.com/office/drawing/2014/main" id="{E09A173D-9FE5-446C-B59E-5D7C0A00BF6C}"/>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13" name="Oval 112">
                <a:extLst>
                  <a:ext uri="{FF2B5EF4-FFF2-40B4-BE49-F238E27FC236}">
                    <a16:creationId xmlns:a16="http://schemas.microsoft.com/office/drawing/2014/main" id="{974C3792-995F-4717-8C8B-089BBA7DE9C7}"/>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3" name="Freeform: Shape 22">
              <a:extLst>
                <a:ext uri="{FF2B5EF4-FFF2-40B4-BE49-F238E27FC236}">
                  <a16:creationId xmlns:a16="http://schemas.microsoft.com/office/drawing/2014/main" id="{C8FD950B-0E2B-4905-8DE9-195E24B2ABE7}"/>
                </a:ext>
              </a:extLst>
            </p:cNvPr>
            <p:cNvSpPr/>
            <p:nvPr userDrawn="1"/>
          </p:nvSpPr>
          <p:spPr>
            <a:xfrm rot="10800000">
              <a:off x="1013527" y="204317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8" name="Rectangle 9">
              <a:extLst>
                <a:ext uri="{FF2B5EF4-FFF2-40B4-BE49-F238E27FC236}">
                  <a16:creationId xmlns:a16="http://schemas.microsoft.com/office/drawing/2014/main" id="{D0B57759-E007-4FD0-9C6B-356DC53050C4}"/>
                </a:ext>
              </a:extLst>
            </p:cNvPr>
            <p:cNvSpPr/>
            <p:nvPr userDrawn="1"/>
          </p:nvSpPr>
          <p:spPr>
            <a:xfrm rot="5400000">
              <a:off x="2028432" y="4821048"/>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5" name="Oval 174">
              <a:extLst>
                <a:ext uri="{FF2B5EF4-FFF2-40B4-BE49-F238E27FC236}">
                  <a16:creationId xmlns:a16="http://schemas.microsoft.com/office/drawing/2014/main" id="{273C520A-0126-47DA-A75B-1A38883907A2}"/>
                </a:ext>
              </a:extLst>
            </p:cNvPr>
            <p:cNvSpPr/>
            <p:nvPr userDrawn="1"/>
          </p:nvSpPr>
          <p:spPr>
            <a:xfrm>
              <a:off x="861942" y="888111"/>
              <a:ext cx="274320" cy="2743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1" name="Rectangle 290">
              <a:extLst>
                <a:ext uri="{FF2B5EF4-FFF2-40B4-BE49-F238E27FC236}">
                  <a16:creationId xmlns:a16="http://schemas.microsoft.com/office/drawing/2014/main" id="{AB12487D-8BC9-4BEB-B6A7-B9DD702B2BD3}"/>
                </a:ext>
              </a:extLst>
            </p:cNvPr>
            <p:cNvSpPr/>
            <p:nvPr userDrawn="1"/>
          </p:nvSpPr>
          <p:spPr>
            <a:xfrm>
              <a:off x="0" y="4082178"/>
              <a:ext cx="2029968"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7" name="Graphic 296">
              <a:extLst>
                <a:ext uri="{FF2B5EF4-FFF2-40B4-BE49-F238E27FC236}">
                  <a16:creationId xmlns:a16="http://schemas.microsoft.com/office/drawing/2014/main" id="{AEE6DE36-A3C9-4D40-B471-F49B6A875D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2029016" y="2051944"/>
              <a:ext cx="2029968" cy="2029968"/>
            </a:xfrm>
            <a:prstGeom prst="rect">
              <a:avLst/>
            </a:prstGeom>
          </p:spPr>
        </p:pic>
        <p:pic>
          <p:nvPicPr>
            <p:cNvPr id="299" name="Graphic 298">
              <a:extLst>
                <a:ext uri="{FF2B5EF4-FFF2-40B4-BE49-F238E27FC236}">
                  <a16:creationId xmlns:a16="http://schemas.microsoft.com/office/drawing/2014/main" id="{99FF86FA-8891-4235-B88B-CFCA3B57E53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4078224"/>
              <a:ext cx="2029968" cy="2029968"/>
            </a:xfrm>
            <a:prstGeom prst="rect">
              <a:avLst/>
            </a:prstGeom>
          </p:spPr>
        </p:pic>
        <p:cxnSp>
          <p:nvCxnSpPr>
            <p:cNvPr id="170" name="Straight Connector 169">
              <a:extLst>
                <a:ext uri="{FF2B5EF4-FFF2-40B4-BE49-F238E27FC236}">
                  <a16:creationId xmlns:a16="http://schemas.microsoft.com/office/drawing/2014/main" id="{7ADD6DC9-9036-47C7-AAE5-8AF23CE0C81D}"/>
                </a:ext>
              </a:extLst>
            </p:cNvPr>
            <p:cNvCxnSpPr>
              <a:cxnSpLocks/>
            </p:cNvCxnSpPr>
            <p:nvPr userDrawn="1"/>
          </p:nvCxnSpPr>
          <p:spPr>
            <a:xfrm>
              <a:off x="974376" y="989441"/>
              <a:ext cx="5867327" cy="586720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714772" y="677918"/>
            <a:ext cx="6856292" cy="3590596"/>
          </a:xfrm>
        </p:spPr>
        <p:txBody>
          <a:bodyPr anchor="ctr"/>
          <a:lstStyle>
            <a:lvl1pPr algn="l">
              <a:defRPr sz="6000" cap="all" baseline="0">
                <a:solidFill>
                  <a:schemeClr val="tx2"/>
                </a:solidFill>
              </a:defRPr>
            </a:lvl1pPr>
          </a:lstStyle>
          <a:p>
            <a:r>
              <a:rPr lang="en-US" dirty="0"/>
              <a:t>Click to add title</a:t>
            </a:r>
          </a:p>
        </p:txBody>
      </p:sp>
    </p:spTree>
    <p:extLst>
      <p:ext uri="{BB962C8B-B14F-4D97-AF65-F5344CB8AC3E}">
        <p14:creationId xmlns:p14="http://schemas.microsoft.com/office/powerpoint/2010/main" val="670392170"/>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4933950" y="429461"/>
            <a:ext cx="6343650" cy="2668463"/>
          </a:xfrm>
        </p:spPr>
        <p:txBody>
          <a:bodyPr anchor="b" anchorCtr="0"/>
          <a:lstStyle>
            <a:lvl1pPr>
              <a:defRPr cap="all" baseline="0">
                <a:solidFill>
                  <a:schemeClr val="accent1"/>
                </a:solidFill>
              </a:defRPr>
            </a:lvl1pPr>
          </a:lstStyle>
          <a:p>
            <a:r>
              <a:rPr lang="en-US" dirty="0"/>
              <a:t>CLICK TO ADD TITLE</a:t>
            </a:r>
          </a:p>
        </p:txBody>
      </p:sp>
      <p:sp>
        <p:nvSpPr>
          <p:cNvPr id="7" name="Content Placeholder 2">
            <a:extLst>
              <a:ext uri="{FF2B5EF4-FFF2-40B4-BE49-F238E27FC236}">
                <a16:creationId xmlns:a16="http://schemas.microsoft.com/office/drawing/2014/main" id="{F183B974-C7F1-5026-EC6E-647371B64BBB}"/>
              </a:ext>
            </a:extLst>
          </p:cNvPr>
          <p:cNvSpPr>
            <a:spLocks noGrp="1"/>
          </p:cNvSpPr>
          <p:nvPr>
            <p:ph sz="half" idx="14" hasCustomPrompt="1"/>
          </p:nvPr>
        </p:nvSpPr>
        <p:spPr>
          <a:xfrm>
            <a:off x="4938712" y="3299953"/>
            <a:ext cx="6338888" cy="2668463"/>
          </a:xfrm>
        </p:spPr>
        <p:txBody>
          <a:bodyPr>
            <a:normAutofit/>
          </a:bodyPr>
          <a:lstStyle>
            <a:lvl1pPr marL="0" indent="0">
              <a:lnSpc>
                <a:spcPct val="150000"/>
              </a:lnSpc>
              <a:spcBef>
                <a:spcPts val="0"/>
              </a:spcBef>
              <a:spcAft>
                <a:spcPts val="0"/>
              </a:spcAft>
              <a:buFont typeface="Arial" panose="020B0604020202020204" pitchFamily="34" charset="0"/>
              <a:buNone/>
              <a:defRPr sz="24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3" name="Group 2">
            <a:extLst>
              <a:ext uri="{FF2B5EF4-FFF2-40B4-BE49-F238E27FC236}">
                <a16:creationId xmlns:a16="http://schemas.microsoft.com/office/drawing/2014/main" id="{464914EB-20DD-97B4-8FF9-94D739D21CA4}"/>
              </a:ext>
              <a:ext uri="{C183D7F6-B498-43B3-948B-1728B52AA6E4}">
                <adec:decorative xmlns:adec="http://schemas.microsoft.com/office/drawing/2017/decorative" val="1"/>
              </a:ext>
            </a:extLst>
          </p:cNvPr>
          <p:cNvGrpSpPr/>
          <p:nvPr userDrawn="1"/>
        </p:nvGrpSpPr>
        <p:grpSpPr>
          <a:xfrm>
            <a:off x="-9867" y="-7753"/>
            <a:ext cx="4187536" cy="6865753"/>
            <a:chOff x="-9867" y="-7753"/>
            <a:chExt cx="4187536" cy="6865753"/>
          </a:xfrm>
        </p:grpSpPr>
        <p:sp>
          <p:nvSpPr>
            <p:cNvPr id="64" name="Rectangle 63">
              <a:extLst>
                <a:ext uri="{FF2B5EF4-FFF2-40B4-BE49-F238E27FC236}">
                  <a16:creationId xmlns:a16="http://schemas.microsoft.com/office/drawing/2014/main" id="{0407AED1-9974-465A-BC9C-530E270105DE}"/>
                </a:ext>
              </a:extLst>
            </p:cNvPr>
            <p:cNvSpPr/>
            <p:nvPr userDrawn="1"/>
          </p:nvSpPr>
          <p:spPr>
            <a:xfrm flipH="1">
              <a:off x="0" y="2021358"/>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808ADBC6-C9BE-4302-A86A-4AC842874C24}"/>
                </a:ext>
              </a:extLst>
            </p:cNvPr>
            <p:cNvSpPr/>
            <p:nvPr userDrawn="1"/>
          </p:nvSpPr>
          <p:spPr>
            <a:xfrm>
              <a:off x="2029604" y="2031653"/>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02B04AFC-F339-4DFB-AA44-D68317065E02}"/>
                </a:ext>
              </a:extLst>
            </p:cNvPr>
            <p:cNvSpPr/>
            <p:nvPr userDrawn="1"/>
          </p:nvSpPr>
          <p:spPr>
            <a:xfrm>
              <a:off x="2028253" y="4052815"/>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Picture 19" descr="A black and white striped pattern&#10;&#10;Description automatically generated with low confidence">
              <a:extLst>
                <a:ext uri="{FF2B5EF4-FFF2-40B4-BE49-F238E27FC236}">
                  <a16:creationId xmlns:a16="http://schemas.microsoft.com/office/drawing/2014/main" id="{E88B2398-8473-499F-836C-F3AF518F5BB2}"/>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2033015" y="5086646"/>
              <a:ext cx="2019299" cy="999451"/>
            </a:xfrm>
            <a:prstGeom prst="rect">
              <a:avLst/>
            </a:prstGeom>
          </p:spPr>
        </p:pic>
        <p:pic>
          <p:nvPicPr>
            <p:cNvPr id="26" name="Graphic 25">
              <a:extLst>
                <a:ext uri="{FF2B5EF4-FFF2-40B4-BE49-F238E27FC236}">
                  <a16:creationId xmlns:a16="http://schemas.microsoft.com/office/drawing/2014/main" id="{E1BC9BFE-80C0-4DA9-92DB-070C41E412B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a:off x="-9867" y="-1076"/>
              <a:ext cx="2029968" cy="2029968"/>
            </a:xfrm>
            <a:prstGeom prst="rect">
              <a:avLst/>
            </a:prstGeom>
          </p:spPr>
        </p:pic>
        <p:sp>
          <p:nvSpPr>
            <p:cNvPr id="31" name="Rectangle 30">
              <a:extLst>
                <a:ext uri="{FF2B5EF4-FFF2-40B4-BE49-F238E27FC236}">
                  <a16:creationId xmlns:a16="http://schemas.microsoft.com/office/drawing/2014/main" id="{A522571C-09D3-4F39-B963-76F80D9973F1}"/>
                </a:ext>
              </a:extLst>
            </p:cNvPr>
            <p:cNvSpPr/>
            <p:nvPr userDrawn="1"/>
          </p:nvSpPr>
          <p:spPr>
            <a:xfrm>
              <a:off x="2029968" y="6045049"/>
              <a:ext cx="2029968" cy="81295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20268D7D-D5FB-492C-8D00-3E866534BD42}"/>
                </a:ext>
              </a:extLst>
            </p:cNvPr>
            <p:cNvSpPr/>
            <p:nvPr userDrawn="1"/>
          </p:nvSpPr>
          <p:spPr>
            <a:xfrm flipH="1">
              <a:off x="0" y="4828032"/>
              <a:ext cx="2032942" cy="202996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Graphic 13">
              <a:extLst>
                <a:ext uri="{FF2B5EF4-FFF2-40B4-BE49-F238E27FC236}">
                  <a16:creationId xmlns:a16="http://schemas.microsoft.com/office/drawing/2014/main" id="{54BCEF24-C76B-44E5-A457-E55658E8EB8B}"/>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860" y="4828032"/>
              <a:ext cx="2029968" cy="2029968"/>
            </a:xfrm>
            <a:prstGeom prst="rect">
              <a:avLst/>
            </a:prstGeom>
          </p:spPr>
        </p:pic>
        <p:grpSp>
          <p:nvGrpSpPr>
            <p:cNvPr id="40" name="Group 39">
              <a:extLst>
                <a:ext uri="{FF2B5EF4-FFF2-40B4-BE49-F238E27FC236}">
                  <a16:creationId xmlns:a16="http://schemas.microsoft.com/office/drawing/2014/main" id="{18216784-417D-44A8-8CF1-C0CAF410EB9B}"/>
                </a:ext>
              </a:extLst>
            </p:cNvPr>
            <p:cNvGrpSpPr/>
            <p:nvPr userDrawn="1"/>
          </p:nvGrpSpPr>
          <p:grpSpPr>
            <a:xfrm>
              <a:off x="100242" y="2099803"/>
              <a:ext cx="1920240" cy="1920240"/>
              <a:chOff x="5361924" y="7472790"/>
              <a:chExt cx="1828800" cy="1828800"/>
            </a:xfrm>
          </p:grpSpPr>
          <p:grpSp>
            <p:nvGrpSpPr>
              <p:cNvPr id="41" name="Group 40">
                <a:extLst>
                  <a:ext uri="{FF2B5EF4-FFF2-40B4-BE49-F238E27FC236}">
                    <a16:creationId xmlns:a16="http://schemas.microsoft.com/office/drawing/2014/main" id="{FFF90BA2-E949-4FDF-A88E-B68F607E3205}"/>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id="{41F18930-2C24-4BA6-A1EB-BF1644EE8558}"/>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id="{D5953E65-C24C-4C83-86BB-E4A6D2532FDF}"/>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id="{0B9DA7A8-A66E-4E0E-92DF-B3FF112EBB70}"/>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id="{94E74739-1964-4A3C-B2E5-28FEF5EF8E49}"/>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id="{E31C22DC-76BD-4E83-8A1A-B7AE70B2E8FE}"/>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id="{F63C700C-5749-4BA1-8128-78559312E825}"/>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EC81C305-3A69-4634-8A07-56F8272122AF}"/>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0" name="Oval 59">
                              <a:extLst>
                                <a:ext uri="{FF2B5EF4-FFF2-40B4-BE49-F238E27FC236}">
                                  <a16:creationId xmlns:a16="http://schemas.microsoft.com/office/drawing/2014/main" id="{A14AAEDA-8F87-420D-A6BD-FF115C08EB7A}"/>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8" name="Oval 57">
                            <a:extLst>
                              <a:ext uri="{FF2B5EF4-FFF2-40B4-BE49-F238E27FC236}">
                                <a16:creationId xmlns:a16="http://schemas.microsoft.com/office/drawing/2014/main" id="{A1FA4EA0-701D-49A3-8962-1BD0CE6E9C0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6" name="Oval 55">
                          <a:extLst>
                            <a:ext uri="{FF2B5EF4-FFF2-40B4-BE49-F238E27FC236}">
                              <a16:creationId xmlns:a16="http://schemas.microsoft.com/office/drawing/2014/main" id="{E362A8AA-1110-4C1C-9922-60F7D43E82B0}"/>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4" name="Oval 53">
                        <a:extLst>
                          <a:ext uri="{FF2B5EF4-FFF2-40B4-BE49-F238E27FC236}">
                            <a16:creationId xmlns:a16="http://schemas.microsoft.com/office/drawing/2014/main" id="{BC8B72EE-335A-4030-B500-7E6FB4D24F18}"/>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2" name="Oval 51">
                      <a:extLst>
                        <a:ext uri="{FF2B5EF4-FFF2-40B4-BE49-F238E27FC236}">
                          <a16:creationId xmlns:a16="http://schemas.microsoft.com/office/drawing/2014/main" id="{10167348-D9AA-4440-8569-849A6B0F2C2D}"/>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0" name="Oval 49">
                    <a:extLst>
                      <a:ext uri="{FF2B5EF4-FFF2-40B4-BE49-F238E27FC236}">
                        <a16:creationId xmlns:a16="http://schemas.microsoft.com/office/drawing/2014/main" id="{A5616AB2-7A83-42C0-883C-FFA27D5468C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4" name="Oval 43">
                  <a:extLst>
                    <a:ext uri="{FF2B5EF4-FFF2-40B4-BE49-F238E27FC236}">
                      <a16:creationId xmlns:a16="http://schemas.microsoft.com/office/drawing/2014/main" id="{6A9CA073-4F0B-4787-B46D-7886261E945E}"/>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5" name="Oval 44">
                  <a:extLst>
                    <a:ext uri="{FF2B5EF4-FFF2-40B4-BE49-F238E27FC236}">
                      <a16:creationId xmlns:a16="http://schemas.microsoft.com/office/drawing/2014/main" id="{9AF901A3-1EC5-458F-A653-74CCEAE9A13D}"/>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6" name="Oval 45">
                  <a:extLst>
                    <a:ext uri="{FF2B5EF4-FFF2-40B4-BE49-F238E27FC236}">
                      <a16:creationId xmlns:a16="http://schemas.microsoft.com/office/drawing/2014/main" id="{4D5E35A9-4BB5-48F3-AE34-E1BDD3343EB1}"/>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7" name="Oval 46">
                  <a:extLst>
                    <a:ext uri="{FF2B5EF4-FFF2-40B4-BE49-F238E27FC236}">
                      <a16:creationId xmlns:a16="http://schemas.microsoft.com/office/drawing/2014/main" id="{A9A549D5-A823-49C4-8C36-D074E6E039B9}"/>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8" name="Oval 47">
                  <a:extLst>
                    <a:ext uri="{FF2B5EF4-FFF2-40B4-BE49-F238E27FC236}">
                      <a16:creationId xmlns:a16="http://schemas.microsoft.com/office/drawing/2014/main" id="{6A767C47-7246-4B50-8E78-82766365754A}"/>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2" name="Oval 41">
                <a:extLst>
                  <a:ext uri="{FF2B5EF4-FFF2-40B4-BE49-F238E27FC236}">
                    <a16:creationId xmlns:a16="http://schemas.microsoft.com/office/drawing/2014/main" id="{0AEE1DDC-07C3-4204-A3B1-BB7C77C0622B}"/>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75" name="Rectangle 74">
              <a:extLst>
                <a:ext uri="{FF2B5EF4-FFF2-40B4-BE49-F238E27FC236}">
                  <a16:creationId xmlns:a16="http://schemas.microsoft.com/office/drawing/2014/main" id="{15DA288D-BE35-46E8-AA86-9F28D8504DAB}"/>
                </a:ext>
              </a:extLst>
            </p:cNvPr>
            <p:cNvSpPr/>
            <p:nvPr userDrawn="1"/>
          </p:nvSpPr>
          <p:spPr>
            <a:xfrm>
              <a:off x="0" y="4043197"/>
              <a:ext cx="2029968" cy="7845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Freeform: Shape 73">
              <a:extLst>
                <a:ext uri="{FF2B5EF4-FFF2-40B4-BE49-F238E27FC236}">
                  <a16:creationId xmlns:a16="http://schemas.microsoft.com/office/drawing/2014/main" id="{72557B54-30A3-4192-9D51-EE28AF522DE9}"/>
                </a:ext>
              </a:extLst>
            </p:cNvPr>
            <p:cNvSpPr/>
            <p:nvPr userDrawn="1"/>
          </p:nvSpPr>
          <p:spPr>
            <a:xfrm>
              <a:off x="0" y="2021358"/>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66" name="Straight Connector 65">
              <a:extLst>
                <a:ext uri="{FF2B5EF4-FFF2-40B4-BE49-F238E27FC236}">
                  <a16:creationId xmlns:a16="http://schemas.microsoft.com/office/drawing/2014/main" id="{2208FD0E-034D-4DF3-85D7-F0EBE2775B58}"/>
                </a:ext>
              </a:extLst>
            </p:cNvPr>
            <p:cNvCxnSpPr>
              <a:cxnSpLocks/>
            </p:cNvCxnSpPr>
            <p:nvPr userDrawn="1"/>
          </p:nvCxnSpPr>
          <p:spPr>
            <a:xfrm>
              <a:off x="10632" y="-7753"/>
              <a:ext cx="4052352" cy="404086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1" name="Oval 70">
              <a:extLst>
                <a:ext uri="{FF2B5EF4-FFF2-40B4-BE49-F238E27FC236}">
                  <a16:creationId xmlns:a16="http://schemas.microsoft.com/office/drawing/2014/main" id="{E20239FE-47D0-4B4F-8440-F859F368C141}"/>
                </a:ext>
              </a:extLst>
            </p:cNvPr>
            <p:cNvSpPr/>
            <p:nvPr userDrawn="1"/>
          </p:nvSpPr>
          <p:spPr>
            <a:xfrm>
              <a:off x="3903349" y="3869829"/>
              <a:ext cx="274320" cy="2743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Footer Placeholder 4">
            <a:extLst>
              <a:ext uri="{FF2B5EF4-FFF2-40B4-BE49-F238E27FC236}">
                <a16:creationId xmlns:a16="http://schemas.microsoft.com/office/drawing/2014/main" id="{A8925BB7-B630-981C-964B-37A5DCBEA2E2}"/>
              </a:ext>
            </a:extLst>
          </p:cNvPr>
          <p:cNvSpPr>
            <a:spLocks noGrp="1"/>
          </p:cNvSpPr>
          <p:nvPr>
            <p:ph type="ftr" sz="quarter" idx="11"/>
          </p:nvPr>
        </p:nvSpPr>
        <p:spPr>
          <a:xfrm>
            <a:off x="7306165" y="6355080"/>
            <a:ext cx="2286000" cy="365125"/>
          </a:xfrm>
        </p:spPr>
        <p:txBody>
          <a:bodyPr/>
          <a:lstStyle>
            <a:lvl1pPr>
              <a:defRPr>
                <a:solidFill>
                  <a:schemeClr val="tx1"/>
                </a:solidFill>
              </a:defRPr>
            </a:lvl1pPr>
          </a:lstStyle>
          <a:p>
            <a:r>
              <a:rPr lang="en-US"/>
              <a:t>Presentation title</a:t>
            </a:r>
            <a:endParaRPr lang="en-US" dirty="0"/>
          </a:p>
        </p:txBody>
      </p:sp>
      <p:sp>
        <p:nvSpPr>
          <p:cNvPr id="5" name="Slide Number Placeholder 5">
            <a:extLst>
              <a:ext uri="{FF2B5EF4-FFF2-40B4-BE49-F238E27FC236}">
                <a16:creationId xmlns:a16="http://schemas.microsoft.com/office/drawing/2014/main" id="{4B4D24B0-E841-7B76-D133-06ABBAB6B6FF}"/>
              </a:ext>
            </a:extLst>
          </p:cNvPr>
          <p:cNvSpPr>
            <a:spLocks noGrp="1"/>
          </p:cNvSpPr>
          <p:nvPr>
            <p:ph type="sldNum" sz="quarter" idx="12"/>
          </p:nvPr>
        </p:nvSpPr>
        <p:spPr>
          <a:xfrm>
            <a:off x="10967357" y="6356350"/>
            <a:ext cx="457200" cy="365125"/>
          </a:xfrm>
        </p:spPr>
        <p:txBody>
          <a:bodyPr/>
          <a:lstStyle>
            <a:lvl1pPr>
              <a:defRPr>
                <a:solidFill>
                  <a:schemeClr val="tx1"/>
                </a:solidFill>
              </a:defRPr>
            </a:lvl1pPr>
          </a:lstStyle>
          <a:p>
            <a:fld id="{B5CEABB6-07DC-46E8-9B57-56EC44A396E5}" type="slidenum">
              <a:rPr lang="en-US" smtClean="0"/>
              <a:pPr/>
              <a:t>‹#›</a:t>
            </a:fld>
            <a:endParaRPr lang="en-US" dirty="0"/>
          </a:p>
        </p:txBody>
      </p:sp>
      <p:sp>
        <p:nvSpPr>
          <p:cNvPr id="6" name="Date Placeholder 3">
            <a:extLst>
              <a:ext uri="{FF2B5EF4-FFF2-40B4-BE49-F238E27FC236}">
                <a16:creationId xmlns:a16="http://schemas.microsoft.com/office/drawing/2014/main" id="{C7D011F5-A799-BEAA-9160-5743D58B456A}"/>
              </a:ext>
            </a:extLst>
          </p:cNvPr>
          <p:cNvSpPr>
            <a:spLocks noGrp="1"/>
          </p:cNvSpPr>
          <p:nvPr>
            <p:ph type="dt" sz="half" idx="10"/>
          </p:nvPr>
        </p:nvSpPr>
        <p:spPr>
          <a:xfrm>
            <a:off x="4833694" y="6353175"/>
            <a:ext cx="1097280" cy="365125"/>
          </a:xfrm>
        </p:spPr>
        <p:txBody>
          <a:bodyPr/>
          <a:lstStyle>
            <a:lvl1pPr>
              <a:defRPr>
                <a:solidFill>
                  <a:schemeClr val="tx1"/>
                </a:solidFill>
              </a:defRPr>
            </a:lvl1pPr>
          </a:lstStyle>
          <a:p>
            <a:r>
              <a:rPr lang="en-US"/>
              <a:t>12/11/2023</a:t>
            </a:r>
            <a:endParaRPr lang="en-US" dirty="0"/>
          </a:p>
        </p:txBody>
      </p:sp>
    </p:spTree>
    <p:extLst>
      <p:ext uri="{BB962C8B-B14F-4D97-AF65-F5344CB8AC3E}">
        <p14:creationId xmlns:p14="http://schemas.microsoft.com/office/powerpoint/2010/main" val="193739902"/>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Pictur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833694" y="660358"/>
            <a:ext cx="6594768" cy="5537284"/>
          </a:xfrm>
        </p:spPr>
        <p:txBody>
          <a:bodyPr anchor="ctr">
            <a:normAutofit/>
          </a:bodyPr>
          <a:lstStyle>
            <a:lvl1pPr algn="l">
              <a:defRPr sz="4800" cap="all" baseline="0">
                <a:solidFill>
                  <a:schemeClr val="tx2"/>
                </a:solidFill>
              </a:defRPr>
            </a:lvl1pPr>
          </a:lstStyle>
          <a:p>
            <a:r>
              <a:rPr lang="en-US" dirty="0"/>
              <a:t>Click to add title</a:t>
            </a:r>
          </a:p>
        </p:txBody>
      </p:sp>
      <p:sp>
        <p:nvSpPr>
          <p:cNvPr id="63" name="Picture Placeholder 62">
            <a:extLst>
              <a:ext uri="{FF2B5EF4-FFF2-40B4-BE49-F238E27FC236}">
                <a16:creationId xmlns:a16="http://schemas.microsoft.com/office/drawing/2014/main" id="{A461CB72-9777-50F4-94EC-91A4EE864A4A}"/>
              </a:ext>
            </a:extLst>
          </p:cNvPr>
          <p:cNvSpPr>
            <a:spLocks noGrp="1"/>
          </p:cNvSpPr>
          <p:nvPr>
            <p:ph type="pic" sz="quarter" idx="13" hasCustomPrompt="1"/>
          </p:nvPr>
        </p:nvSpPr>
        <p:spPr>
          <a:xfrm rot="10800000">
            <a:off x="1" y="761322"/>
            <a:ext cx="4076118" cy="6096678"/>
          </a:xfrm>
          <a:custGeom>
            <a:avLst/>
            <a:gdLst>
              <a:gd name="connsiteX0" fmla="*/ 0 w 4076118"/>
              <a:gd name="connsiteY0" fmla="*/ 0 h 6096678"/>
              <a:gd name="connsiteX1" fmla="*/ 4076118 w 4076118"/>
              <a:gd name="connsiteY1" fmla="*/ 0 h 6096678"/>
              <a:gd name="connsiteX2" fmla="*/ 4076118 w 4076118"/>
              <a:gd name="connsiteY2" fmla="*/ 2038351 h 6096678"/>
              <a:gd name="connsiteX3" fmla="*/ 4076118 w 4076118"/>
              <a:gd name="connsiteY3" fmla="*/ 2048256 h 6096678"/>
              <a:gd name="connsiteX4" fmla="*/ 4076118 w 4076118"/>
              <a:gd name="connsiteY4" fmla="*/ 6096678 h 6096678"/>
              <a:gd name="connsiteX5" fmla="*/ 27696 w 4076118"/>
              <a:gd name="connsiteY5" fmla="*/ 2048256 h 6096678"/>
              <a:gd name="connsiteX6" fmla="*/ 0 w 4076118"/>
              <a:gd name="connsiteY6" fmla="*/ 2048256 h 6096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6118" h="6096678">
                <a:moveTo>
                  <a:pt x="0" y="0"/>
                </a:moveTo>
                <a:lnTo>
                  <a:pt x="4076118" y="0"/>
                </a:lnTo>
                <a:lnTo>
                  <a:pt x="4076118" y="2038351"/>
                </a:lnTo>
                <a:lnTo>
                  <a:pt x="4076118" y="2048256"/>
                </a:lnTo>
                <a:lnTo>
                  <a:pt x="4076118" y="6096678"/>
                </a:lnTo>
                <a:lnTo>
                  <a:pt x="27696" y="2048256"/>
                </a:lnTo>
                <a:lnTo>
                  <a:pt x="0" y="2048256"/>
                </a:lnTo>
                <a:close/>
              </a:path>
            </a:pathLst>
          </a:custGeom>
        </p:spPr>
        <p:txBody>
          <a:bodyPr wrap="square">
            <a:noAutofit/>
          </a:bodyPr>
          <a:lstStyle>
            <a:lvl1pPr algn="ctr">
              <a:defRPr sz="2000">
                <a:solidFill>
                  <a:schemeClr val="bg1"/>
                </a:solidFill>
              </a:defRPr>
            </a:lvl1pPr>
          </a:lstStyle>
          <a:p>
            <a:r>
              <a:rPr lang="en-US" dirty="0"/>
              <a:t>Click icon to insert picture</a:t>
            </a:r>
          </a:p>
        </p:txBody>
      </p:sp>
      <p:grpSp>
        <p:nvGrpSpPr>
          <p:cNvPr id="4" name="Group 3">
            <a:extLst>
              <a:ext uri="{FF2B5EF4-FFF2-40B4-BE49-F238E27FC236}">
                <a16:creationId xmlns:a16="http://schemas.microsoft.com/office/drawing/2014/main" id="{A1EA6F58-FA46-C921-5758-59234B148D4F}"/>
              </a:ext>
              <a:ext uri="{C183D7F6-B498-43B3-948B-1728B52AA6E4}">
                <adec:decorative xmlns:adec="http://schemas.microsoft.com/office/drawing/2017/decorative" val="1"/>
              </a:ext>
            </a:extLst>
          </p:cNvPr>
          <p:cNvGrpSpPr/>
          <p:nvPr userDrawn="1"/>
        </p:nvGrpSpPr>
        <p:grpSpPr>
          <a:xfrm>
            <a:off x="0" y="0"/>
            <a:ext cx="4069439" cy="4828833"/>
            <a:chOff x="0" y="0"/>
            <a:chExt cx="4069439" cy="4828833"/>
          </a:xfrm>
        </p:grpSpPr>
        <p:sp>
          <p:nvSpPr>
            <p:cNvPr id="7" name="Rectangle 6">
              <a:extLst>
                <a:ext uri="{FF2B5EF4-FFF2-40B4-BE49-F238E27FC236}">
                  <a16:creationId xmlns:a16="http://schemas.microsoft.com/office/drawing/2014/main" id="{06F989FA-6E7A-3A98-AF95-F2384308BD32}"/>
                </a:ext>
              </a:extLst>
            </p:cNvPr>
            <p:cNvSpPr>
              <a:spLocks/>
            </p:cNvSpPr>
            <p:nvPr userDrawn="1"/>
          </p:nvSpPr>
          <p:spPr>
            <a:xfrm rot="10800000" flipH="1">
              <a:off x="2026630" y="776431"/>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23">
              <a:extLst>
                <a:ext uri="{FF2B5EF4-FFF2-40B4-BE49-F238E27FC236}">
                  <a16:creationId xmlns:a16="http://schemas.microsoft.com/office/drawing/2014/main" id="{F0BAC8B3-F184-675F-DC5F-C48CE69D7622}"/>
                </a:ext>
              </a:extLst>
            </p:cNvPr>
            <p:cNvSpPr/>
            <p:nvPr userDrawn="1"/>
          </p:nvSpPr>
          <p:spPr>
            <a:xfrm rot="10800000">
              <a:off x="0" y="766136"/>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80B75A35-885A-CE38-4F65-95EF186B13D1}"/>
                </a:ext>
              </a:extLst>
            </p:cNvPr>
            <p:cNvSpPr/>
            <p:nvPr userDrawn="1"/>
          </p:nvSpPr>
          <p:spPr>
            <a:xfrm rot="10800000">
              <a:off x="1351" y="0"/>
              <a:ext cx="2029968" cy="7749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Graphic 12">
              <a:extLst>
                <a:ext uri="{FF2B5EF4-FFF2-40B4-BE49-F238E27FC236}">
                  <a16:creationId xmlns:a16="http://schemas.microsoft.com/office/drawing/2014/main" id="{4B488086-4998-410C-FCC8-29CA6288A79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039471" y="2798865"/>
              <a:ext cx="2029968" cy="2029968"/>
            </a:xfrm>
            <a:prstGeom prst="rect">
              <a:avLst/>
            </a:prstGeom>
          </p:spPr>
        </p:pic>
        <p:sp>
          <p:nvSpPr>
            <p:cNvPr id="41" name="Rectangle 40">
              <a:extLst>
                <a:ext uri="{FF2B5EF4-FFF2-40B4-BE49-F238E27FC236}">
                  <a16:creationId xmlns:a16="http://schemas.microsoft.com/office/drawing/2014/main" id="{26879019-2911-2F60-CC5B-25D1BE752B8D}"/>
                </a:ext>
              </a:extLst>
            </p:cNvPr>
            <p:cNvSpPr/>
            <p:nvPr userDrawn="1"/>
          </p:nvSpPr>
          <p:spPr>
            <a:xfrm rot="10800000">
              <a:off x="2029604" y="0"/>
              <a:ext cx="2029968" cy="784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descr="A black and white striped pattern&#10;&#10;Description automatically generated with low confidence">
              <a:extLst>
                <a:ext uri="{FF2B5EF4-FFF2-40B4-BE49-F238E27FC236}">
                  <a16:creationId xmlns:a16="http://schemas.microsoft.com/office/drawing/2014/main" id="{CD1CD1B2-7EBC-96B6-A02D-7972C278746E}"/>
                </a:ext>
              </a:extLst>
            </p:cNvPr>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rot="10800000">
              <a:off x="2035948" y="788197"/>
              <a:ext cx="2019299" cy="999451"/>
            </a:xfrm>
            <a:prstGeom prst="rect">
              <a:avLst/>
            </a:prstGeom>
          </p:spPr>
        </p:pic>
      </p:grpSp>
    </p:spTree>
    <p:extLst>
      <p:ext uri="{BB962C8B-B14F-4D97-AF65-F5344CB8AC3E}">
        <p14:creationId xmlns:p14="http://schemas.microsoft.com/office/powerpoint/2010/main" val="1506966382"/>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title + Picture ">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833694" y="544285"/>
            <a:ext cx="6594768" cy="3445329"/>
          </a:xfrm>
        </p:spPr>
        <p:txBody>
          <a:bodyPr anchor="b">
            <a:normAutofit/>
          </a:bodyPr>
          <a:lstStyle>
            <a:lvl1pPr algn="l">
              <a:defRPr sz="4800" cap="all" baseline="0">
                <a:solidFill>
                  <a:schemeClr val="tx2"/>
                </a:solidFill>
              </a:defRPr>
            </a:lvl1pPr>
          </a:lstStyle>
          <a:p>
            <a:r>
              <a:rPr lang="en-US" dirty="0"/>
              <a:t>Click to add title</a:t>
            </a:r>
          </a:p>
        </p:txBody>
      </p:sp>
      <p:sp>
        <p:nvSpPr>
          <p:cNvPr id="3" name="Subtitle 2">
            <a:extLst>
              <a:ext uri="{FF2B5EF4-FFF2-40B4-BE49-F238E27FC236}">
                <a16:creationId xmlns:a16="http://schemas.microsoft.com/office/drawing/2014/main" id="{43D32955-BB06-40DE-A14A-2170FD41AD52}"/>
              </a:ext>
            </a:extLst>
          </p:cNvPr>
          <p:cNvSpPr>
            <a:spLocks noGrp="1"/>
          </p:cNvSpPr>
          <p:nvPr>
            <p:ph type="subTitle" idx="1" hasCustomPrompt="1"/>
          </p:nvPr>
        </p:nvSpPr>
        <p:spPr>
          <a:xfrm>
            <a:off x="4829789" y="4130045"/>
            <a:ext cx="6594768" cy="1951523"/>
          </a:xfrm>
        </p:spPr>
        <p:txBody>
          <a:bodyPr>
            <a:normAutofit/>
          </a:bodyPr>
          <a:lstStyle>
            <a:lvl1pPr marL="0" indent="0" algn="l">
              <a:lnSpc>
                <a:spcPct val="150000"/>
              </a:lnSpc>
              <a:spcBef>
                <a:spcPts val="0"/>
              </a:spcBef>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grpSp>
        <p:nvGrpSpPr>
          <p:cNvPr id="4" name="Group 3">
            <a:extLst>
              <a:ext uri="{FF2B5EF4-FFF2-40B4-BE49-F238E27FC236}">
                <a16:creationId xmlns:a16="http://schemas.microsoft.com/office/drawing/2014/main" id="{C2A24CB0-5164-75CE-ED27-EF876C19C655}"/>
              </a:ext>
              <a:ext uri="{C183D7F6-B498-43B3-948B-1728B52AA6E4}">
                <adec:decorative xmlns:adec="http://schemas.microsoft.com/office/drawing/2017/decorative" val="1"/>
              </a:ext>
            </a:extLst>
          </p:cNvPr>
          <p:cNvGrpSpPr/>
          <p:nvPr userDrawn="1"/>
        </p:nvGrpSpPr>
        <p:grpSpPr>
          <a:xfrm>
            <a:off x="0" y="2029167"/>
            <a:ext cx="4069439" cy="4828833"/>
            <a:chOff x="0" y="2029167"/>
            <a:chExt cx="4069439" cy="4828833"/>
          </a:xfrm>
        </p:grpSpPr>
        <p:sp>
          <p:nvSpPr>
            <p:cNvPr id="7" name="Rectangle 6">
              <a:extLst>
                <a:ext uri="{FF2B5EF4-FFF2-40B4-BE49-F238E27FC236}">
                  <a16:creationId xmlns:a16="http://schemas.microsoft.com/office/drawing/2014/main" id="{06F989FA-6E7A-3A98-AF95-F2384308BD32}"/>
                </a:ext>
              </a:extLst>
            </p:cNvPr>
            <p:cNvSpPr/>
            <p:nvPr userDrawn="1"/>
          </p:nvSpPr>
          <p:spPr>
            <a:xfrm flipH="1">
              <a:off x="9867" y="4051601"/>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23">
              <a:extLst>
                <a:ext uri="{FF2B5EF4-FFF2-40B4-BE49-F238E27FC236}">
                  <a16:creationId xmlns:a16="http://schemas.microsoft.com/office/drawing/2014/main" id="{F0BAC8B3-F184-675F-DC5F-C48CE69D7622}"/>
                </a:ext>
              </a:extLst>
            </p:cNvPr>
            <p:cNvSpPr/>
            <p:nvPr userDrawn="1"/>
          </p:nvSpPr>
          <p:spPr>
            <a:xfrm>
              <a:off x="2039471" y="4061896"/>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80B75A35-885A-CE38-4F65-95EF186B13D1}"/>
                </a:ext>
              </a:extLst>
            </p:cNvPr>
            <p:cNvSpPr/>
            <p:nvPr userDrawn="1"/>
          </p:nvSpPr>
          <p:spPr>
            <a:xfrm>
              <a:off x="2038120" y="6083058"/>
              <a:ext cx="2029968" cy="7749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Graphic 12">
              <a:extLst>
                <a:ext uri="{FF2B5EF4-FFF2-40B4-BE49-F238E27FC236}">
                  <a16:creationId xmlns:a16="http://schemas.microsoft.com/office/drawing/2014/main" id="{4B488086-4998-410C-FCC8-29CA6288A79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0" y="2029167"/>
              <a:ext cx="2029968" cy="2029968"/>
            </a:xfrm>
            <a:prstGeom prst="rect">
              <a:avLst/>
            </a:prstGeom>
          </p:spPr>
        </p:pic>
        <p:grpSp>
          <p:nvGrpSpPr>
            <p:cNvPr id="19" name="Group 18">
              <a:extLst>
                <a:ext uri="{FF2B5EF4-FFF2-40B4-BE49-F238E27FC236}">
                  <a16:creationId xmlns:a16="http://schemas.microsoft.com/office/drawing/2014/main" id="{227BDAED-0D36-04AE-1A0C-E36977943C38}"/>
                </a:ext>
              </a:extLst>
            </p:cNvPr>
            <p:cNvGrpSpPr/>
            <p:nvPr userDrawn="1"/>
          </p:nvGrpSpPr>
          <p:grpSpPr>
            <a:xfrm>
              <a:off x="110109" y="4130046"/>
              <a:ext cx="1920240" cy="1920240"/>
              <a:chOff x="5361924" y="7472790"/>
              <a:chExt cx="1828800" cy="1828800"/>
            </a:xfrm>
          </p:grpSpPr>
          <p:grpSp>
            <p:nvGrpSpPr>
              <p:cNvPr id="20" name="Group 19">
                <a:extLst>
                  <a:ext uri="{FF2B5EF4-FFF2-40B4-BE49-F238E27FC236}">
                    <a16:creationId xmlns:a16="http://schemas.microsoft.com/office/drawing/2014/main" id="{DCF3798F-8E8C-7928-8347-8BC5B07B29F9}"/>
                  </a:ext>
                </a:extLst>
              </p:cNvPr>
              <p:cNvGrpSpPr/>
              <p:nvPr userDrawn="1"/>
            </p:nvGrpSpPr>
            <p:grpSpPr>
              <a:xfrm>
                <a:off x="5361924" y="7472790"/>
                <a:ext cx="1828800" cy="1828800"/>
                <a:chOff x="5361924" y="7472790"/>
                <a:chExt cx="1828800" cy="1828800"/>
              </a:xfrm>
            </p:grpSpPr>
            <p:grpSp>
              <p:nvGrpSpPr>
                <p:cNvPr id="22" name="Group 21">
                  <a:extLst>
                    <a:ext uri="{FF2B5EF4-FFF2-40B4-BE49-F238E27FC236}">
                      <a16:creationId xmlns:a16="http://schemas.microsoft.com/office/drawing/2014/main" id="{A488BF7D-B7D9-249A-4EC2-8A1F6311D1BD}"/>
                    </a:ext>
                  </a:extLst>
                </p:cNvPr>
                <p:cNvGrpSpPr/>
                <p:nvPr userDrawn="1"/>
              </p:nvGrpSpPr>
              <p:grpSpPr>
                <a:xfrm>
                  <a:off x="5361924" y="7472790"/>
                  <a:ext cx="1828800" cy="1828800"/>
                  <a:chOff x="5388428" y="7173291"/>
                  <a:chExt cx="1828800" cy="1828800"/>
                </a:xfrm>
              </p:grpSpPr>
              <p:grpSp>
                <p:nvGrpSpPr>
                  <p:cNvPr id="29" name="Group 28">
                    <a:extLst>
                      <a:ext uri="{FF2B5EF4-FFF2-40B4-BE49-F238E27FC236}">
                        <a16:creationId xmlns:a16="http://schemas.microsoft.com/office/drawing/2014/main" id="{C68EE8A4-53F3-EAAD-F43C-1F73C11BCE4C}"/>
                      </a:ext>
                    </a:extLst>
                  </p:cNvPr>
                  <p:cNvGrpSpPr/>
                  <p:nvPr userDrawn="1"/>
                </p:nvGrpSpPr>
                <p:grpSpPr>
                  <a:xfrm>
                    <a:off x="5388428" y="7173291"/>
                    <a:ext cx="1828800" cy="1828800"/>
                    <a:chOff x="5388428" y="7173291"/>
                    <a:chExt cx="1828800" cy="1828800"/>
                  </a:xfrm>
                </p:grpSpPr>
                <p:grpSp>
                  <p:nvGrpSpPr>
                    <p:cNvPr id="31" name="Group 30">
                      <a:extLst>
                        <a:ext uri="{FF2B5EF4-FFF2-40B4-BE49-F238E27FC236}">
                          <a16:creationId xmlns:a16="http://schemas.microsoft.com/office/drawing/2014/main" id="{806ABFB8-B814-19D4-3D47-A20F5AE8785F}"/>
                        </a:ext>
                      </a:extLst>
                    </p:cNvPr>
                    <p:cNvGrpSpPr/>
                    <p:nvPr userDrawn="1"/>
                  </p:nvGrpSpPr>
                  <p:grpSpPr>
                    <a:xfrm>
                      <a:off x="5388428" y="7173291"/>
                      <a:ext cx="1828800" cy="1828800"/>
                      <a:chOff x="5579044" y="7049770"/>
                      <a:chExt cx="1828800" cy="1828800"/>
                    </a:xfrm>
                  </p:grpSpPr>
                  <p:grpSp>
                    <p:nvGrpSpPr>
                      <p:cNvPr id="33" name="Group 32">
                        <a:extLst>
                          <a:ext uri="{FF2B5EF4-FFF2-40B4-BE49-F238E27FC236}">
                            <a16:creationId xmlns:a16="http://schemas.microsoft.com/office/drawing/2014/main" id="{992340A8-8A61-1791-D56D-37F56A662FEC}"/>
                          </a:ext>
                        </a:extLst>
                      </p:cNvPr>
                      <p:cNvGrpSpPr/>
                      <p:nvPr userDrawn="1"/>
                    </p:nvGrpSpPr>
                    <p:grpSpPr>
                      <a:xfrm>
                        <a:off x="5579044" y="7049770"/>
                        <a:ext cx="1828800" cy="1828800"/>
                        <a:chOff x="5579044" y="7049770"/>
                        <a:chExt cx="1828800" cy="1828800"/>
                      </a:xfrm>
                    </p:grpSpPr>
                    <p:grpSp>
                      <p:nvGrpSpPr>
                        <p:cNvPr id="35" name="Group 34">
                          <a:extLst>
                            <a:ext uri="{FF2B5EF4-FFF2-40B4-BE49-F238E27FC236}">
                              <a16:creationId xmlns:a16="http://schemas.microsoft.com/office/drawing/2014/main" id="{CD482B6F-4CF8-CEB3-7478-EB1A76DCF567}"/>
                            </a:ext>
                          </a:extLst>
                        </p:cNvPr>
                        <p:cNvGrpSpPr/>
                        <p:nvPr userDrawn="1"/>
                      </p:nvGrpSpPr>
                      <p:grpSpPr>
                        <a:xfrm>
                          <a:off x="5579044" y="7049770"/>
                          <a:ext cx="1828800" cy="1828800"/>
                          <a:chOff x="5579044" y="7049770"/>
                          <a:chExt cx="1828800" cy="1828800"/>
                        </a:xfrm>
                      </p:grpSpPr>
                      <p:grpSp>
                        <p:nvGrpSpPr>
                          <p:cNvPr id="37" name="Group 36">
                            <a:extLst>
                              <a:ext uri="{FF2B5EF4-FFF2-40B4-BE49-F238E27FC236}">
                                <a16:creationId xmlns:a16="http://schemas.microsoft.com/office/drawing/2014/main" id="{48DB94FE-59B9-2EAD-D619-84D732CEACD3}"/>
                              </a:ext>
                            </a:extLst>
                          </p:cNvPr>
                          <p:cNvGrpSpPr/>
                          <p:nvPr userDrawn="1"/>
                        </p:nvGrpSpPr>
                        <p:grpSpPr>
                          <a:xfrm>
                            <a:off x="5579044" y="7049770"/>
                            <a:ext cx="1828800" cy="1828800"/>
                            <a:chOff x="5579044" y="7049770"/>
                            <a:chExt cx="1828800" cy="1828800"/>
                          </a:xfrm>
                        </p:grpSpPr>
                        <p:sp>
                          <p:nvSpPr>
                            <p:cNvPr id="39" name="Oval 38">
                              <a:extLst>
                                <a:ext uri="{FF2B5EF4-FFF2-40B4-BE49-F238E27FC236}">
                                  <a16:creationId xmlns:a16="http://schemas.microsoft.com/office/drawing/2014/main" id="{E9EB6EED-2663-2442-C484-EF27395DCEB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0" name="Oval 39">
                              <a:extLst>
                                <a:ext uri="{FF2B5EF4-FFF2-40B4-BE49-F238E27FC236}">
                                  <a16:creationId xmlns:a16="http://schemas.microsoft.com/office/drawing/2014/main" id="{E5978766-DE51-5FF5-41BE-B1007C37165E}"/>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8" name="Oval 37">
                            <a:extLst>
                              <a:ext uri="{FF2B5EF4-FFF2-40B4-BE49-F238E27FC236}">
                                <a16:creationId xmlns:a16="http://schemas.microsoft.com/office/drawing/2014/main" id="{749B68DA-C119-6301-085A-2E7F3F7E3CB1}"/>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6" name="Oval 35">
                          <a:extLst>
                            <a:ext uri="{FF2B5EF4-FFF2-40B4-BE49-F238E27FC236}">
                              <a16:creationId xmlns:a16="http://schemas.microsoft.com/office/drawing/2014/main" id="{D753957E-F4A5-E4CA-B8B3-F6AE73F159F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4" name="Oval 33">
                        <a:extLst>
                          <a:ext uri="{FF2B5EF4-FFF2-40B4-BE49-F238E27FC236}">
                            <a16:creationId xmlns:a16="http://schemas.microsoft.com/office/drawing/2014/main" id="{3C4F46AE-42C2-9E3D-D294-F9297389D110}"/>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2" name="Oval 31">
                      <a:extLst>
                        <a:ext uri="{FF2B5EF4-FFF2-40B4-BE49-F238E27FC236}">
                          <a16:creationId xmlns:a16="http://schemas.microsoft.com/office/drawing/2014/main" id="{42376F25-4466-0F15-CD2F-B821AC9CCE5C}"/>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0" name="Oval 29">
                    <a:extLst>
                      <a:ext uri="{FF2B5EF4-FFF2-40B4-BE49-F238E27FC236}">
                        <a16:creationId xmlns:a16="http://schemas.microsoft.com/office/drawing/2014/main" id="{BBC988D2-4FFC-612A-DD91-A41B6194EF6C}"/>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4" name="Oval 23">
                  <a:extLst>
                    <a:ext uri="{FF2B5EF4-FFF2-40B4-BE49-F238E27FC236}">
                      <a16:creationId xmlns:a16="http://schemas.microsoft.com/office/drawing/2014/main" id="{53690E8A-1D3D-3D5D-932E-D2A2CFE5BDAB}"/>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5" name="Oval 24">
                  <a:extLst>
                    <a:ext uri="{FF2B5EF4-FFF2-40B4-BE49-F238E27FC236}">
                      <a16:creationId xmlns:a16="http://schemas.microsoft.com/office/drawing/2014/main" id="{1AE08D7C-4190-C00C-19F0-BEC1F608B97A}"/>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6" name="Oval 25">
                  <a:extLst>
                    <a:ext uri="{FF2B5EF4-FFF2-40B4-BE49-F238E27FC236}">
                      <a16:creationId xmlns:a16="http://schemas.microsoft.com/office/drawing/2014/main" id="{7B3E9873-3672-0001-60F1-6068B67A6DFE}"/>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7" name="Oval 26">
                  <a:extLst>
                    <a:ext uri="{FF2B5EF4-FFF2-40B4-BE49-F238E27FC236}">
                      <a16:creationId xmlns:a16="http://schemas.microsoft.com/office/drawing/2014/main" id="{4CD85BCE-3B9E-234C-4D1D-EC1A6A57D298}"/>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8" name="Oval 27">
                  <a:extLst>
                    <a:ext uri="{FF2B5EF4-FFF2-40B4-BE49-F238E27FC236}">
                      <a16:creationId xmlns:a16="http://schemas.microsoft.com/office/drawing/2014/main" id="{5CC66A2F-CBBE-220E-5ECB-528B8EE34F83}"/>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1" name="Oval 20">
                <a:extLst>
                  <a:ext uri="{FF2B5EF4-FFF2-40B4-BE49-F238E27FC236}">
                    <a16:creationId xmlns:a16="http://schemas.microsoft.com/office/drawing/2014/main" id="{B7B0A7FC-B497-31A6-1F93-414F96AF4C47}"/>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1" name="Rectangle 40">
              <a:extLst>
                <a:ext uri="{FF2B5EF4-FFF2-40B4-BE49-F238E27FC236}">
                  <a16:creationId xmlns:a16="http://schemas.microsoft.com/office/drawing/2014/main" id="{26879019-2911-2F60-CC5B-25D1BE752B8D}"/>
                </a:ext>
              </a:extLst>
            </p:cNvPr>
            <p:cNvSpPr/>
            <p:nvPr userDrawn="1"/>
          </p:nvSpPr>
          <p:spPr>
            <a:xfrm>
              <a:off x="9867" y="6073440"/>
              <a:ext cx="2029968" cy="7845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Freeform: Shape 41">
              <a:extLst>
                <a:ext uri="{FF2B5EF4-FFF2-40B4-BE49-F238E27FC236}">
                  <a16:creationId xmlns:a16="http://schemas.microsoft.com/office/drawing/2014/main" id="{8CCEA94B-F499-5FCA-D063-7FD71F10F95B}"/>
                </a:ext>
              </a:extLst>
            </p:cNvPr>
            <p:cNvSpPr/>
            <p:nvPr userDrawn="1"/>
          </p:nvSpPr>
          <p:spPr>
            <a:xfrm>
              <a:off x="9867" y="405160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63" name="Picture Placeholder 62">
            <a:extLst>
              <a:ext uri="{FF2B5EF4-FFF2-40B4-BE49-F238E27FC236}">
                <a16:creationId xmlns:a16="http://schemas.microsoft.com/office/drawing/2014/main" id="{A461CB72-9777-50F4-94EC-91A4EE864A4A}"/>
              </a:ext>
            </a:extLst>
          </p:cNvPr>
          <p:cNvSpPr>
            <a:spLocks noGrp="1"/>
          </p:cNvSpPr>
          <p:nvPr>
            <p:ph type="pic" sz="quarter" idx="13" hasCustomPrompt="1"/>
          </p:nvPr>
        </p:nvSpPr>
        <p:spPr>
          <a:xfrm>
            <a:off x="0" y="-1"/>
            <a:ext cx="4076118" cy="6096678"/>
          </a:xfrm>
          <a:custGeom>
            <a:avLst/>
            <a:gdLst>
              <a:gd name="connsiteX0" fmla="*/ 0 w 4076118"/>
              <a:gd name="connsiteY0" fmla="*/ 0 h 6096678"/>
              <a:gd name="connsiteX1" fmla="*/ 4076118 w 4076118"/>
              <a:gd name="connsiteY1" fmla="*/ 0 h 6096678"/>
              <a:gd name="connsiteX2" fmla="*/ 4076118 w 4076118"/>
              <a:gd name="connsiteY2" fmla="*/ 2038351 h 6096678"/>
              <a:gd name="connsiteX3" fmla="*/ 4076118 w 4076118"/>
              <a:gd name="connsiteY3" fmla="*/ 2048256 h 6096678"/>
              <a:gd name="connsiteX4" fmla="*/ 4076118 w 4076118"/>
              <a:gd name="connsiteY4" fmla="*/ 6096678 h 6096678"/>
              <a:gd name="connsiteX5" fmla="*/ 27696 w 4076118"/>
              <a:gd name="connsiteY5" fmla="*/ 2048256 h 6096678"/>
              <a:gd name="connsiteX6" fmla="*/ 0 w 4076118"/>
              <a:gd name="connsiteY6" fmla="*/ 2048256 h 6096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6118" h="6096678">
                <a:moveTo>
                  <a:pt x="0" y="0"/>
                </a:moveTo>
                <a:lnTo>
                  <a:pt x="4076118" y="0"/>
                </a:lnTo>
                <a:lnTo>
                  <a:pt x="4076118" y="2038351"/>
                </a:lnTo>
                <a:lnTo>
                  <a:pt x="4076118" y="2048256"/>
                </a:lnTo>
                <a:lnTo>
                  <a:pt x="4076118" y="6096678"/>
                </a:lnTo>
                <a:lnTo>
                  <a:pt x="27696" y="2048256"/>
                </a:lnTo>
                <a:lnTo>
                  <a:pt x="0" y="2048256"/>
                </a:lnTo>
                <a:close/>
              </a:path>
            </a:pathLst>
          </a:custGeom>
        </p:spPr>
        <p:txBody>
          <a:bodyPr wrap="square">
            <a:noAutofit/>
          </a:bodyPr>
          <a:lstStyle>
            <a:lvl1pPr marL="0" indent="0" algn="ctr">
              <a:buNone/>
              <a:defRPr sz="2000">
                <a:solidFill>
                  <a:schemeClr val="bg1"/>
                </a:solidFill>
              </a:defRPr>
            </a:lvl1pPr>
          </a:lstStyle>
          <a:p>
            <a:r>
              <a:rPr lang="en-US" dirty="0"/>
              <a:t>Click icon to insert picture</a:t>
            </a:r>
          </a:p>
        </p:txBody>
      </p:sp>
    </p:spTree>
    <p:extLst>
      <p:ext uri="{BB962C8B-B14F-4D97-AF65-F5344CB8AC3E}">
        <p14:creationId xmlns:p14="http://schemas.microsoft.com/office/powerpoint/2010/main" val="17235676"/>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1">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762001" y="896112"/>
            <a:ext cx="6589150" cy="1988706"/>
          </a:xfrm>
        </p:spPr>
        <p:txBody>
          <a:bodyPr anchor="t" anchorCtr="0"/>
          <a:lstStyle>
            <a:lvl1pPr>
              <a:defRPr cap="all" baseline="0">
                <a:solidFill>
                  <a:schemeClr val="tx2"/>
                </a:solidFill>
              </a:defRPr>
            </a:lvl1pPr>
          </a:lstStyle>
          <a:p>
            <a:r>
              <a:rPr lang="en-US" dirty="0"/>
              <a:t>CLICK TO ADD TITLE</a:t>
            </a:r>
          </a:p>
        </p:txBody>
      </p:sp>
      <p:grpSp>
        <p:nvGrpSpPr>
          <p:cNvPr id="3" name="Group 2">
            <a:extLst>
              <a:ext uri="{FF2B5EF4-FFF2-40B4-BE49-F238E27FC236}">
                <a16:creationId xmlns:a16="http://schemas.microsoft.com/office/drawing/2014/main" id="{C8EF03D4-C3B7-918C-FF43-0A9C106ACA0F}"/>
              </a:ext>
              <a:ext uri="{C183D7F6-B498-43B3-948B-1728B52AA6E4}">
                <adec:decorative xmlns:adec="http://schemas.microsoft.com/office/drawing/2017/decorative" val="1"/>
              </a:ext>
            </a:extLst>
          </p:cNvPr>
          <p:cNvGrpSpPr/>
          <p:nvPr userDrawn="1"/>
        </p:nvGrpSpPr>
        <p:grpSpPr>
          <a:xfrm>
            <a:off x="8127476" y="-9144"/>
            <a:ext cx="4069095" cy="6867144"/>
            <a:chOff x="8127476" y="-9144"/>
            <a:chExt cx="4069095" cy="6867144"/>
          </a:xfrm>
        </p:grpSpPr>
        <p:sp>
          <p:nvSpPr>
            <p:cNvPr id="11" name="Rectangle 10">
              <a:extLst>
                <a:ext uri="{FF2B5EF4-FFF2-40B4-BE49-F238E27FC236}">
                  <a16:creationId xmlns:a16="http://schemas.microsoft.com/office/drawing/2014/main" id="{4FADCD25-4CC2-4A9A-B033-132F3DA6D2F5}"/>
                </a:ext>
              </a:extLst>
            </p:cNvPr>
            <p:cNvSpPr/>
            <p:nvPr userDrawn="1"/>
          </p:nvSpPr>
          <p:spPr>
            <a:xfrm>
              <a:off x="10162032" y="2014436"/>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23">
              <a:extLst>
                <a:ext uri="{FF2B5EF4-FFF2-40B4-BE49-F238E27FC236}">
                  <a16:creationId xmlns:a16="http://schemas.microsoft.com/office/drawing/2014/main" id="{D2F68DA8-1D58-42B0-A2C9-046E92884BC1}"/>
                </a:ext>
              </a:extLst>
            </p:cNvPr>
            <p:cNvSpPr/>
            <p:nvPr userDrawn="1"/>
          </p:nvSpPr>
          <p:spPr>
            <a:xfrm rot="5400000">
              <a:off x="10160492" y="2024569"/>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9DB232A4-4F4E-48E9-9E61-BE51F716635C}"/>
                </a:ext>
              </a:extLst>
            </p:cNvPr>
            <p:cNvSpPr/>
            <p:nvPr userDrawn="1"/>
          </p:nvSpPr>
          <p:spPr>
            <a:xfrm>
              <a:off x="10162032" y="0"/>
              <a:ext cx="2029968" cy="202996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4CB66576-218C-4236-B125-DD7B03A7848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10162032" y="0"/>
              <a:ext cx="2029968" cy="2029968"/>
            </a:xfrm>
            <a:prstGeom prst="rect">
              <a:avLst/>
            </a:prstGeom>
          </p:spPr>
        </p:pic>
        <p:sp>
          <p:nvSpPr>
            <p:cNvPr id="7" name="Rectangle 6">
              <a:extLst>
                <a:ext uri="{FF2B5EF4-FFF2-40B4-BE49-F238E27FC236}">
                  <a16:creationId xmlns:a16="http://schemas.microsoft.com/office/drawing/2014/main" id="{E557D1F3-8C55-47FE-B39A-86D30F8FFEA1}"/>
                </a:ext>
              </a:extLst>
            </p:cNvPr>
            <p:cNvSpPr/>
            <p:nvPr userDrawn="1"/>
          </p:nvSpPr>
          <p:spPr>
            <a:xfrm>
              <a:off x="8139364" y="-7084"/>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F4EB6F2E-2621-4EB5-A04D-906FD08CED87}"/>
                </a:ext>
              </a:extLst>
            </p:cNvPr>
            <p:cNvSpPr/>
            <p:nvPr userDrawn="1"/>
          </p:nvSpPr>
          <p:spPr>
            <a:xfrm flipH="1">
              <a:off x="8127476" y="4807776"/>
              <a:ext cx="2032942"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9CC28908-2548-441C-BE9D-8728E1FC84C0}"/>
                </a:ext>
              </a:extLst>
            </p:cNvPr>
            <p:cNvSpPr/>
            <p:nvPr userDrawn="1"/>
          </p:nvSpPr>
          <p:spPr>
            <a:xfrm>
              <a:off x="10160492" y="4041539"/>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5" name="Picture 34" descr="A black and white striped pattern&#10;&#10;Description automatically generated with low confidence">
              <a:extLst>
                <a:ext uri="{FF2B5EF4-FFF2-40B4-BE49-F238E27FC236}">
                  <a16:creationId xmlns:a16="http://schemas.microsoft.com/office/drawing/2014/main" id="{731DC170-FB16-45F8-B62C-DCAB2B9AC310}"/>
                </a:ext>
              </a:extLst>
            </p:cNvPr>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a:off x="10177272" y="5079562"/>
              <a:ext cx="2019299" cy="999451"/>
            </a:xfrm>
            <a:prstGeom prst="rect">
              <a:avLst/>
            </a:prstGeom>
          </p:spPr>
        </p:pic>
        <p:pic>
          <p:nvPicPr>
            <p:cNvPr id="36" name="Graphic 35">
              <a:extLst>
                <a:ext uri="{FF2B5EF4-FFF2-40B4-BE49-F238E27FC236}">
                  <a16:creationId xmlns:a16="http://schemas.microsoft.com/office/drawing/2014/main" id="{6529D2A7-ABB3-4E2D-88CA-F813997011F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10800000">
              <a:off x="8139640" y="-9144"/>
              <a:ext cx="2029968" cy="2029968"/>
            </a:xfrm>
            <a:prstGeom prst="rect">
              <a:avLst/>
            </a:prstGeom>
          </p:spPr>
        </p:pic>
        <p:sp>
          <p:nvSpPr>
            <p:cNvPr id="37" name="Rectangle 36">
              <a:extLst>
                <a:ext uri="{FF2B5EF4-FFF2-40B4-BE49-F238E27FC236}">
                  <a16:creationId xmlns:a16="http://schemas.microsoft.com/office/drawing/2014/main" id="{CDB6750E-735F-4906-8BCA-E0BD4F029617}"/>
                </a:ext>
              </a:extLst>
            </p:cNvPr>
            <p:cNvSpPr/>
            <p:nvPr userDrawn="1"/>
          </p:nvSpPr>
          <p:spPr>
            <a:xfrm>
              <a:off x="10158984" y="6016751"/>
              <a:ext cx="2029968" cy="8412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Graphic 37">
              <a:extLst>
                <a:ext uri="{FF2B5EF4-FFF2-40B4-BE49-F238E27FC236}">
                  <a16:creationId xmlns:a16="http://schemas.microsoft.com/office/drawing/2014/main" id="{051ECE99-ACA6-46AF-98D5-81FBD3F834A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131156" y="4828032"/>
              <a:ext cx="2029968" cy="2029968"/>
            </a:xfrm>
            <a:prstGeom prst="rect">
              <a:avLst/>
            </a:prstGeom>
          </p:spPr>
        </p:pic>
        <p:grpSp>
          <p:nvGrpSpPr>
            <p:cNvPr id="40" name="Group 39">
              <a:extLst>
                <a:ext uri="{FF2B5EF4-FFF2-40B4-BE49-F238E27FC236}">
                  <a16:creationId xmlns:a16="http://schemas.microsoft.com/office/drawing/2014/main" id="{3A847BA4-24DF-47BE-BE28-02415C2A2D3C}"/>
                </a:ext>
              </a:extLst>
            </p:cNvPr>
            <p:cNvGrpSpPr/>
            <p:nvPr userDrawn="1"/>
          </p:nvGrpSpPr>
          <p:grpSpPr>
            <a:xfrm>
              <a:off x="8227718" y="2092719"/>
              <a:ext cx="1920240" cy="1920240"/>
              <a:chOff x="5361924" y="7472790"/>
              <a:chExt cx="1828800" cy="1828800"/>
            </a:xfrm>
          </p:grpSpPr>
          <p:grpSp>
            <p:nvGrpSpPr>
              <p:cNvPr id="41" name="Group 40">
                <a:extLst>
                  <a:ext uri="{FF2B5EF4-FFF2-40B4-BE49-F238E27FC236}">
                    <a16:creationId xmlns:a16="http://schemas.microsoft.com/office/drawing/2014/main" id="{882CC485-8A14-4767-80E8-8FB0A9991D20}"/>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id="{E119FAB2-4AF3-4EC9-98C6-E69760D02810}"/>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id="{E2A21525-E952-4F39-A9B2-2CA7C5B14B85}"/>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id="{53BFFD34-0142-4185-8790-1D792CB2F5DD}"/>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id="{00D3FC75-8C07-4B5B-A025-3CCC5DC458DA}"/>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id="{393D2F91-0E6A-4541-843C-1FC0CC2A024A}"/>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id="{7C9F80E2-6A88-44DC-B048-7178CAA61DAF}"/>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1D9D5420-70BE-477D-A17F-A86F19AD3FA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0" name="Oval 59">
                              <a:extLst>
                                <a:ext uri="{FF2B5EF4-FFF2-40B4-BE49-F238E27FC236}">
                                  <a16:creationId xmlns:a16="http://schemas.microsoft.com/office/drawing/2014/main" id="{0BBACECF-9AE7-40B5-90D0-AE2CF1FBE0BD}"/>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8" name="Oval 57">
                            <a:extLst>
                              <a:ext uri="{FF2B5EF4-FFF2-40B4-BE49-F238E27FC236}">
                                <a16:creationId xmlns:a16="http://schemas.microsoft.com/office/drawing/2014/main" id="{1A76BEA0-888E-41CD-9B30-B128A39F781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6" name="Oval 55">
                          <a:extLst>
                            <a:ext uri="{FF2B5EF4-FFF2-40B4-BE49-F238E27FC236}">
                              <a16:creationId xmlns:a16="http://schemas.microsoft.com/office/drawing/2014/main" id="{2EA36045-2F1D-402B-A951-B9957D5C145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4" name="Oval 53">
                        <a:extLst>
                          <a:ext uri="{FF2B5EF4-FFF2-40B4-BE49-F238E27FC236}">
                            <a16:creationId xmlns:a16="http://schemas.microsoft.com/office/drawing/2014/main" id="{AAF58CB3-363E-4156-8148-52E0B9CB634A}"/>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2" name="Oval 51">
                      <a:extLst>
                        <a:ext uri="{FF2B5EF4-FFF2-40B4-BE49-F238E27FC236}">
                          <a16:creationId xmlns:a16="http://schemas.microsoft.com/office/drawing/2014/main" id="{BDC4E05B-A602-483A-B19B-B907358D4629}"/>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0" name="Oval 49">
                    <a:extLst>
                      <a:ext uri="{FF2B5EF4-FFF2-40B4-BE49-F238E27FC236}">
                        <a16:creationId xmlns:a16="http://schemas.microsoft.com/office/drawing/2014/main" id="{55AC54D8-2C27-49A7-B1CE-C865E629499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4" name="Oval 43">
                  <a:extLst>
                    <a:ext uri="{FF2B5EF4-FFF2-40B4-BE49-F238E27FC236}">
                      <a16:creationId xmlns:a16="http://schemas.microsoft.com/office/drawing/2014/main" id="{C9753262-9BA1-4716-B4B5-AAFE232A72A2}"/>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5" name="Oval 44">
                  <a:extLst>
                    <a:ext uri="{FF2B5EF4-FFF2-40B4-BE49-F238E27FC236}">
                      <a16:creationId xmlns:a16="http://schemas.microsoft.com/office/drawing/2014/main" id="{5B2AD932-98DF-4DA1-B19E-E38A4DD270F0}"/>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6" name="Oval 45">
                  <a:extLst>
                    <a:ext uri="{FF2B5EF4-FFF2-40B4-BE49-F238E27FC236}">
                      <a16:creationId xmlns:a16="http://schemas.microsoft.com/office/drawing/2014/main" id="{DE13C879-BB42-4F2C-9413-A1322DE58809}"/>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7" name="Oval 46">
                  <a:extLst>
                    <a:ext uri="{FF2B5EF4-FFF2-40B4-BE49-F238E27FC236}">
                      <a16:creationId xmlns:a16="http://schemas.microsoft.com/office/drawing/2014/main" id="{28B4D2F2-9DD5-4B23-A2F2-7DBEE9E61F6C}"/>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8" name="Oval 47">
                  <a:extLst>
                    <a:ext uri="{FF2B5EF4-FFF2-40B4-BE49-F238E27FC236}">
                      <a16:creationId xmlns:a16="http://schemas.microsoft.com/office/drawing/2014/main" id="{C1A2F663-A8A7-4337-9C39-489B4C457111}"/>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2" name="Oval 41">
                <a:extLst>
                  <a:ext uri="{FF2B5EF4-FFF2-40B4-BE49-F238E27FC236}">
                    <a16:creationId xmlns:a16="http://schemas.microsoft.com/office/drawing/2014/main" id="{1609761D-150A-4DE0-9604-CC3953C108D0}"/>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61" name="Rectangle 60">
              <a:extLst>
                <a:ext uri="{FF2B5EF4-FFF2-40B4-BE49-F238E27FC236}">
                  <a16:creationId xmlns:a16="http://schemas.microsoft.com/office/drawing/2014/main" id="{D1189D1C-85ED-4EF1-A384-7C4590ED50FD}"/>
                </a:ext>
              </a:extLst>
            </p:cNvPr>
            <p:cNvSpPr/>
            <p:nvPr userDrawn="1"/>
          </p:nvSpPr>
          <p:spPr>
            <a:xfrm>
              <a:off x="8138160" y="4045868"/>
              <a:ext cx="2029968" cy="8229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Freeform: Shape 61">
              <a:extLst>
                <a:ext uri="{FF2B5EF4-FFF2-40B4-BE49-F238E27FC236}">
                  <a16:creationId xmlns:a16="http://schemas.microsoft.com/office/drawing/2014/main" id="{445306C5-E470-4A93-9C9F-5D066F760D16}"/>
                </a:ext>
              </a:extLst>
            </p:cNvPr>
            <p:cNvSpPr/>
            <p:nvPr userDrawn="1"/>
          </p:nvSpPr>
          <p:spPr>
            <a:xfrm>
              <a:off x="8138160" y="2029968"/>
              <a:ext cx="1014984" cy="201168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63" name="Straight Connector 62">
              <a:extLst>
                <a:ext uri="{FF2B5EF4-FFF2-40B4-BE49-F238E27FC236}">
                  <a16:creationId xmlns:a16="http://schemas.microsoft.com/office/drawing/2014/main" id="{B31C374B-40F2-4B1E-A9D8-6E5C932FF170}"/>
                </a:ext>
              </a:extLst>
            </p:cNvPr>
            <p:cNvCxnSpPr>
              <a:cxnSpLocks/>
            </p:cNvCxnSpPr>
            <p:nvPr userDrawn="1"/>
          </p:nvCxnSpPr>
          <p:spPr>
            <a:xfrm flipV="1">
              <a:off x="8138160" y="2012062"/>
              <a:ext cx="3044952" cy="7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1C668341-39BE-4448-B29D-2594AE6D75C2}"/>
                </a:ext>
              </a:extLst>
            </p:cNvPr>
            <p:cNvSpPr/>
            <p:nvPr userDrawn="1"/>
          </p:nvSpPr>
          <p:spPr>
            <a:xfrm>
              <a:off x="11055096" y="1874902"/>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7" name="Date Placeholder 3">
            <a:extLst>
              <a:ext uri="{FF2B5EF4-FFF2-40B4-BE49-F238E27FC236}">
                <a16:creationId xmlns:a16="http://schemas.microsoft.com/office/drawing/2014/main" id="{56895315-7883-40AA-AB6E-E7F8B77E5BAC}"/>
              </a:ext>
            </a:extLst>
          </p:cNvPr>
          <p:cNvSpPr>
            <a:spLocks noGrp="1"/>
          </p:cNvSpPr>
          <p:nvPr>
            <p:ph type="dt" sz="half" idx="10"/>
          </p:nvPr>
        </p:nvSpPr>
        <p:spPr>
          <a:xfrm>
            <a:off x="761295" y="6355080"/>
            <a:ext cx="1097280" cy="365125"/>
          </a:xfrm>
        </p:spPr>
        <p:txBody>
          <a:bodyPr/>
          <a:lstStyle>
            <a:lvl1pPr>
              <a:defRPr>
                <a:solidFill>
                  <a:schemeClr val="bg1"/>
                </a:solidFill>
              </a:defRPr>
            </a:lvl1pPr>
          </a:lstStyle>
          <a:p>
            <a:r>
              <a:rPr lang="en-US"/>
              <a:t>12/11/2023</a:t>
            </a:r>
            <a:endParaRPr lang="en-US" dirty="0"/>
          </a:p>
        </p:txBody>
      </p:sp>
      <p:sp>
        <p:nvSpPr>
          <p:cNvPr id="68" name="Footer Placeholder 4">
            <a:extLst>
              <a:ext uri="{FF2B5EF4-FFF2-40B4-BE49-F238E27FC236}">
                <a16:creationId xmlns:a16="http://schemas.microsoft.com/office/drawing/2014/main" id="{0000A4E2-8200-4049-B783-2C99FBDBAEBD}"/>
              </a:ext>
            </a:extLst>
          </p:cNvPr>
          <p:cNvSpPr>
            <a:spLocks noGrp="1"/>
          </p:cNvSpPr>
          <p:nvPr>
            <p:ph type="ftr" sz="quarter" idx="11"/>
          </p:nvPr>
        </p:nvSpPr>
        <p:spPr>
          <a:xfrm>
            <a:off x="5499886" y="6355080"/>
            <a:ext cx="2286000" cy="365125"/>
          </a:xfrm>
        </p:spPr>
        <p:txBody>
          <a:bodyPr/>
          <a:lstStyle>
            <a:lvl1pPr>
              <a:defRPr>
                <a:solidFill>
                  <a:schemeClr val="bg1"/>
                </a:solidFill>
              </a:defRPr>
            </a:lvl1pPr>
          </a:lstStyle>
          <a:p>
            <a:r>
              <a:rPr lang="en-US"/>
              <a:t>Presentation title</a:t>
            </a:r>
            <a:endParaRPr lang="en-US" dirty="0"/>
          </a:p>
        </p:txBody>
      </p:sp>
      <p:sp>
        <p:nvSpPr>
          <p:cNvPr id="69" name="Slide Number Placeholder 5">
            <a:extLst>
              <a:ext uri="{FF2B5EF4-FFF2-40B4-BE49-F238E27FC236}">
                <a16:creationId xmlns:a16="http://schemas.microsoft.com/office/drawing/2014/main" id="{179E1CD1-EB8F-4E56-ADD5-06293A7A2EE8}"/>
              </a:ext>
            </a:extLst>
          </p:cNvPr>
          <p:cNvSpPr>
            <a:spLocks noGrp="1"/>
          </p:cNvSpPr>
          <p:nvPr>
            <p:ph type="sldNum" sz="quarter" idx="12"/>
          </p:nvPr>
        </p:nvSpPr>
        <p:spPr>
          <a:xfrm>
            <a:off x="11274091" y="635508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
        <p:nvSpPr>
          <p:cNvPr id="4" name="Content Placeholder 2">
            <a:extLst>
              <a:ext uri="{FF2B5EF4-FFF2-40B4-BE49-F238E27FC236}">
                <a16:creationId xmlns:a16="http://schemas.microsoft.com/office/drawing/2014/main" id="{3BB414F1-8F08-3A3B-45E3-9F44595164A1}"/>
              </a:ext>
            </a:extLst>
          </p:cNvPr>
          <p:cNvSpPr>
            <a:spLocks noGrp="1"/>
          </p:cNvSpPr>
          <p:nvPr>
            <p:ph sz="half" idx="14" hasCustomPrompt="1"/>
          </p:nvPr>
        </p:nvSpPr>
        <p:spPr>
          <a:xfrm>
            <a:off x="762001" y="3058886"/>
            <a:ext cx="6597372" cy="3296194"/>
          </a:xfrm>
        </p:spPr>
        <p:txBody>
          <a:bodyPr>
            <a:normAutofit/>
          </a:bodyPr>
          <a:lstStyle>
            <a:lvl1pPr marL="0" indent="0">
              <a:lnSpc>
                <a:spcPts val="2000"/>
              </a:lnSpc>
              <a:buFont typeface="Arial" panose="020B0604020202020204" pitchFamily="34" charset="0"/>
              <a:buNone/>
              <a:defRPr sz="1800">
                <a:solidFill>
                  <a:schemeClr val="bg1"/>
                </a:solidFill>
              </a:defRPr>
            </a:lvl1pPr>
            <a:lvl2pPr marL="457200">
              <a:lnSpc>
                <a:spcPts val="2000"/>
              </a:lnSpc>
              <a:defRPr sz="1800">
                <a:solidFill>
                  <a:schemeClr val="bg1"/>
                </a:solidFill>
              </a:defRPr>
            </a:lvl2pPr>
            <a:lvl3pPr marL="914400">
              <a:lnSpc>
                <a:spcPts val="2000"/>
              </a:lnSpc>
              <a:defRPr sz="1800">
                <a:solidFill>
                  <a:schemeClr val="bg1"/>
                </a:solidFill>
              </a:defRPr>
            </a:lvl3pPr>
            <a:lvl4pPr marL="1371600">
              <a:lnSpc>
                <a:spcPts val="2000"/>
              </a:lnSpc>
              <a:defRPr sz="1800">
                <a:solidFill>
                  <a:schemeClr val="bg1"/>
                </a:solidFill>
              </a:defRPr>
            </a:lvl4pPr>
            <a:lvl5pPr marL="1828800">
              <a:lnSpc>
                <a:spcPts val="2000"/>
              </a:lnSpc>
              <a:defRPr sz="18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80696027"/>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guide id="4" pos="576"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Subtitle">
    <p:bg>
      <p:bgPr>
        <a:solidFill>
          <a:schemeClr val="accent3"/>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F09F422-89F7-BDA7-7801-F364BA5D95A5}"/>
              </a:ext>
              <a:ext uri="{C183D7F6-B498-43B3-948B-1728B52AA6E4}">
                <adec:decorative xmlns:adec="http://schemas.microsoft.com/office/drawing/2017/decorative" val="1"/>
              </a:ext>
            </a:extLst>
          </p:cNvPr>
          <p:cNvGrpSpPr/>
          <p:nvPr userDrawn="1"/>
        </p:nvGrpSpPr>
        <p:grpSpPr>
          <a:xfrm>
            <a:off x="-3045" y="-4303"/>
            <a:ext cx="7252590" cy="6862680"/>
            <a:chOff x="-3045" y="-4303"/>
            <a:chExt cx="7252590" cy="6862680"/>
          </a:xfrm>
        </p:grpSpPr>
        <p:sp>
          <p:nvSpPr>
            <p:cNvPr id="34" name="Rectangle 33">
              <a:extLst>
                <a:ext uri="{FF2B5EF4-FFF2-40B4-BE49-F238E27FC236}">
                  <a16:creationId xmlns:a16="http://schemas.microsoft.com/office/drawing/2014/main" id="{D629CA98-D89C-4A69-9A55-8D6C17DCDDF0}"/>
                </a:ext>
              </a:extLst>
            </p:cNvPr>
            <p:cNvSpPr/>
            <p:nvPr userDrawn="1"/>
          </p:nvSpPr>
          <p:spPr>
            <a:xfrm>
              <a:off x="-1146" y="4775407"/>
              <a:ext cx="2029968" cy="207752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8" name="Graphic 27">
              <a:extLst>
                <a:ext uri="{FF2B5EF4-FFF2-40B4-BE49-F238E27FC236}">
                  <a16:creationId xmlns:a16="http://schemas.microsoft.com/office/drawing/2014/main" id="{12C5F573-21FC-4A6F-B46F-5583E20C994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3045" y="-4303"/>
              <a:ext cx="2029968" cy="2029968"/>
            </a:xfrm>
            <a:prstGeom prst="rect">
              <a:avLst/>
            </a:prstGeom>
          </p:spPr>
        </p:pic>
        <p:sp>
          <p:nvSpPr>
            <p:cNvPr id="39" name="Rectangle 38">
              <a:extLst>
                <a:ext uri="{FF2B5EF4-FFF2-40B4-BE49-F238E27FC236}">
                  <a16:creationId xmlns:a16="http://schemas.microsoft.com/office/drawing/2014/main" id="{EA65556A-38A5-4BA5-9A40-33F02F960B1E}"/>
                </a:ext>
              </a:extLst>
            </p:cNvPr>
            <p:cNvSpPr/>
            <p:nvPr userDrawn="1"/>
          </p:nvSpPr>
          <p:spPr>
            <a:xfrm>
              <a:off x="3757" y="2033993"/>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ectangle 64">
              <a:extLst>
                <a:ext uri="{FF2B5EF4-FFF2-40B4-BE49-F238E27FC236}">
                  <a16:creationId xmlns:a16="http://schemas.microsoft.com/office/drawing/2014/main" id="{37900790-71B8-45C8-9B6D-07E23CEA7632}"/>
                </a:ext>
              </a:extLst>
            </p:cNvPr>
            <p:cNvSpPr/>
            <p:nvPr userDrawn="1"/>
          </p:nvSpPr>
          <p:spPr>
            <a:xfrm>
              <a:off x="-218" y="4059798"/>
              <a:ext cx="2029968" cy="75956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328AC969-4FA2-44AD-A273-2A0B7839749F}"/>
                </a:ext>
              </a:extLst>
            </p:cNvPr>
            <p:cNvSpPr/>
            <p:nvPr userDrawn="1"/>
          </p:nvSpPr>
          <p:spPr>
            <a:xfrm>
              <a:off x="4071442" y="4058828"/>
              <a:ext cx="3178103" cy="2799549"/>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Graphic 10">
              <a:extLst>
                <a:ext uri="{FF2B5EF4-FFF2-40B4-BE49-F238E27FC236}">
                  <a16:creationId xmlns:a16="http://schemas.microsoft.com/office/drawing/2014/main" id="{91CB31D0-C621-4EF7-AE25-5C3BCD5882C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038053" y="2029625"/>
              <a:ext cx="2029878" cy="2023760"/>
            </a:xfrm>
            <a:prstGeom prst="rect">
              <a:avLst/>
            </a:prstGeom>
          </p:spPr>
        </p:pic>
        <p:pic>
          <p:nvPicPr>
            <p:cNvPr id="69" name="Graphic 68">
              <a:extLst>
                <a:ext uri="{FF2B5EF4-FFF2-40B4-BE49-F238E27FC236}">
                  <a16:creationId xmlns:a16="http://schemas.microsoft.com/office/drawing/2014/main" id="{B2CC2F02-F98F-4E69-AA01-CCF96A602E12}"/>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034034" y="4055808"/>
              <a:ext cx="2029968" cy="2029968"/>
            </a:xfrm>
            <a:prstGeom prst="rect">
              <a:avLst/>
            </a:prstGeom>
          </p:spPr>
        </p:pic>
        <p:sp>
          <p:nvSpPr>
            <p:cNvPr id="8" name="Rectangle 9">
              <a:extLst>
                <a:ext uri="{FF2B5EF4-FFF2-40B4-BE49-F238E27FC236}">
                  <a16:creationId xmlns:a16="http://schemas.microsoft.com/office/drawing/2014/main" id="{FE05B395-CB62-452B-A84F-936AD8EDDA92}"/>
                </a:ext>
              </a:extLst>
            </p:cNvPr>
            <p:cNvSpPr/>
            <p:nvPr userDrawn="1"/>
          </p:nvSpPr>
          <p:spPr>
            <a:xfrm>
              <a:off x="2028568" y="4060579"/>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3" name="Graphic 72">
              <a:extLst>
                <a:ext uri="{FF2B5EF4-FFF2-40B4-BE49-F238E27FC236}">
                  <a16:creationId xmlns:a16="http://schemas.microsoft.com/office/drawing/2014/main" id="{2622C30D-68C5-43FD-997F-CFD4DD72E164}"/>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rot="5400000">
              <a:off x="2043950" y="4059923"/>
              <a:ext cx="2029968" cy="2029968"/>
            </a:xfrm>
            <a:prstGeom prst="rect">
              <a:avLst/>
            </a:prstGeom>
          </p:spPr>
        </p:pic>
        <p:pic>
          <p:nvPicPr>
            <p:cNvPr id="35" name="Picture 34" descr="A black and white striped pattern&#10;&#10;Description automatically generated with low confidence">
              <a:extLst>
                <a:ext uri="{FF2B5EF4-FFF2-40B4-BE49-F238E27FC236}">
                  <a16:creationId xmlns:a16="http://schemas.microsoft.com/office/drawing/2014/main" id="{AC3CDBDC-6EB4-4B7D-A9F6-4CFA748349B5}"/>
                </a:ext>
              </a:extLst>
            </p:cNvPr>
            <p:cNvPicPr>
              <a:picLocks noChangeAspect="1"/>
            </p:cNvPicPr>
            <p:nvPr userDrawn="1"/>
          </p:nvPicPr>
          <p:blipFill>
            <a:blip r:embed="rId10" cstate="screen">
              <a:extLst>
                <a:ext uri="{28A0092B-C50C-407E-A947-70E740481C1C}">
                  <a14:useLocalDpi xmlns:a14="http://schemas.microsoft.com/office/drawing/2010/main" val="0"/>
                </a:ext>
              </a:extLst>
            </a:blip>
            <a:stretch>
              <a:fillRect/>
            </a:stretch>
          </p:blipFill>
          <p:spPr>
            <a:xfrm>
              <a:off x="1406" y="3062893"/>
              <a:ext cx="2019299" cy="999451"/>
            </a:xfrm>
            <a:prstGeom prst="rect">
              <a:avLst/>
            </a:prstGeom>
          </p:spPr>
        </p:pic>
        <p:grpSp>
          <p:nvGrpSpPr>
            <p:cNvPr id="162" name="Group 161">
              <a:extLst>
                <a:ext uri="{FF2B5EF4-FFF2-40B4-BE49-F238E27FC236}">
                  <a16:creationId xmlns:a16="http://schemas.microsoft.com/office/drawing/2014/main" id="{34457344-691C-417A-9C29-5AD8ABC43E5A}"/>
                </a:ext>
              </a:extLst>
            </p:cNvPr>
            <p:cNvGrpSpPr/>
            <p:nvPr userDrawn="1"/>
          </p:nvGrpSpPr>
          <p:grpSpPr>
            <a:xfrm>
              <a:off x="4433" y="4836676"/>
              <a:ext cx="1965960" cy="1965960"/>
              <a:chOff x="5361924" y="7472790"/>
              <a:chExt cx="1828800" cy="1828800"/>
            </a:xfrm>
          </p:grpSpPr>
          <p:grpSp>
            <p:nvGrpSpPr>
              <p:cNvPr id="163" name="Group 162">
                <a:extLst>
                  <a:ext uri="{FF2B5EF4-FFF2-40B4-BE49-F238E27FC236}">
                    <a16:creationId xmlns:a16="http://schemas.microsoft.com/office/drawing/2014/main" id="{68DDC918-5A9B-4D14-98A4-9002D8520FD4}"/>
                  </a:ext>
                </a:extLst>
              </p:cNvPr>
              <p:cNvGrpSpPr/>
              <p:nvPr userDrawn="1"/>
            </p:nvGrpSpPr>
            <p:grpSpPr>
              <a:xfrm>
                <a:off x="5361924" y="7472790"/>
                <a:ext cx="1828800" cy="1828800"/>
                <a:chOff x="5361924" y="7472790"/>
                <a:chExt cx="1828800" cy="1828800"/>
              </a:xfrm>
            </p:grpSpPr>
            <p:grpSp>
              <p:nvGrpSpPr>
                <p:cNvPr id="165" name="Group 164">
                  <a:extLst>
                    <a:ext uri="{FF2B5EF4-FFF2-40B4-BE49-F238E27FC236}">
                      <a16:creationId xmlns:a16="http://schemas.microsoft.com/office/drawing/2014/main" id="{2366D07F-988F-459E-BBD3-15126F92902E}"/>
                    </a:ext>
                  </a:extLst>
                </p:cNvPr>
                <p:cNvGrpSpPr/>
                <p:nvPr userDrawn="1"/>
              </p:nvGrpSpPr>
              <p:grpSpPr>
                <a:xfrm>
                  <a:off x="5361924" y="7472790"/>
                  <a:ext cx="1828800" cy="1828800"/>
                  <a:chOff x="5388428" y="7173291"/>
                  <a:chExt cx="1828800" cy="1828800"/>
                </a:xfrm>
              </p:grpSpPr>
              <p:grpSp>
                <p:nvGrpSpPr>
                  <p:cNvPr id="173" name="Group 172">
                    <a:extLst>
                      <a:ext uri="{FF2B5EF4-FFF2-40B4-BE49-F238E27FC236}">
                        <a16:creationId xmlns:a16="http://schemas.microsoft.com/office/drawing/2014/main" id="{6CCACE8C-699F-4B10-BA84-94167BA05CC5}"/>
                      </a:ext>
                    </a:extLst>
                  </p:cNvPr>
                  <p:cNvGrpSpPr/>
                  <p:nvPr userDrawn="1"/>
                </p:nvGrpSpPr>
                <p:grpSpPr>
                  <a:xfrm>
                    <a:off x="5388428" y="7173291"/>
                    <a:ext cx="1828800" cy="1828800"/>
                    <a:chOff x="5388428" y="7173291"/>
                    <a:chExt cx="1828800" cy="1828800"/>
                  </a:xfrm>
                </p:grpSpPr>
                <p:grpSp>
                  <p:nvGrpSpPr>
                    <p:cNvPr id="176" name="Group 175">
                      <a:extLst>
                        <a:ext uri="{FF2B5EF4-FFF2-40B4-BE49-F238E27FC236}">
                          <a16:creationId xmlns:a16="http://schemas.microsoft.com/office/drawing/2014/main" id="{59F49E32-0B71-4676-8012-BA971DA2100F}"/>
                        </a:ext>
                      </a:extLst>
                    </p:cNvPr>
                    <p:cNvGrpSpPr/>
                    <p:nvPr userDrawn="1"/>
                  </p:nvGrpSpPr>
                  <p:grpSpPr>
                    <a:xfrm>
                      <a:off x="5388428" y="7173291"/>
                      <a:ext cx="1828800" cy="1828800"/>
                      <a:chOff x="5579044" y="7049770"/>
                      <a:chExt cx="1828800" cy="1828800"/>
                    </a:xfrm>
                  </p:grpSpPr>
                  <p:grpSp>
                    <p:nvGrpSpPr>
                      <p:cNvPr id="178" name="Group 177">
                        <a:extLst>
                          <a:ext uri="{FF2B5EF4-FFF2-40B4-BE49-F238E27FC236}">
                            <a16:creationId xmlns:a16="http://schemas.microsoft.com/office/drawing/2014/main" id="{DF41FA5A-1504-4DC4-B514-00C377423E7C}"/>
                          </a:ext>
                        </a:extLst>
                      </p:cNvPr>
                      <p:cNvGrpSpPr/>
                      <p:nvPr userDrawn="1"/>
                    </p:nvGrpSpPr>
                    <p:grpSpPr>
                      <a:xfrm>
                        <a:off x="5579044" y="7049770"/>
                        <a:ext cx="1828800" cy="1828800"/>
                        <a:chOff x="5579044" y="7049770"/>
                        <a:chExt cx="1828800" cy="1828800"/>
                      </a:xfrm>
                    </p:grpSpPr>
                    <p:grpSp>
                      <p:nvGrpSpPr>
                        <p:cNvPr id="180" name="Group 179">
                          <a:extLst>
                            <a:ext uri="{FF2B5EF4-FFF2-40B4-BE49-F238E27FC236}">
                              <a16:creationId xmlns:a16="http://schemas.microsoft.com/office/drawing/2014/main" id="{68B4610A-A91F-459F-A9C5-9FC624665516}"/>
                            </a:ext>
                          </a:extLst>
                        </p:cNvPr>
                        <p:cNvGrpSpPr/>
                        <p:nvPr userDrawn="1"/>
                      </p:nvGrpSpPr>
                      <p:grpSpPr>
                        <a:xfrm>
                          <a:off x="5579044" y="7049770"/>
                          <a:ext cx="1828800" cy="1828800"/>
                          <a:chOff x="5579044" y="7049770"/>
                          <a:chExt cx="1828800" cy="1828800"/>
                        </a:xfrm>
                      </p:grpSpPr>
                      <p:grpSp>
                        <p:nvGrpSpPr>
                          <p:cNvPr id="182" name="Group 181">
                            <a:extLst>
                              <a:ext uri="{FF2B5EF4-FFF2-40B4-BE49-F238E27FC236}">
                                <a16:creationId xmlns:a16="http://schemas.microsoft.com/office/drawing/2014/main" id="{D794F6E3-A9E3-42A9-93AA-7B9E20AD922D}"/>
                              </a:ext>
                            </a:extLst>
                          </p:cNvPr>
                          <p:cNvGrpSpPr/>
                          <p:nvPr userDrawn="1"/>
                        </p:nvGrpSpPr>
                        <p:grpSpPr>
                          <a:xfrm>
                            <a:off x="5579044" y="7049770"/>
                            <a:ext cx="1828800" cy="1828800"/>
                            <a:chOff x="5579044" y="7049770"/>
                            <a:chExt cx="1828800" cy="1828800"/>
                          </a:xfrm>
                        </p:grpSpPr>
                        <p:sp>
                          <p:nvSpPr>
                            <p:cNvPr id="184" name="Oval 183">
                              <a:extLst>
                                <a:ext uri="{FF2B5EF4-FFF2-40B4-BE49-F238E27FC236}">
                                  <a16:creationId xmlns:a16="http://schemas.microsoft.com/office/drawing/2014/main" id="{90B634B0-4792-4A28-B92A-ACA35F177675}"/>
                                </a:ext>
                              </a:extLst>
                            </p:cNvPr>
                            <p:cNvSpPr/>
                            <p:nvPr userDrawn="1"/>
                          </p:nvSpPr>
                          <p:spPr>
                            <a:xfrm>
                              <a:off x="5579044" y="7049770"/>
                              <a:ext cx="1828800" cy="18288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85" name="Oval 184">
                              <a:extLst>
                                <a:ext uri="{FF2B5EF4-FFF2-40B4-BE49-F238E27FC236}">
                                  <a16:creationId xmlns:a16="http://schemas.microsoft.com/office/drawing/2014/main" id="{1B466310-2C61-42F1-81EB-2B5BF01B2267}"/>
                                </a:ext>
                              </a:extLst>
                            </p:cNvPr>
                            <p:cNvSpPr/>
                            <p:nvPr userDrawn="1"/>
                          </p:nvSpPr>
                          <p:spPr>
                            <a:xfrm>
                              <a:off x="5647624" y="7118350"/>
                              <a:ext cx="1691640" cy="16916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83" name="Oval 182">
                            <a:extLst>
                              <a:ext uri="{FF2B5EF4-FFF2-40B4-BE49-F238E27FC236}">
                                <a16:creationId xmlns:a16="http://schemas.microsoft.com/office/drawing/2014/main" id="{53A72A9A-79AE-4A89-8938-7A85E2248DE6}"/>
                              </a:ext>
                            </a:extLst>
                          </p:cNvPr>
                          <p:cNvSpPr/>
                          <p:nvPr userDrawn="1"/>
                        </p:nvSpPr>
                        <p:spPr>
                          <a:xfrm>
                            <a:off x="5716204" y="7186930"/>
                            <a:ext cx="1554480" cy="15544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81" name="Oval 180">
                          <a:extLst>
                            <a:ext uri="{FF2B5EF4-FFF2-40B4-BE49-F238E27FC236}">
                              <a16:creationId xmlns:a16="http://schemas.microsoft.com/office/drawing/2014/main" id="{02618DCD-5B83-4412-9D1A-968C246DCAC1}"/>
                            </a:ext>
                          </a:extLst>
                        </p:cNvPr>
                        <p:cNvSpPr/>
                        <p:nvPr userDrawn="1"/>
                      </p:nvSpPr>
                      <p:spPr>
                        <a:xfrm>
                          <a:off x="5784784" y="7255510"/>
                          <a:ext cx="1417320" cy="141732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79" name="Oval 178">
                        <a:extLst>
                          <a:ext uri="{FF2B5EF4-FFF2-40B4-BE49-F238E27FC236}">
                            <a16:creationId xmlns:a16="http://schemas.microsoft.com/office/drawing/2014/main" id="{29B173F9-A6EA-4B31-B4C6-3C8DE08F2F11}"/>
                          </a:ext>
                        </a:extLst>
                      </p:cNvPr>
                      <p:cNvSpPr/>
                      <p:nvPr userDrawn="1"/>
                    </p:nvSpPr>
                    <p:spPr>
                      <a:xfrm>
                        <a:off x="5853364" y="7324090"/>
                        <a:ext cx="1280160" cy="128016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77" name="Oval 176">
                      <a:extLst>
                        <a:ext uri="{FF2B5EF4-FFF2-40B4-BE49-F238E27FC236}">
                          <a16:creationId xmlns:a16="http://schemas.microsoft.com/office/drawing/2014/main" id="{466DB0E2-4B80-4A09-8BCA-9432E1E1DAE3}"/>
                        </a:ext>
                      </a:extLst>
                    </p:cNvPr>
                    <p:cNvSpPr/>
                    <p:nvPr userDrawn="1"/>
                  </p:nvSpPr>
                  <p:spPr>
                    <a:xfrm>
                      <a:off x="5731328" y="7516191"/>
                      <a:ext cx="1143000" cy="11430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74" name="Oval 173">
                    <a:extLst>
                      <a:ext uri="{FF2B5EF4-FFF2-40B4-BE49-F238E27FC236}">
                        <a16:creationId xmlns:a16="http://schemas.microsoft.com/office/drawing/2014/main" id="{20D2F087-D77F-4913-922E-014FB9DEE63E}"/>
                      </a:ext>
                    </a:extLst>
                  </p:cNvPr>
                  <p:cNvSpPr/>
                  <p:nvPr userDrawn="1"/>
                </p:nvSpPr>
                <p:spPr>
                  <a:xfrm>
                    <a:off x="5799908" y="7584771"/>
                    <a:ext cx="1005840" cy="10058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66" name="Oval 165">
                  <a:extLst>
                    <a:ext uri="{FF2B5EF4-FFF2-40B4-BE49-F238E27FC236}">
                      <a16:creationId xmlns:a16="http://schemas.microsoft.com/office/drawing/2014/main" id="{DD44EC19-A244-4489-9CB8-0361CFBFD02F}"/>
                    </a:ext>
                  </a:extLst>
                </p:cNvPr>
                <p:cNvSpPr/>
                <p:nvPr userDrawn="1"/>
              </p:nvSpPr>
              <p:spPr>
                <a:xfrm>
                  <a:off x="5841984" y="7952850"/>
                  <a:ext cx="868680" cy="8686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67" name="Oval 166">
                  <a:extLst>
                    <a:ext uri="{FF2B5EF4-FFF2-40B4-BE49-F238E27FC236}">
                      <a16:creationId xmlns:a16="http://schemas.microsoft.com/office/drawing/2014/main" id="{C5C029E7-6D6D-4D14-8D8E-E407011AF097}"/>
                    </a:ext>
                  </a:extLst>
                </p:cNvPr>
                <p:cNvSpPr/>
                <p:nvPr userDrawn="1"/>
              </p:nvSpPr>
              <p:spPr>
                <a:xfrm>
                  <a:off x="5910564" y="8021430"/>
                  <a:ext cx="731520" cy="73152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69" name="Oval 168">
                  <a:extLst>
                    <a:ext uri="{FF2B5EF4-FFF2-40B4-BE49-F238E27FC236}">
                      <a16:creationId xmlns:a16="http://schemas.microsoft.com/office/drawing/2014/main" id="{4A74D8A7-ACD3-40A3-918D-46DF99BF9F3E}"/>
                    </a:ext>
                  </a:extLst>
                </p:cNvPr>
                <p:cNvSpPr/>
                <p:nvPr userDrawn="1"/>
              </p:nvSpPr>
              <p:spPr>
                <a:xfrm>
                  <a:off x="5979144" y="8090010"/>
                  <a:ext cx="594360" cy="59436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71" name="Oval 170">
                  <a:extLst>
                    <a:ext uri="{FF2B5EF4-FFF2-40B4-BE49-F238E27FC236}">
                      <a16:creationId xmlns:a16="http://schemas.microsoft.com/office/drawing/2014/main" id="{9C994ED9-5124-452B-986B-4782056BCFB3}"/>
                    </a:ext>
                  </a:extLst>
                </p:cNvPr>
                <p:cNvSpPr/>
                <p:nvPr userDrawn="1"/>
              </p:nvSpPr>
              <p:spPr>
                <a:xfrm>
                  <a:off x="6047724" y="8158590"/>
                  <a:ext cx="457200" cy="4572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72" name="Oval 171">
                  <a:extLst>
                    <a:ext uri="{FF2B5EF4-FFF2-40B4-BE49-F238E27FC236}">
                      <a16:creationId xmlns:a16="http://schemas.microsoft.com/office/drawing/2014/main" id="{8ADCBFB4-9F0A-40FB-A585-2728254E0A7C}"/>
                    </a:ext>
                  </a:extLst>
                </p:cNvPr>
                <p:cNvSpPr/>
                <p:nvPr userDrawn="1"/>
              </p:nvSpPr>
              <p:spPr>
                <a:xfrm>
                  <a:off x="6116304" y="8227170"/>
                  <a:ext cx="320040" cy="3200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64" name="Oval 163">
                <a:extLst>
                  <a:ext uri="{FF2B5EF4-FFF2-40B4-BE49-F238E27FC236}">
                    <a16:creationId xmlns:a16="http://schemas.microsoft.com/office/drawing/2014/main" id="{42E049E2-81A6-45F8-BA9F-DEA21400B1AD}"/>
                  </a:ext>
                </a:extLst>
              </p:cNvPr>
              <p:cNvSpPr/>
              <p:nvPr userDrawn="1"/>
            </p:nvSpPr>
            <p:spPr>
              <a:xfrm>
                <a:off x="6184884" y="8295750"/>
                <a:ext cx="182880" cy="1828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67" name="Freeform: Shape 66">
              <a:extLst>
                <a:ext uri="{FF2B5EF4-FFF2-40B4-BE49-F238E27FC236}">
                  <a16:creationId xmlns:a16="http://schemas.microsoft.com/office/drawing/2014/main" id="{75F20D6C-6085-4D3F-9186-6895908C97B9}"/>
                </a:ext>
              </a:extLst>
            </p:cNvPr>
            <p:cNvSpPr/>
            <p:nvPr userDrawn="1"/>
          </p:nvSpPr>
          <p:spPr>
            <a:xfrm rot="16200000">
              <a:off x="506891" y="5335524"/>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1" name="Rectangle 70">
              <a:extLst>
                <a:ext uri="{FF2B5EF4-FFF2-40B4-BE49-F238E27FC236}">
                  <a16:creationId xmlns:a16="http://schemas.microsoft.com/office/drawing/2014/main" id="{BC56BE23-DE49-4D55-A6A0-DFE2A870120D}"/>
                </a:ext>
              </a:extLst>
            </p:cNvPr>
            <p:cNvSpPr/>
            <p:nvPr userDrawn="1"/>
          </p:nvSpPr>
          <p:spPr>
            <a:xfrm>
              <a:off x="2028658" y="6089528"/>
              <a:ext cx="2049251" cy="768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Oval 74">
              <a:extLst>
                <a:ext uri="{FF2B5EF4-FFF2-40B4-BE49-F238E27FC236}">
                  <a16:creationId xmlns:a16="http://schemas.microsoft.com/office/drawing/2014/main" id="{BCF3BD55-FF25-4CA9-8016-81AEB8AA43E8}"/>
                </a:ext>
              </a:extLst>
            </p:cNvPr>
            <p:cNvSpPr/>
            <p:nvPr userDrawn="1"/>
          </p:nvSpPr>
          <p:spPr>
            <a:xfrm>
              <a:off x="3838078" y="1859479"/>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7" name="Straight Connector 76">
              <a:extLst>
                <a:ext uri="{FF2B5EF4-FFF2-40B4-BE49-F238E27FC236}">
                  <a16:creationId xmlns:a16="http://schemas.microsoft.com/office/drawing/2014/main" id="{DE09EA6C-7AC2-47BE-95B8-4D3412867BA5}"/>
                </a:ext>
              </a:extLst>
            </p:cNvPr>
            <p:cNvCxnSpPr>
              <a:cxnSpLocks/>
            </p:cNvCxnSpPr>
            <p:nvPr userDrawn="1"/>
          </p:nvCxnSpPr>
          <p:spPr>
            <a:xfrm flipV="1">
              <a:off x="0" y="1990665"/>
              <a:ext cx="4023360" cy="33894"/>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974771" y="576943"/>
            <a:ext cx="6449786" cy="2785508"/>
          </a:xfrm>
        </p:spPr>
        <p:txBody>
          <a:bodyPr anchor="b">
            <a:normAutofit/>
          </a:bodyPr>
          <a:lstStyle>
            <a:lvl1pPr algn="l">
              <a:defRPr sz="4800" cap="all" baseline="0">
                <a:solidFill>
                  <a:schemeClr val="tx2"/>
                </a:solidFill>
              </a:defRPr>
            </a:lvl1pPr>
          </a:lstStyle>
          <a:p>
            <a:r>
              <a:rPr lang="en-US" dirty="0"/>
              <a:t>Click to ADD TITLE</a:t>
            </a:r>
          </a:p>
        </p:txBody>
      </p:sp>
      <p:sp>
        <p:nvSpPr>
          <p:cNvPr id="3" name="Subtitle 2">
            <a:extLst>
              <a:ext uri="{FF2B5EF4-FFF2-40B4-BE49-F238E27FC236}">
                <a16:creationId xmlns:a16="http://schemas.microsoft.com/office/drawing/2014/main" id="{EB00591F-8CE8-B626-C81A-6C960B2BAECA}"/>
              </a:ext>
            </a:extLst>
          </p:cNvPr>
          <p:cNvSpPr>
            <a:spLocks noGrp="1"/>
          </p:cNvSpPr>
          <p:nvPr>
            <p:ph type="subTitle" idx="1" hasCustomPrompt="1"/>
          </p:nvPr>
        </p:nvSpPr>
        <p:spPr>
          <a:xfrm>
            <a:off x="4974772" y="3373686"/>
            <a:ext cx="6449785" cy="1029586"/>
          </a:xfrm>
        </p:spPr>
        <p:txBody>
          <a:bodyPr>
            <a:normAutofit/>
          </a:bodyPr>
          <a:lstStyle>
            <a:lvl1pPr marL="0" indent="0" algn="l">
              <a:lnSpc>
                <a:spcPct val="150000"/>
              </a:lnSpc>
              <a:spcBef>
                <a:spcPts val="0"/>
              </a:spcBef>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92" name="Date Placeholder 3">
            <a:extLst>
              <a:ext uri="{FF2B5EF4-FFF2-40B4-BE49-F238E27FC236}">
                <a16:creationId xmlns:a16="http://schemas.microsoft.com/office/drawing/2014/main" id="{2837477B-3D20-4982-86AF-91100FE408D3}"/>
              </a:ext>
            </a:extLst>
          </p:cNvPr>
          <p:cNvSpPr>
            <a:spLocks noGrp="1"/>
          </p:cNvSpPr>
          <p:nvPr>
            <p:ph type="dt" sz="half" idx="10"/>
          </p:nvPr>
        </p:nvSpPr>
        <p:spPr>
          <a:xfrm>
            <a:off x="7519821" y="6353175"/>
            <a:ext cx="1097280" cy="365125"/>
          </a:xfrm>
        </p:spPr>
        <p:txBody>
          <a:bodyPr/>
          <a:lstStyle>
            <a:lvl1pPr>
              <a:defRPr>
                <a:solidFill>
                  <a:schemeClr val="bg1"/>
                </a:solidFill>
              </a:defRPr>
            </a:lvl1pPr>
          </a:lstStyle>
          <a:p>
            <a:r>
              <a:rPr lang="en-US"/>
              <a:t>12/11/2023</a:t>
            </a:r>
            <a:endParaRPr lang="en-US" dirty="0"/>
          </a:p>
        </p:txBody>
      </p:sp>
      <p:sp>
        <p:nvSpPr>
          <p:cNvPr id="193" name="Footer Placeholder 4">
            <a:extLst>
              <a:ext uri="{FF2B5EF4-FFF2-40B4-BE49-F238E27FC236}">
                <a16:creationId xmlns:a16="http://schemas.microsoft.com/office/drawing/2014/main" id="{B6E38A1E-AF37-4A09-9B69-65397A079362}"/>
              </a:ext>
            </a:extLst>
          </p:cNvPr>
          <p:cNvSpPr>
            <a:spLocks noGrp="1"/>
          </p:cNvSpPr>
          <p:nvPr>
            <p:ph type="ftr" sz="quarter" idx="11"/>
          </p:nvPr>
        </p:nvSpPr>
        <p:spPr>
          <a:xfrm>
            <a:off x="8727198" y="6350000"/>
            <a:ext cx="2286000" cy="365125"/>
          </a:xfrm>
        </p:spPr>
        <p:txBody>
          <a:bodyPr/>
          <a:lstStyle>
            <a:lvl1pPr>
              <a:defRPr>
                <a:solidFill>
                  <a:schemeClr val="bg1"/>
                </a:solidFill>
              </a:defRPr>
            </a:lvl1pPr>
          </a:lstStyle>
          <a:p>
            <a:r>
              <a:rPr lang="en-US"/>
              <a:t>Presentation title</a:t>
            </a:r>
            <a:endParaRPr lang="en-US" dirty="0"/>
          </a:p>
        </p:txBody>
      </p:sp>
      <p:sp>
        <p:nvSpPr>
          <p:cNvPr id="194" name="Slide Number Placeholder 5">
            <a:extLst>
              <a:ext uri="{FF2B5EF4-FFF2-40B4-BE49-F238E27FC236}">
                <a16:creationId xmlns:a16="http://schemas.microsoft.com/office/drawing/2014/main" id="{FB77B535-C760-4E32-8A7E-BF9AD08BBC39}"/>
              </a:ext>
            </a:extLst>
          </p:cNvPr>
          <p:cNvSpPr>
            <a:spLocks noGrp="1"/>
          </p:cNvSpPr>
          <p:nvPr>
            <p:ph type="sldNum" sz="quarter" idx="12"/>
          </p:nvPr>
        </p:nvSpPr>
        <p:spPr>
          <a:xfrm>
            <a:off x="11123295" y="6352847"/>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64770521"/>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5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hasCustomPrompt="1"/>
          </p:nvPr>
        </p:nvSpPr>
        <p:spPr>
          <a:xfrm>
            <a:off x="771736" y="896112"/>
            <a:ext cx="9389288" cy="1362456"/>
          </a:xfrm>
        </p:spPr>
        <p:txBody>
          <a:bodyPr anchor="t" anchorCtr="0"/>
          <a:lstStyle>
            <a:lvl1pPr>
              <a:defRPr cap="all" baseline="0">
                <a:solidFill>
                  <a:schemeClr val="accent1"/>
                </a:solidFill>
              </a:defRPr>
            </a:lvl1pPr>
          </a:lstStyle>
          <a:p>
            <a:r>
              <a:rPr lang="en-US" dirty="0"/>
              <a:t>CLICK TO ADD TITLE</a:t>
            </a:r>
          </a:p>
        </p:txBody>
      </p:sp>
      <p:grpSp>
        <p:nvGrpSpPr>
          <p:cNvPr id="5" name="Group 4">
            <a:extLst>
              <a:ext uri="{FF2B5EF4-FFF2-40B4-BE49-F238E27FC236}">
                <a16:creationId xmlns:a16="http://schemas.microsoft.com/office/drawing/2014/main" id="{E88DF45F-9FEA-47BE-AC15-52BE148E1814}"/>
              </a:ext>
              <a:ext uri="{C183D7F6-B498-43B3-948B-1728B52AA6E4}">
                <adec:decorative xmlns:adec="http://schemas.microsoft.com/office/drawing/2017/decorative" val="1"/>
              </a:ext>
            </a:extLst>
          </p:cNvPr>
          <p:cNvGrpSpPr/>
          <p:nvPr userDrawn="1"/>
        </p:nvGrpSpPr>
        <p:grpSpPr>
          <a:xfrm>
            <a:off x="11239499" y="0"/>
            <a:ext cx="1015984" cy="6858000"/>
            <a:chOff x="11239499" y="0"/>
            <a:chExt cx="1015984" cy="6858000"/>
          </a:xfrm>
        </p:grpSpPr>
        <p:sp>
          <p:nvSpPr>
            <p:cNvPr id="8" name="Rectangle 7">
              <a:extLst>
                <a:ext uri="{FF2B5EF4-FFF2-40B4-BE49-F238E27FC236}">
                  <a16:creationId xmlns:a16="http://schemas.microsoft.com/office/drawing/2014/main" id="{9C51E8B0-FB58-4BB5-9CDA-4A1B4DBC5E90}"/>
                </a:ext>
              </a:extLst>
            </p:cNvPr>
            <p:cNvSpPr/>
            <p:nvPr userDrawn="1"/>
          </p:nvSpPr>
          <p:spPr>
            <a:xfrm>
              <a:off x="11240499" y="4828032"/>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3548A0B2-480B-4F04-B7B5-67A328B174D1}"/>
                </a:ext>
              </a:extLst>
            </p:cNvPr>
            <p:cNvSpPr/>
            <p:nvPr userDrawn="1"/>
          </p:nvSpPr>
          <p:spPr>
            <a:xfrm>
              <a:off x="11240499" y="2833299"/>
              <a:ext cx="1014984"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60A19E0-B2DF-4E35-AD7A-80B5C429C6C1}"/>
                </a:ext>
              </a:extLst>
            </p:cNvPr>
            <p:cNvSpPr/>
            <p:nvPr userDrawn="1"/>
          </p:nvSpPr>
          <p:spPr>
            <a:xfrm>
              <a:off x="11240499"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descr="A black and white striped pattern&#10;&#10;Description automatically generated with low confidence">
              <a:extLst>
                <a:ext uri="{FF2B5EF4-FFF2-40B4-BE49-F238E27FC236}">
                  <a16:creationId xmlns:a16="http://schemas.microsoft.com/office/drawing/2014/main" id="{9C1C8F39-77F2-4753-A57A-2FD46715F2A6}"/>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rot="5400000">
              <a:off x="10777681" y="552957"/>
              <a:ext cx="1828800" cy="905164"/>
            </a:xfrm>
            <a:prstGeom prst="rect">
              <a:avLst/>
            </a:prstGeom>
          </p:spPr>
        </p:pic>
        <p:sp>
          <p:nvSpPr>
            <p:cNvPr id="14" name="Rectangle 13">
              <a:extLst>
                <a:ext uri="{FF2B5EF4-FFF2-40B4-BE49-F238E27FC236}">
                  <a16:creationId xmlns:a16="http://schemas.microsoft.com/office/drawing/2014/main" id="{0A6AF7B2-2B49-4313-AA4E-3FD77CF46A04}"/>
                </a:ext>
              </a:extLst>
            </p:cNvPr>
            <p:cNvSpPr/>
            <p:nvPr userDrawn="1"/>
          </p:nvSpPr>
          <p:spPr>
            <a:xfrm>
              <a:off x="11240499" y="2029863"/>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6" name="Graphic 25">
              <a:extLst>
                <a:ext uri="{FF2B5EF4-FFF2-40B4-BE49-F238E27FC236}">
                  <a16:creationId xmlns:a16="http://schemas.microsoft.com/office/drawing/2014/main" id="{E9AA5A01-9E59-4C92-9634-32DB51F9182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6200000">
              <a:off x="10880040" y="5394960"/>
              <a:ext cx="1828800" cy="914400"/>
            </a:xfrm>
            <a:prstGeom prst="rect">
              <a:avLst/>
            </a:prstGeom>
          </p:spPr>
        </p:pic>
        <p:sp>
          <p:nvSpPr>
            <p:cNvPr id="16" name="Freeform: Shape 15">
              <a:extLst>
                <a:ext uri="{FF2B5EF4-FFF2-40B4-BE49-F238E27FC236}">
                  <a16:creationId xmlns:a16="http://schemas.microsoft.com/office/drawing/2014/main" id="{1D3A8643-F793-41FD-AA08-DC814719C40C}"/>
                </a:ext>
              </a:extLst>
            </p:cNvPr>
            <p:cNvSpPr/>
            <p:nvPr userDrawn="1"/>
          </p:nvSpPr>
          <p:spPr>
            <a:xfrm>
              <a:off x="11250235" y="4949368"/>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31" name="Graphic 30">
              <a:extLst>
                <a:ext uri="{FF2B5EF4-FFF2-40B4-BE49-F238E27FC236}">
                  <a16:creationId xmlns:a16="http://schemas.microsoft.com/office/drawing/2014/main" id="{F50D01F0-AD27-490F-8044-37B2D9E23326}"/>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5400000">
              <a:off x="10793035" y="3391083"/>
              <a:ext cx="1828800" cy="914400"/>
            </a:xfrm>
            <a:prstGeom prst="rect">
              <a:avLst/>
            </a:prstGeom>
          </p:spPr>
        </p:pic>
      </p:grpSp>
      <p:sp>
        <p:nvSpPr>
          <p:cNvPr id="32" name="Date Placeholder 3">
            <a:extLst>
              <a:ext uri="{FF2B5EF4-FFF2-40B4-BE49-F238E27FC236}">
                <a16:creationId xmlns:a16="http://schemas.microsoft.com/office/drawing/2014/main" id="{417A4AF6-C906-4001-BDD2-33E116318583}"/>
              </a:ext>
            </a:extLst>
          </p:cNvPr>
          <p:cNvSpPr>
            <a:spLocks noGrp="1"/>
          </p:cNvSpPr>
          <p:nvPr>
            <p:ph type="dt" sz="half" idx="10"/>
          </p:nvPr>
        </p:nvSpPr>
        <p:spPr>
          <a:xfrm>
            <a:off x="771735" y="6353175"/>
            <a:ext cx="1097280" cy="365125"/>
          </a:xfrm>
        </p:spPr>
        <p:txBody>
          <a:bodyPr/>
          <a:lstStyle>
            <a:lvl1pPr>
              <a:defRPr>
                <a:solidFill>
                  <a:schemeClr val="tx1">
                    <a:lumMod val="75000"/>
                    <a:lumOff val="25000"/>
                  </a:schemeClr>
                </a:solidFill>
              </a:defRPr>
            </a:lvl1pPr>
          </a:lstStyle>
          <a:p>
            <a:r>
              <a:rPr lang="en-US"/>
              <a:t>12/11/2023</a:t>
            </a:r>
            <a:endParaRPr lang="en-US" dirty="0"/>
          </a:p>
        </p:txBody>
      </p:sp>
      <p:sp>
        <p:nvSpPr>
          <p:cNvPr id="33" name="Footer Placeholder 4">
            <a:extLst>
              <a:ext uri="{FF2B5EF4-FFF2-40B4-BE49-F238E27FC236}">
                <a16:creationId xmlns:a16="http://schemas.microsoft.com/office/drawing/2014/main" id="{5D94E674-98A0-4C77-80E5-084E3946B242}"/>
              </a:ext>
            </a:extLst>
          </p:cNvPr>
          <p:cNvSpPr>
            <a:spLocks noGrp="1"/>
          </p:cNvSpPr>
          <p:nvPr>
            <p:ph type="ftr" sz="quarter" idx="11"/>
          </p:nvPr>
        </p:nvSpPr>
        <p:spPr>
          <a:xfrm>
            <a:off x="5424487" y="6350000"/>
            <a:ext cx="2286000" cy="365125"/>
          </a:xfrm>
        </p:spPr>
        <p:txBody>
          <a:bodyPr/>
          <a:lstStyle>
            <a:lvl1pPr>
              <a:defRPr>
                <a:solidFill>
                  <a:schemeClr val="tx1">
                    <a:lumMod val="75000"/>
                    <a:lumOff val="25000"/>
                  </a:schemeClr>
                </a:solidFill>
              </a:defRPr>
            </a:lvl1pPr>
          </a:lstStyle>
          <a:p>
            <a:r>
              <a:rPr lang="en-US"/>
              <a:t>Presentation title</a:t>
            </a:r>
            <a:endParaRPr lang="en-US" dirty="0"/>
          </a:p>
        </p:txBody>
      </p:sp>
      <p:sp>
        <p:nvSpPr>
          <p:cNvPr id="34" name="Slide Number Placeholder 5">
            <a:extLst>
              <a:ext uri="{FF2B5EF4-FFF2-40B4-BE49-F238E27FC236}">
                <a16:creationId xmlns:a16="http://schemas.microsoft.com/office/drawing/2014/main" id="{36214990-C58C-4D62-9381-40A242460690}"/>
              </a:ext>
            </a:extLst>
          </p:cNvPr>
          <p:cNvSpPr>
            <a:spLocks noGrp="1"/>
          </p:cNvSpPr>
          <p:nvPr>
            <p:ph type="sldNum" sz="quarter" idx="12"/>
          </p:nvPr>
        </p:nvSpPr>
        <p:spPr>
          <a:xfrm>
            <a:off x="11123295"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
        <p:nvSpPr>
          <p:cNvPr id="6" name="Content Placeholder 2">
            <a:extLst>
              <a:ext uri="{FF2B5EF4-FFF2-40B4-BE49-F238E27FC236}">
                <a16:creationId xmlns:a16="http://schemas.microsoft.com/office/drawing/2014/main" id="{B135D7B7-20E9-ADCF-4417-B443AF3112FC}"/>
              </a:ext>
            </a:extLst>
          </p:cNvPr>
          <p:cNvSpPr>
            <a:spLocks noGrp="1"/>
          </p:cNvSpPr>
          <p:nvPr>
            <p:ph sz="half" idx="14" hasCustomPrompt="1"/>
          </p:nvPr>
        </p:nvSpPr>
        <p:spPr>
          <a:xfrm>
            <a:off x="771734" y="2590800"/>
            <a:ext cx="4515035" cy="3505200"/>
          </a:xfrm>
        </p:spPr>
        <p:txBody>
          <a:bodyPr>
            <a:normAutofit/>
          </a:bodyPr>
          <a:lstStyle>
            <a:lvl1pPr marL="0" indent="0">
              <a:lnSpc>
                <a:spcPts val="2000"/>
              </a:lnSpc>
              <a:buFont typeface="Arial" panose="020B0604020202020204" pitchFamily="34" charset="0"/>
              <a:buNone/>
              <a:defRPr sz="18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a:extLst>
              <a:ext uri="{FF2B5EF4-FFF2-40B4-BE49-F238E27FC236}">
                <a16:creationId xmlns:a16="http://schemas.microsoft.com/office/drawing/2014/main" id="{5D4468C5-0B68-8408-80C5-F8681CA98918}"/>
              </a:ext>
            </a:extLst>
          </p:cNvPr>
          <p:cNvSpPr>
            <a:spLocks noGrp="1"/>
          </p:cNvSpPr>
          <p:nvPr>
            <p:ph sz="half" idx="15" hasCustomPrompt="1"/>
          </p:nvPr>
        </p:nvSpPr>
        <p:spPr>
          <a:xfrm>
            <a:off x="5645989" y="2590800"/>
            <a:ext cx="4515035" cy="3505200"/>
          </a:xfrm>
        </p:spPr>
        <p:txBody>
          <a:bodyPr>
            <a:normAutofit/>
          </a:bodyPr>
          <a:lstStyle>
            <a:lvl1pPr marL="0" indent="0">
              <a:lnSpc>
                <a:spcPts val="2000"/>
              </a:lnSpc>
              <a:buFont typeface="Arial" panose="020B0604020202020204" pitchFamily="34" charset="0"/>
              <a:buNone/>
              <a:defRPr sz="18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888137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accent6">
            <a:lumMod val="60000"/>
            <a:lumOff val="40000"/>
          </a:schemeClr>
        </a:solidFill>
        <a:effectLst/>
      </p:bgPr>
    </p:bg>
    <p:spTree>
      <p:nvGrpSpPr>
        <p:cNvPr id="1" name=""/>
        <p:cNvGrpSpPr/>
        <p:nvPr/>
      </p:nvGrpSpPr>
      <p:grpSpPr>
        <a:xfrm>
          <a:off x="0" y="0"/>
          <a:ext cx="0" cy="0"/>
          <a:chOff x="0" y="0"/>
          <a:chExt cx="0" cy="0"/>
        </a:xfrm>
      </p:grpSpPr>
      <p:pic>
        <p:nvPicPr>
          <p:cNvPr id="26" name="Graphic 25">
            <a:extLst>
              <a:ext uri="{FF2B5EF4-FFF2-40B4-BE49-F238E27FC236}">
                <a16:creationId xmlns:a16="http://schemas.microsoft.com/office/drawing/2014/main" id="{E1BC9BFE-80C0-4DA9-92DB-070C41E412B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8097646">
            <a:off x="403102" y="-983359"/>
            <a:ext cx="2029968" cy="2029968"/>
          </a:xfrm>
          <a:prstGeom prst="rect">
            <a:avLst/>
          </a:prstGeom>
        </p:spPr>
      </p:pic>
      <p:sp>
        <p:nvSpPr>
          <p:cNvPr id="8" name="Rectangle 23">
            <a:extLst>
              <a:ext uri="{FF2B5EF4-FFF2-40B4-BE49-F238E27FC236}">
                <a16:creationId xmlns:a16="http://schemas.microsoft.com/office/drawing/2014/main" id="{F5ED01E4-35BF-4165-86B2-E3BDFD91DEE3}"/>
              </a:ext>
              <a:ext uri="{C183D7F6-B498-43B3-948B-1728B52AA6E4}">
                <adec:decorative xmlns:adec="http://schemas.microsoft.com/office/drawing/2017/decorative" val="1"/>
              </a:ext>
            </a:extLst>
          </p:cNvPr>
          <p:cNvSpPr/>
          <p:nvPr userDrawn="1"/>
        </p:nvSpPr>
        <p:spPr>
          <a:xfrm rot="13508190">
            <a:off x="-1025089" y="458228"/>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B7E6DD28-C71B-4484-973A-D12A2773000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8902533">
            <a:off x="407892" y="1900474"/>
            <a:ext cx="2029968" cy="2029968"/>
          </a:xfrm>
          <a:prstGeom prst="rect">
            <a:avLst/>
          </a:prstGeom>
        </p:spPr>
      </p:pic>
      <p:sp>
        <p:nvSpPr>
          <p:cNvPr id="11" name="Rectangle 23">
            <a:extLst>
              <a:ext uri="{FF2B5EF4-FFF2-40B4-BE49-F238E27FC236}">
                <a16:creationId xmlns:a16="http://schemas.microsoft.com/office/drawing/2014/main" id="{AB403917-256D-4254-A12F-F8BD19470C42}"/>
              </a:ext>
              <a:ext uri="{C183D7F6-B498-43B3-948B-1728B52AA6E4}">
                <adec:decorative xmlns:adec="http://schemas.microsoft.com/office/drawing/2017/decorative" val="1"/>
              </a:ext>
            </a:extLst>
          </p:cNvPr>
          <p:cNvSpPr/>
          <p:nvPr userDrawn="1"/>
        </p:nvSpPr>
        <p:spPr>
          <a:xfrm rot="18900000">
            <a:off x="413443" y="1923515"/>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a:extLst>
              <a:ext uri="{FF2B5EF4-FFF2-40B4-BE49-F238E27FC236}">
                <a16:creationId xmlns:a16="http://schemas.microsoft.com/office/drawing/2014/main" id="{EB06A536-5FCB-4761-9EFF-D54BE44B1FD9}"/>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2708786">
            <a:off x="-1021285" y="3355869"/>
            <a:ext cx="2029968" cy="2029968"/>
          </a:xfrm>
          <a:prstGeom prst="rect">
            <a:avLst/>
          </a:prstGeom>
        </p:spPr>
      </p:pic>
      <p:pic>
        <p:nvPicPr>
          <p:cNvPr id="13" name="Graphic 12">
            <a:extLst>
              <a:ext uri="{FF2B5EF4-FFF2-40B4-BE49-F238E27FC236}">
                <a16:creationId xmlns:a16="http://schemas.microsoft.com/office/drawing/2014/main" id="{3B73C61F-3D48-4791-8280-D98D2C01E0C1}"/>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rot="13489227">
            <a:off x="1859807" y="3357927"/>
            <a:ext cx="2029968" cy="2029968"/>
          </a:xfrm>
          <a:prstGeom prst="rect">
            <a:avLst/>
          </a:prstGeom>
        </p:spPr>
      </p:pic>
      <p:grpSp>
        <p:nvGrpSpPr>
          <p:cNvPr id="21" name="Group 20">
            <a:extLst>
              <a:ext uri="{FF2B5EF4-FFF2-40B4-BE49-F238E27FC236}">
                <a16:creationId xmlns:a16="http://schemas.microsoft.com/office/drawing/2014/main" id="{94213EEF-F759-4045-9F53-49C1B4ECED53}"/>
              </a:ext>
              <a:ext uri="{C183D7F6-B498-43B3-948B-1728B52AA6E4}">
                <adec:decorative xmlns:adec="http://schemas.microsoft.com/office/drawing/2017/decorative" val="1"/>
              </a:ext>
            </a:extLst>
          </p:cNvPr>
          <p:cNvGrpSpPr/>
          <p:nvPr userDrawn="1"/>
        </p:nvGrpSpPr>
        <p:grpSpPr>
          <a:xfrm>
            <a:off x="-7411" y="5806395"/>
            <a:ext cx="2870810" cy="1000774"/>
            <a:chOff x="-13699" y="5839164"/>
            <a:chExt cx="2862790" cy="1000774"/>
          </a:xfrm>
        </p:grpSpPr>
        <p:sp>
          <p:nvSpPr>
            <p:cNvPr id="91" name="Freeform: Shape 90">
              <a:extLst>
                <a:ext uri="{FF2B5EF4-FFF2-40B4-BE49-F238E27FC236}">
                  <a16:creationId xmlns:a16="http://schemas.microsoft.com/office/drawing/2014/main" id="{2EA4D38A-6ACD-4296-B454-E5BD7EAC7990}"/>
                </a:ext>
              </a:extLst>
            </p:cNvPr>
            <p:cNvSpPr/>
            <p:nvPr userDrawn="1"/>
          </p:nvSpPr>
          <p:spPr>
            <a:xfrm>
              <a:off x="-13699" y="5839164"/>
              <a:ext cx="2862790" cy="28868"/>
            </a:xfrm>
            <a:custGeom>
              <a:avLst/>
              <a:gdLst>
                <a:gd name="connsiteX0" fmla="*/ 0 w 2862790"/>
                <a:gd name="connsiteY0" fmla="*/ 0 h 28868"/>
                <a:gd name="connsiteX1" fmla="*/ 2862790 w 2862790"/>
                <a:gd name="connsiteY1" fmla="*/ 0 h 28868"/>
                <a:gd name="connsiteX2" fmla="*/ 2833921 w 2862790"/>
                <a:gd name="connsiteY2" fmla="*/ 28868 h 28868"/>
                <a:gd name="connsiteX3" fmla="*/ 28868 w 2862790"/>
                <a:gd name="connsiteY3" fmla="*/ 28868 h 28868"/>
                <a:gd name="connsiteX4" fmla="*/ 0 w 286279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2790" h="28868">
                  <a:moveTo>
                    <a:pt x="0" y="0"/>
                  </a:moveTo>
                  <a:lnTo>
                    <a:pt x="2862790" y="0"/>
                  </a:lnTo>
                  <a:lnTo>
                    <a:pt x="2833921"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0" name="Freeform: Shape 89">
              <a:extLst>
                <a:ext uri="{FF2B5EF4-FFF2-40B4-BE49-F238E27FC236}">
                  <a16:creationId xmlns:a16="http://schemas.microsoft.com/office/drawing/2014/main" id="{74E32D04-F635-443B-B642-A509F0473CB5}"/>
                </a:ext>
              </a:extLst>
            </p:cNvPr>
            <p:cNvSpPr/>
            <p:nvPr userDrawn="1"/>
          </p:nvSpPr>
          <p:spPr>
            <a:xfrm>
              <a:off x="47246" y="5900109"/>
              <a:ext cx="2740900" cy="28868"/>
            </a:xfrm>
            <a:custGeom>
              <a:avLst/>
              <a:gdLst>
                <a:gd name="connsiteX0" fmla="*/ 0 w 2740900"/>
                <a:gd name="connsiteY0" fmla="*/ 0 h 28868"/>
                <a:gd name="connsiteX1" fmla="*/ 2740900 w 2740900"/>
                <a:gd name="connsiteY1" fmla="*/ 0 h 28868"/>
                <a:gd name="connsiteX2" fmla="*/ 2712032 w 2740900"/>
                <a:gd name="connsiteY2" fmla="*/ 28868 h 28868"/>
                <a:gd name="connsiteX3" fmla="*/ 28868 w 2740900"/>
                <a:gd name="connsiteY3" fmla="*/ 28868 h 28868"/>
                <a:gd name="connsiteX4" fmla="*/ 0 w 274090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0900" h="28868">
                  <a:moveTo>
                    <a:pt x="0" y="0"/>
                  </a:moveTo>
                  <a:lnTo>
                    <a:pt x="2740900" y="0"/>
                  </a:lnTo>
                  <a:lnTo>
                    <a:pt x="2712032"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9" name="Freeform: Shape 88">
              <a:extLst>
                <a:ext uri="{FF2B5EF4-FFF2-40B4-BE49-F238E27FC236}">
                  <a16:creationId xmlns:a16="http://schemas.microsoft.com/office/drawing/2014/main" id="{C95F7659-0C0B-4798-8392-E6B36B62DEA4}"/>
                </a:ext>
              </a:extLst>
            </p:cNvPr>
            <p:cNvSpPr/>
            <p:nvPr userDrawn="1"/>
          </p:nvSpPr>
          <p:spPr>
            <a:xfrm>
              <a:off x="108992" y="5960251"/>
              <a:ext cx="2619012" cy="29671"/>
            </a:xfrm>
            <a:custGeom>
              <a:avLst/>
              <a:gdLst>
                <a:gd name="connsiteX0" fmla="*/ 0 w 2619012"/>
                <a:gd name="connsiteY0" fmla="*/ 0 h 29671"/>
                <a:gd name="connsiteX1" fmla="*/ 2619012 w 2619012"/>
                <a:gd name="connsiteY1" fmla="*/ 0 h 29671"/>
                <a:gd name="connsiteX2" fmla="*/ 2590143 w 2619012"/>
                <a:gd name="connsiteY2" fmla="*/ 28868 h 29671"/>
                <a:gd name="connsiteX3" fmla="*/ 28067 w 2619012"/>
                <a:gd name="connsiteY3" fmla="*/ 29671 h 29671"/>
                <a:gd name="connsiteX4" fmla="*/ 28869 w 2619012"/>
                <a:gd name="connsiteY4" fmla="*/ 28869 h 29671"/>
                <a:gd name="connsiteX5" fmla="*/ 0 w 2619012"/>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9012" h="29671">
                  <a:moveTo>
                    <a:pt x="0" y="0"/>
                  </a:moveTo>
                  <a:lnTo>
                    <a:pt x="2619012" y="0"/>
                  </a:lnTo>
                  <a:lnTo>
                    <a:pt x="2590143" y="28868"/>
                  </a:lnTo>
                  <a:lnTo>
                    <a:pt x="28067" y="29671"/>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8" name="Freeform: Shape 87">
              <a:extLst>
                <a:ext uri="{FF2B5EF4-FFF2-40B4-BE49-F238E27FC236}">
                  <a16:creationId xmlns:a16="http://schemas.microsoft.com/office/drawing/2014/main" id="{ABB69ABA-A9D2-4649-A1AB-E12AA2D2C8E7}"/>
                </a:ext>
              </a:extLst>
            </p:cNvPr>
            <p:cNvSpPr/>
            <p:nvPr userDrawn="1"/>
          </p:nvSpPr>
          <p:spPr>
            <a:xfrm>
              <a:off x="169937" y="6021196"/>
              <a:ext cx="2497122" cy="29670"/>
            </a:xfrm>
            <a:custGeom>
              <a:avLst/>
              <a:gdLst>
                <a:gd name="connsiteX0" fmla="*/ 0 w 2497122"/>
                <a:gd name="connsiteY0" fmla="*/ 0 h 29670"/>
                <a:gd name="connsiteX1" fmla="*/ 2497122 w 2497122"/>
                <a:gd name="connsiteY1" fmla="*/ 0 h 29670"/>
                <a:gd name="connsiteX2" fmla="*/ 2468254 w 2497122"/>
                <a:gd name="connsiteY2" fmla="*/ 28868 h 29670"/>
                <a:gd name="connsiteX3" fmla="*/ 28066 w 2497122"/>
                <a:gd name="connsiteY3" fmla="*/ 29670 h 29670"/>
                <a:gd name="connsiteX4" fmla="*/ 28868 w 2497122"/>
                <a:gd name="connsiteY4" fmla="*/ 28868 h 29670"/>
                <a:gd name="connsiteX5" fmla="*/ 0 w 2497122"/>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97122" h="29670">
                  <a:moveTo>
                    <a:pt x="0" y="0"/>
                  </a:moveTo>
                  <a:lnTo>
                    <a:pt x="2497122" y="0"/>
                  </a:lnTo>
                  <a:lnTo>
                    <a:pt x="2468254"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7" name="Freeform: Shape 86">
              <a:extLst>
                <a:ext uri="{FF2B5EF4-FFF2-40B4-BE49-F238E27FC236}">
                  <a16:creationId xmlns:a16="http://schemas.microsoft.com/office/drawing/2014/main" id="{8B88CE23-E34F-470C-8C56-46C08322365F}"/>
                </a:ext>
              </a:extLst>
            </p:cNvPr>
            <p:cNvSpPr/>
            <p:nvPr userDrawn="1"/>
          </p:nvSpPr>
          <p:spPr>
            <a:xfrm>
              <a:off x="229279" y="6082140"/>
              <a:ext cx="2376837" cy="28869"/>
            </a:xfrm>
            <a:custGeom>
              <a:avLst/>
              <a:gdLst>
                <a:gd name="connsiteX0" fmla="*/ 0 w 2376837"/>
                <a:gd name="connsiteY0" fmla="*/ 0 h 28869"/>
                <a:gd name="connsiteX1" fmla="*/ 2376837 w 2376837"/>
                <a:gd name="connsiteY1" fmla="*/ 0 h 28869"/>
                <a:gd name="connsiteX2" fmla="*/ 2347968 w 2376837"/>
                <a:gd name="connsiteY2" fmla="*/ 28868 h 28869"/>
                <a:gd name="connsiteX3" fmla="*/ 28868 w 2376837"/>
                <a:gd name="connsiteY3" fmla="*/ 28869 h 28869"/>
                <a:gd name="connsiteX4" fmla="*/ 0 w 2376837"/>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6837" h="28869">
                  <a:moveTo>
                    <a:pt x="0" y="0"/>
                  </a:moveTo>
                  <a:lnTo>
                    <a:pt x="2376837" y="0"/>
                  </a:lnTo>
                  <a:lnTo>
                    <a:pt x="2347968"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6" name="Freeform: Shape 85">
              <a:extLst>
                <a:ext uri="{FF2B5EF4-FFF2-40B4-BE49-F238E27FC236}">
                  <a16:creationId xmlns:a16="http://schemas.microsoft.com/office/drawing/2014/main" id="{75BCEDE2-961E-42E0-AF9C-3D070C974007}"/>
                </a:ext>
              </a:extLst>
            </p:cNvPr>
            <p:cNvSpPr/>
            <p:nvPr userDrawn="1"/>
          </p:nvSpPr>
          <p:spPr>
            <a:xfrm>
              <a:off x="290222" y="6143085"/>
              <a:ext cx="2254948" cy="28868"/>
            </a:xfrm>
            <a:custGeom>
              <a:avLst/>
              <a:gdLst>
                <a:gd name="connsiteX0" fmla="*/ 0 w 2254948"/>
                <a:gd name="connsiteY0" fmla="*/ 0 h 28868"/>
                <a:gd name="connsiteX1" fmla="*/ 2254948 w 2254948"/>
                <a:gd name="connsiteY1" fmla="*/ 0 h 28868"/>
                <a:gd name="connsiteX2" fmla="*/ 2226080 w 2254948"/>
                <a:gd name="connsiteY2" fmla="*/ 28868 h 28868"/>
                <a:gd name="connsiteX3" fmla="*/ 28868 w 2254948"/>
                <a:gd name="connsiteY3" fmla="*/ 28868 h 28868"/>
                <a:gd name="connsiteX4" fmla="*/ 0 w 2254948"/>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948" h="28868">
                  <a:moveTo>
                    <a:pt x="0" y="0"/>
                  </a:moveTo>
                  <a:lnTo>
                    <a:pt x="2254948" y="0"/>
                  </a:lnTo>
                  <a:lnTo>
                    <a:pt x="2226080"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5" name="Freeform: Shape 84">
              <a:extLst>
                <a:ext uri="{FF2B5EF4-FFF2-40B4-BE49-F238E27FC236}">
                  <a16:creationId xmlns:a16="http://schemas.microsoft.com/office/drawing/2014/main" id="{FB930397-7A2A-4C50-9EC9-7E3107D065D2}"/>
                </a:ext>
              </a:extLst>
            </p:cNvPr>
            <p:cNvSpPr/>
            <p:nvPr userDrawn="1"/>
          </p:nvSpPr>
          <p:spPr>
            <a:xfrm>
              <a:off x="351970" y="6203227"/>
              <a:ext cx="2133059" cy="29671"/>
            </a:xfrm>
            <a:custGeom>
              <a:avLst/>
              <a:gdLst>
                <a:gd name="connsiteX0" fmla="*/ 2133059 w 2133059"/>
                <a:gd name="connsiteY0" fmla="*/ 0 h 29671"/>
                <a:gd name="connsiteX1" fmla="*/ 2104190 w 2133059"/>
                <a:gd name="connsiteY1" fmla="*/ 28869 h 29671"/>
                <a:gd name="connsiteX2" fmla="*/ 28066 w 2133059"/>
                <a:gd name="connsiteY2" fmla="*/ 29671 h 29671"/>
                <a:gd name="connsiteX3" fmla="*/ 28868 w 2133059"/>
                <a:gd name="connsiteY3" fmla="*/ 28869 h 29671"/>
                <a:gd name="connsiteX4" fmla="*/ 0 w 2133059"/>
                <a:gd name="connsiteY4" fmla="*/ 1 h 29671"/>
                <a:gd name="connsiteX5" fmla="*/ 2133059 w 2133059"/>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33059" h="29671">
                  <a:moveTo>
                    <a:pt x="2133059" y="0"/>
                  </a:moveTo>
                  <a:lnTo>
                    <a:pt x="2104190" y="28869"/>
                  </a:lnTo>
                  <a:lnTo>
                    <a:pt x="28066" y="29671"/>
                  </a:lnTo>
                  <a:lnTo>
                    <a:pt x="28868" y="28869"/>
                  </a:lnTo>
                  <a:lnTo>
                    <a:pt x="0" y="1"/>
                  </a:lnTo>
                  <a:lnTo>
                    <a:pt x="2133059"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4" name="Freeform: Shape 83">
              <a:extLst>
                <a:ext uri="{FF2B5EF4-FFF2-40B4-BE49-F238E27FC236}">
                  <a16:creationId xmlns:a16="http://schemas.microsoft.com/office/drawing/2014/main" id="{8CA98174-D81B-4241-92F9-D0D2028FFEA9}"/>
                </a:ext>
              </a:extLst>
            </p:cNvPr>
            <p:cNvSpPr/>
            <p:nvPr userDrawn="1"/>
          </p:nvSpPr>
          <p:spPr>
            <a:xfrm>
              <a:off x="411310" y="6264172"/>
              <a:ext cx="2012774" cy="28868"/>
            </a:xfrm>
            <a:custGeom>
              <a:avLst/>
              <a:gdLst>
                <a:gd name="connsiteX0" fmla="*/ 0 w 2012774"/>
                <a:gd name="connsiteY0" fmla="*/ 0 h 28868"/>
                <a:gd name="connsiteX1" fmla="*/ 2012774 w 2012774"/>
                <a:gd name="connsiteY1" fmla="*/ 0 h 28868"/>
                <a:gd name="connsiteX2" fmla="*/ 1983905 w 2012774"/>
                <a:gd name="connsiteY2" fmla="*/ 28868 h 28868"/>
                <a:gd name="connsiteX3" fmla="*/ 28868 w 2012774"/>
                <a:gd name="connsiteY3" fmla="*/ 28868 h 28868"/>
                <a:gd name="connsiteX4" fmla="*/ 0 w 201277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774" h="28868">
                  <a:moveTo>
                    <a:pt x="0" y="0"/>
                  </a:moveTo>
                  <a:lnTo>
                    <a:pt x="2012774" y="0"/>
                  </a:lnTo>
                  <a:lnTo>
                    <a:pt x="1983905"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3" name="Freeform: Shape 82">
              <a:extLst>
                <a:ext uri="{FF2B5EF4-FFF2-40B4-BE49-F238E27FC236}">
                  <a16:creationId xmlns:a16="http://schemas.microsoft.com/office/drawing/2014/main" id="{E4CE4FB8-5E60-4288-B2FA-CF9316ED449F}"/>
                </a:ext>
              </a:extLst>
            </p:cNvPr>
            <p:cNvSpPr/>
            <p:nvPr userDrawn="1"/>
          </p:nvSpPr>
          <p:spPr>
            <a:xfrm>
              <a:off x="472255" y="6325117"/>
              <a:ext cx="1890884" cy="28868"/>
            </a:xfrm>
            <a:custGeom>
              <a:avLst/>
              <a:gdLst>
                <a:gd name="connsiteX0" fmla="*/ 0 w 1890884"/>
                <a:gd name="connsiteY0" fmla="*/ 0 h 28868"/>
                <a:gd name="connsiteX1" fmla="*/ 1890884 w 1890884"/>
                <a:gd name="connsiteY1" fmla="*/ 0 h 28868"/>
                <a:gd name="connsiteX2" fmla="*/ 1862016 w 1890884"/>
                <a:gd name="connsiteY2" fmla="*/ 28868 h 28868"/>
                <a:gd name="connsiteX3" fmla="*/ 28868 w 1890884"/>
                <a:gd name="connsiteY3" fmla="*/ 28868 h 28868"/>
                <a:gd name="connsiteX4" fmla="*/ 0 w 189088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0884" h="28868">
                  <a:moveTo>
                    <a:pt x="0" y="0"/>
                  </a:moveTo>
                  <a:lnTo>
                    <a:pt x="1890884" y="0"/>
                  </a:lnTo>
                  <a:lnTo>
                    <a:pt x="1862016"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2" name="Freeform: Shape 81">
              <a:extLst>
                <a:ext uri="{FF2B5EF4-FFF2-40B4-BE49-F238E27FC236}">
                  <a16:creationId xmlns:a16="http://schemas.microsoft.com/office/drawing/2014/main" id="{6F69FE5C-0AF0-42F6-A721-9E2244C967AA}"/>
                </a:ext>
              </a:extLst>
            </p:cNvPr>
            <p:cNvSpPr/>
            <p:nvPr userDrawn="1"/>
          </p:nvSpPr>
          <p:spPr>
            <a:xfrm>
              <a:off x="533199" y="6386061"/>
              <a:ext cx="1768996" cy="28869"/>
            </a:xfrm>
            <a:custGeom>
              <a:avLst/>
              <a:gdLst>
                <a:gd name="connsiteX0" fmla="*/ 0 w 1768996"/>
                <a:gd name="connsiteY0" fmla="*/ 0 h 28869"/>
                <a:gd name="connsiteX1" fmla="*/ 1768996 w 1768996"/>
                <a:gd name="connsiteY1" fmla="*/ 0 h 28869"/>
                <a:gd name="connsiteX2" fmla="*/ 1740128 w 1768996"/>
                <a:gd name="connsiteY2" fmla="*/ 28868 h 28869"/>
                <a:gd name="connsiteX3" fmla="*/ 28869 w 1768996"/>
                <a:gd name="connsiteY3" fmla="*/ 28869 h 28869"/>
                <a:gd name="connsiteX4" fmla="*/ 0 w 1768996"/>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8996" h="28869">
                  <a:moveTo>
                    <a:pt x="0" y="0"/>
                  </a:moveTo>
                  <a:lnTo>
                    <a:pt x="1768996" y="0"/>
                  </a:lnTo>
                  <a:lnTo>
                    <a:pt x="1740128"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1" name="Freeform: Shape 80">
              <a:extLst>
                <a:ext uri="{FF2B5EF4-FFF2-40B4-BE49-F238E27FC236}">
                  <a16:creationId xmlns:a16="http://schemas.microsoft.com/office/drawing/2014/main" id="{E8311083-D41B-4770-B6A9-AFA83AAF2885}"/>
                </a:ext>
              </a:extLst>
            </p:cNvPr>
            <p:cNvSpPr/>
            <p:nvPr userDrawn="1"/>
          </p:nvSpPr>
          <p:spPr>
            <a:xfrm>
              <a:off x="594946" y="6446204"/>
              <a:ext cx="1647106" cy="29670"/>
            </a:xfrm>
            <a:custGeom>
              <a:avLst/>
              <a:gdLst>
                <a:gd name="connsiteX0" fmla="*/ 0 w 1647106"/>
                <a:gd name="connsiteY0" fmla="*/ 0 h 29670"/>
                <a:gd name="connsiteX1" fmla="*/ 1647106 w 1647106"/>
                <a:gd name="connsiteY1" fmla="*/ 0 h 29670"/>
                <a:gd name="connsiteX2" fmla="*/ 1618238 w 1647106"/>
                <a:gd name="connsiteY2" fmla="*/ 28868 h 29670"/>
                <a:gd name="connsiteX3" fmla="*/ 28066 w 1647106"/>
                <a:gd name="connsiteY3" fmla="*/ 29670 h 29670"/>
                <a:gd name="connsiteX4" fmla="*/ 28868 w 1647106"/>
                <a:gd name="connsiteY4" fmla="*/ 28868 h 29670"/>
                <a:gd name="connsiteX5" fmla="*/ 0 w 1647106"/>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7106" h="29670">
                  <a:moveTo>
                    <a:pt x="0" y="0"/>
                  </a:moveTo>
                  <a:lnTo>
                    <a:pt x="1647106" y="0"/>
                  </a:lnTo>
                  <a:lnTo>
                    <a:pt x="1618238"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0" name="Freeform: Shape 79">
              <a:extLst>
                <a:ext uri="{FF2B5EF4-FFF2-40B4-BE49-F238E27FC236}">
                  <a16:creationId xmlns:a16="http://schemas.microsoft.com/office/drawing/2014/main" id="{730A62EE-9416-445D-B0B2-018F008614B8}"/>
                </a:ext>
              </a:extLst>
            </p:cNvPr>
            <p:cNvSpPr/>
            <p:nvPr userDrawn="1"/>
          </p:nvSpPr>
          <p:spPr>
            <a:xfrm>
              <a:off x="654287" y="6507148"/>
              <a:ext cx="1526821" cy="28869"/>
            </a:xfrm>
            <a:custGeom>
              <a:avLst/>
              <a:gdLst>
                <a:gd name="connsiteX0" fmla="*/ 0 w 1526821"/>
                <a:gd name="connsiteY0" fmla="*/ 0 h 28869"/>
                <a:gd name="connsiteX1" fmla="*/ 1526821 w 1526821"/>
                <a:gd name="connsiteY1" fmla="*/ 0 h 28869"/>
                <a:gd name="connsiteX2" fmla="*/ 1497952 w 1526821"/>
                <a:gd name="connsiteY2" fmla="*/ 28868 h 28869"/>
                <a:gd name="connsiteX3" fmla="*/ 28868 w 1526821"/>
                <a:gd name="connsiteY3" fmla="*/ 28869 h 28869"/>
                <a:gd name="connsiteX4" fmla="*/ 0 w 1526821"/>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6821" h="28869">
                  <a:moveTo>
                    <a:pt x="0" y="0"/>
                  </a:moveTo>
                  <a:lnTo>
                    <a:pt x="1526821" y="0"/>
                  </a:lnTo>
                  <a:lnTo>
                    <a:pt x="1497952"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9" name="Freeform: Shape 78">
              <a:extLst>
                <a:ext uri="{FF2B5EF4-FFF2-40B4-BE49-F238E27FC236}">
                  <a16:creationId xmlns:a16="http://schemas.microsoft.com/office/drawing/2014/main" id="{4A92E211-EBEF-4E62-97FD-46ECC42436DF}"/>
                </a:ext>
              </a:extLst>
            </p:cNvPr>
            <p:cNvSpPr/>
            <p:nvPr userDrawn="1"/>
          </p:nvSpPr>
          <p:spPr>
            <a:xfrm>
              <a:off x="715231" y="6568093"/>
              <a:ext cx="1404932" cy="28868"/>
            </a:xfrm>
            <a:custGeom>
              <a:avLst/>
              <a:gdLst>
                <a:gd name="connsiteX0" fmla="*/ 0 w 1404932"/>
                <a:gd name="connsiteY0" fmla="*/ 0 h 28868"/>
                <a:gd name="connsiteX1" fmla="*/ 1404932 w 1404932"/>
                <a:gd name="connsiteY1" fmla="*/ 0 h 28868"/>
                <a:gd name="connsiteX2" fmla="*/ 1376064 w 1404932"/>
                <a:gd name="connsiteY2" fmla="*/ 28868 h 28868"/>
                <a:gd name="connsiteX3" fmla="*/ 28868 w 1404932"/>
                <a:gd name="connsiteY3" fmla="*/ 28868 h 28868"/>
                <a:gd name="connsiteX4" fmla="*/ 0 w 1404932"/>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932" h="28868">
                  <a:moveTo>
                    <a:pt x="0" y="0"/>
                  </a:moveTo>
                  <a:lnTo>
                    <a:pt x="1404932" y="0"/>
                  </a:lnTo>
                  <a:lnTo>
                    <a:pt x="1376064"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8" name="Freeform: Shape 77">
              <a:extLst>
                <a:ext uri="{FF2B5EF4-FFF2-40B4-BE49-F238E27FC236}">
                  <a16:creationId xmlns:a16="http://schemas.microsoft.com/office/drawing/2014/main" id="{CC8A63A1-564C-478A-B490-96E1C76014CC}"/>
                </a:ext>
              </a:extLst>
            </p:cNvPr>
            <p:cNvSpPr/>
            <p:nvPr userDrawn="1"/>
          </p:nvSpPr>
          <p:spPr>
            <a:xfrm>
              <a:off x="776977" y="6628235"/>
              <a:ext cx="1283044" cy="29671"/>
            </a:xfrm>
            <a:custGeom>
              <a:avLst/>
              <a:gdLst>
                <a:gd name="connsiteX0" fmla="*/ 1283044 w 1283044"/>
                <a:gd name="connsiteY0" fmla="*/ 0 h 29671"/>
                <a:gd name="connsiteX1" fmla="*/ 1254175 w 1283044"/>
                <a:gd name="connsiteY1" fmla="*/ 28869 h 29671"/>
                <a:gd name="connsiteX2" fmla="*/ 28067 w 1283044"/>
                <a:gd name="connsiteY2" fmla="*/ 29671 h 29671"/>
                <a:gd name="connsiteX3" fmla="*/ 28869 w 1283044"/>
                <a:gd name="connsiteY3" fmla="*/ 28869 h 29671"/>
                <a:gd name="connsiteX4" fmla="*/ 0 w 1283044"/>
                <a:gd name="connsiteY4" fmla="*/ 1 h 29671"/>
                <a:gd name="connsiteX5" fmla="*/ 1283044 w 1283044"/>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83044" h="29671">
                  <a:moveTo>
                    <a:pt x="1283044" y="0"/>
                  </a:moveTo>
                  <a:lnTo>
                    <a:pt x="1254175" y="28869"/>
                  </a:lnTo>
                  <a:lnTo>
                    <a:pt x="28067" y="29671"/>
                  </a:lnTo>
                  <a:lnTo>
                    <a:pt x="28869" y="28869"/>
                  </a:lnTo>
                  <a:lnTo>
                    <a:pt x="0" y="1"/>
                  </a:lnTo>
                  <a:lnTo>
                    <a:pt x="1283044"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7" name="Freeform: Shape 76">
              <a:extLst>
                <a:ext uri="{FF2B5EF4-FFF2-40B4-BE49-F238E27FC236}">
                  <a16:creationId xmlns:a16="http://schemas.microsoft.com/office/drawing/2014/main" id="{4162FC41-462F-4E99-AACA-F5B9C804FB14}"/>
                </a:ext>
              </a:extLst>
            </p:cNvPr>
            <p:cNvSpPr/>
            <p:nvPr userDrawn="1"/>
          </p:nvSpPr>
          <p:spPr>
            <a:xfrm>
              <a:off x="837922" y="6689180"/>
              <a:ext cx="1161154" cy="29670"/>
            </a:xfrm>
            <a:custGeom>
              <a:avLst/>
              <a:gdLst>
                <a:gd name="connsiteX0" fmla="*/ 0 w 1161154"/>
                <a:gd name="connsiteY0" fmla="*/ 0 h 29670"/>
                <a:gd name="connsiteX1" fmla="*/ 1161154 w 1161154"/>
                <a:gd name="connsiteY1" fmla="*/ 0 h 29670"/>
                <a:gd name="connsiteX2" fmla="*/ 1132285 w 1161154"/>
                <a:gd name="connsiteY2" fmla="*/ 28868 h 29670"/>
                <a:gd name="connsiteX3" fmla="*/ 28066 w 1161154"/>
                <a:gd name="connsiteY3" fmla="*/ 29670 h 29670"/>
                <a:gd name="connsiteX4" fmla="*/ 28868 w 1161154"/>
                <a:gd name="connsiteY4" fmla="*/ 28868 h 29670"/>
                <a:gd name="connsiteX5" fmla="*/ 0 w 1161154"/>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154" h="29670">
                  <a:moveTo>
                    <a:pt x="0" y="0"/>
                  </a:moveTo>
                  <a:lnTo>
                    <a:pt x="1161154" y="0"/>
                  </a:lnTo>
                  <a:lnTo>
                    <a:pt x="1132285"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6" name="Freeform: Shape 75">
              <a:extLst>
                <a:ext uri="{FF2B5EF4-FFF2-40B4-BE49-F238E27FC236}">
                  <a16:creationId xmlns:a16="http://schemas.microsoft.com/office/drawing/2014/main" id="{1F9B61AC-B03D-4064-9DE6-9818F53F333C}"/>
                </a:ext>
              </a:extLst>
            </p:cNvPr>
            <p:cNvSpPr/>
            <p:nvPr userDrawn="1"/>
          </p:nvSpPr>
          <p:spPr>
            <a:xfrm>
              <a:off x="897263" y="6750124"/>
              <a:ext cx="1040868" cy="28869"/>
            </a:xfrm>
            <a:custGeom>
              <a:avLst/>
              <a:gdLst>
                <a:gd name="connsiteX0" fmla="*/ 0 w 1040868"/>
                <a:gd name="connsiteY0" fmla="*/ 0 h 28869"/>
                <a:gd name="connsiteX1" fmla="*/ 1040868 w 1040868"/>
                <a:gd name="connsiteY1" fmla="*/ 0 h 28869"/>
                <a:gd name="connsiteX2" fmla="*/ 1012000 w 1040868"/>
                <a:gd name="connsiteY2" fmla="*/ 28869 h 28869"/>
                <a:gd name="connsiteX3" fmla="*/ 28868 w 1040868"/>
                <a:gd name="connsiteY3" fmla="*/ 28869 h 28869"/>
                <a:gd name="connsiteX4" fmla="*/ 0 w 1040868"/>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868" h="28869">
                  <a:moveTo>
                    <a:pt x="0" y="0"/>
                  </a:moveTo>
                  <a:lnTo>
                    <a:pt x="1040868" y="0"/>
                  </a:lnTo>
                  <a:lnTo>
                    <a:pt x="1012000" y="28869"/>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3" name="Freeform: Shape 72">
              <a:extLst>
                <a:ext uri="{FF2B5EF4-FFF2-40B4-BE49-F238E27FC236}">
                  <a16:creationId xmlns:a16="http://schemas.microsoft.com/office/drawing/2014/main" id="{C104BA00-790F-438D-AC93-117E23CF2099}"/>
                </a:ext>
              </a:extLst>
            </p:cNvPr>
            <p:cNvSpPr/>
            <p:nvPr userDrawn="1"/>
          </p:nvSpPr>
          <p:spPr>
            <a:xfrm>
              <a:off x="958207" y="6811069"/>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01" name="Freeform: Shape 100">
            <a:extLst>
              <a:ext uri="{FF2B5EF4-FFF2-40B4-BE49-F238E27FC236}">
                <a16:creationId xmlns:a16="http://schemas.microsoft.com/office/drawing/2014/main" id="{788A3CD7-1915-41CF-9FB5-E6FEDCA8F19C}"/>
              </a:ext>
              <a:ext uri="{C183D7F6-B498-43B3-948B-1728B52AA6E4}">
                <adec:decorative xmlns:adec="http://schemas.microsoft.com/office/drawing/2017/decorative" val="1"/>
              </a:ext>
            </a:extLst>
          </p:cNvPr>
          <p:cNvSpPr/>
          <p:nvPr userDrawn="1"/>
        </p:nvSpPr>
        <p:spPr>
          <a:xfrm>
            <a:off x="1793659" y="5801762"/>
            <a:ext cx="1075475" cy="1058335"/>
          </a:xfrm>
          <a:custGeom>
            <a:avLst/>
            <a:gdLst>
              <a:gd name="connsiteX0" fmla="*/ 1062720 w 1062720"/>
              <a:gd name="connsiteY0" fmla="*/ 0 h 1062720"/>
              <a:gd name="connsiteX1" fmla="*/ 1062720 w 1062720"/>
              <a:gd name="connsiteY1" fmla="*/ 1062720 h 1062720"/>
              <a:gd name="connsiteX2" fmla="*/ 0 w 1062720"/>
              <a:gd name="connsiteY2" fmla="*/ 1062720 h 1062720"/>
              <a:gd name="connsiteX3" fmla="*/ 1062720 w 1062720"/>
              <a:gd name="connsiteY3" fmla="*/ 0 h 1062720"/>
            </a:gdLst>
            <a:ahLst/>
            <a:cxnLst>
              <a:cxn ang="0">
                <a:pos x="connsiteX0" y="connsiteY0"/>
              </a:cxn>
              <a:cxn ang="0">
                <a:pos x="connsiteX1" y="connsiteY1"/>
              </a:cxn>
              <a:cxn ang="0">
                <a:pos x="connsiteX2" y="connsiteY2"/>
              </a:cxn>
              <a:cxn ang="0">
                <a:pos x="connsiteX3" y="connsiteY3"/>
              </a:cxn>
            </a:cxnLst>
            <a:rect l="l" t="t" r="r" b="b"/>
            <a:pathLst>
              <a:path w="1062720" h="1062720">
                <a:moveTo>
                  <a:pt x="1062720" y="0"/>
                </a:moveTo>
                <a:lnTo>
                  <a:pt x="1062720" y="1062720"/>
                </a:lnTo>
                <a:lnTo>
                  <a:pt x="0" y="1062720"/>
                </a:lnTo>
                <a:lnTo>
                  <a:pt x="106272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3" name="Freeform: Shape 162">
            <a:extLst>
              <a:ext uri="{FF2B5EF4-FFF2-40B4-BE49-F238E27FC236}">
                <a16:creationId xmlns:a16="http://schemas.microsoft.com/office/drawing/2014/main" id="{FEE07693-1822-40D4-88A4-0F663C787D7E}"/>
              </a:ext>
              <a:ext uri="{C183D7F6-B498-43B3-948B-1728B52AA6E4}">
                <adec:decorative xmlns:adec="http://schemas.microsoft.com/office/drawing/2017/decorative" val="1"/>
              </a:ext>
            </a:extLst>
          </p:cNvPr>
          <p:cNvSpPr/>
          <p:nvPr userDrawn="1"/>
        </p:nvSpPr>
        <p:spPr>
          <a:xfrm>
            <a:off x="1035546" y="6829131"/>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Title 1">
            <a:extLst>
              <a:ext uri="{FF2B5EF4-FFF2-40B4-BE49-F238E27FC236}">
                <a16:creationId xmlns:a16="http://schemas.microsoft.com/office/drawing/2014/main" id="{C8142DAF-BE54-C239-5685-89D55E027E4E}"/>
              </a:ext>
            </a:extLst>
          </p:cNvPr>
          <p:cNvSpPr>
            <a:spLocks noGrp="1"/>
          </p:cNvSpPr>
          <p:nvPr>
            <p:ph type="title" hasCustomPrompt="1"/>
          </p:nvPr>
        </p:nvSpPr>
        <p:spPr>
          <a:xfrm>
            <a:off x="3520440" y="896111"/>
            <a:ext cx="7889768" cy="2039341"/>
          </a:xfrm>
        </p:spPr>
        <p:txBody>
          <a:bodyPr anchor="t" anchorCtr="0"/>
          <a:lstStyle>
            <a:lvl1pPr>
              <a:defRPr cap="all" baseline="0">
                <a:solidFill>
                  <a:schemeClr val="accent1"/>
                </a:solidFill>
              </a:defRPr>
            </a:lvl1pPr>
          </a:lstStyle>
          <a:p>
            <a:r>
              <a:rPr lang="en-US" dirty="0"/>
              <a:t>CLICK TO ADD TITLE</a:t>
            </a:r>
          </a:p>
        </p:txBody>
      </p:sp>
      <p:sp>
        <p:nvSpPr>
          <p:cNvPr id="10" name="Content Placeholder 2">
            <a:extLst>
              <a:ext uri="{FF2B5EF4-FFF2-40B4-BE49-F238E27FC236}">
                <a16:creationId xmlns:a16="http://schemas.microsoft.com/office/drawing/2014/main" id="{5A2EBD71-EB16-773C-A6CB-C6E1259AE70B}"/>
              </a:ext>
            </a:extLst>
          </p:cNvPr>
          <p:cNvSpPr>
            <a:spLocks noGrp="1"/>
          </p:cNvSpPr>
          <p:nvPr>
            <p:ph sz="half" idx="14" hasCustomPrompt="1"/>
          </p:nvPr>
        </p:nvSpPr>
        <p:spPr>
          <a:xfrm>
            <a:off x="3520440" y="3259056"/>
            <a:ext cx="2994660" cy="3006531"/>
          </a:xfrm>
        </p:spPr>
        <p:txBody>
          <a:bodyPr>
            <a:normAutofit/>
          </a:bodyPr>
          <a:lstStyle>
            <a:lvl1pPr marL="285750" indent="-285750">
              <a:lnSpc>
                <a:spcPts val="2000"/>
              </a:lnSpc>
              <a:buFont typeface="Arial" panose="020B0604020202020204" pitchFamily="34" charset="0"/>
              <a:buChar char="•"/>
              <a:defRPr sz="1800"/>
            </a:lvl1pPr>
            <a:lvl2pPr>
              <a:lnSpc>
                <a:spcPts val="2000"/>
              </a:lnSpc>
              <a:defRPr sz="1800"/>
            </a:lvl2pPr>
            <a:lvl3pPr>
              <a:lnSpc>
                <a:spcPts val="2000"/>
              </a:lnSpc>
              <a:defRPr sz="1800"/>
            </a:lvl3pPr>
            <a:lvl4pPr>
              <a:lnSpc>
                <a:spcPts val="2000"/>
              </a:lnSpc>
              <a:defRPr sz="1800"/>
            </a:lvl4pPr>
            <a:lvl5pPr>
              <a:lnSpc>
                <a:spcPts val="2000"/>
              </a:lnSpc>
              <a:defRPr sz="1800"/>
            </a:lvl5pPr>
          </a:lstStyle>
          <a:p>
            <a:pPr lvl="0"/>
            <a:r>
              <a:rPr lang="en-US" dirty="0"/>
              <a:t>Click to add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56944BE1-9937-7EA2-AA56-336B8D5CAADA}"/>
              </a:ext>
            </a:extLst>
          </p:cNvPr>
          <p:cNvSpPr>
            <a:spLocks noGrp="1"/>
          </p:cNvSpPr>
          <p:nvPr>
            <p:ph sz="half" idx="1" hasCustomPrompt="1"/>
          </p:nvPr>
        </p:nvSpPr>
        <p:spPr>
          <a:xfrm>
            <a:off x="6826432" y="3253740"/>
            <a:ext cx="4580088" cy="3006531"/>
          </a:xfrm>
        </p:spPr>
        <p:txBody>
          <a:bodyPr>
            <a:normAutofit/>
          </a:bodyPr>
          <a:lstStyle>
            <a:lvl1pPr marL="0" indent="0">
              <a:lnSpc>
                <a:spcPts val="2000"/>
              </a:lnSpc>
              <a:buNone/>
              <a:defRPr sz="18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9" name="Date Placeholder 3">
            <a:extLst>
              <a:ext uri="{FF2B5EF4-FFF2-40B4-BE49-F238E27FC236}">
                <a16:creationId xmlns:a16="http://schemas.microsoft.com/office/drawing/2014/main" id="{5A56B3AA-5CA2-4004-8F95-11FD7B895DAE}"/>
              </a:ext>
            </a:extLst>
          </p:cNvPr>
          <p:cNvSpPr>
            <a:spLocks noGrp="1"/>
          </p:cNvSpPr>
          <p:nvPr>
            <p:ph type="dt" sz="half" idx="10"/>
          </p:nvPr>
        </p:nvSpPr>
        <p:spPr>
          <a:xfrm>
            <a:off x="3523723" y="6353175"/>
            <a:ext cx="1097280" cy="365125"/>
          </a:xfrm>
        </p:spPr>
        <p:txBody>
          <a:bodyPr/>
          <a:lstStyle>
            <a:lvl1pPr>
              <a:defRPr>
                <a:solidFill>
                  <a:schemeClr val="tx1">
                    <a:lumMod val="75000"/>
                    <a:lumOff val="25000"/>
                  </a:schemeClr>
                </a:solidFill>
              </a:defRPr>
            </a:lvl1pPr>
          </a:lstStyle>
          <a:p>
            <a:r>
              <a:rPr lang="en-US"/>
              <a:t>12/11/2023</a:t>
            </a:r>
            <a:endParaRPr lang="en-US" dirty="0"/>
          </a:p>
        </p:txBody>
      </p:sp>
      <p:sp>
        <p:nvSpPr>
          <p:cNvPr id="210" name="Footer Placeholder 4">
            <a:extLst>
              <a:ext uri="{FF2B5EF4-FFF2-40B4-BE49-F238E27FC236}">
                <a16:creationId xmlns:a16="http://schemas.microsoft.com/office/drawing/2014/main" id="{07D92F37-472D-4CCB-AA97-FA42E56079C7}"/>
              </a:ext>
            </a:extLst>
          </p:cNvPr>
          <p:cNvSpPr>
            <a:spLocks noGrp="1"/>
          </p:cNvSpPr>
          <p:nvPr>
            <p:ph type="ftr" sz="quarter" idx="11"/>
          </p:nvPr>
        </p:nvSpPr>
        <p:spPr>
          <a:xfrm>
            <a:off x="6642161" y="6350000"/>
            <a:ext cx="2286000" cy="365125"/>
          </a:xfrm>
        </p:spPr>
        <p:txBody>
          <a:bodyPr/>
          <a:lstStyle>
            <a:lvl1pPr>
              <a:defRPr>
                <a:solidFill>
                  <a:schemeClr val="tx1">
                    <a:lumMod val="75000"/>
                    <a:lumOff val="25000"/>
                  </a:schemeClr>
                </a:solidFill>
              </a:defRPr>
            </a:lvl1pPr>
          </a:lstStyle>
          <a:p>
            <a:r>
              <a:rPr lang="en-US"/>
              <a:t>Presentation title</a:t>
            </a:r>
            <a:endParaRPr lang="en-US" dirty="0"/>
          </a:p>
        </p:txBody>
      </p:sp>
      <p:sp>
        <p:nvSpPr>
          <p:cNvPr id="211" name="Slide Number Placeholder 5">
            <a:extLst>
              <a:ext uri="{FF2B5EF4-FFF2-40B4-BE49-F238E27FC236}">
                <a16:creationId xmlns:a16="http://schemas.microsoft.com/office/drawing/2014/main" id="{C0E89FFF-230F-4CBA-A6BC-D887B3FFA51F}"/>
              </a:ext>
            </a:extLst>
          </p:cNvPr>
          <p:cNvSpPr>
            <a:spLocks noGrp="1"/>
          </p:cNvSpPr>
          <p:nvPr>
            <p:ph type="sldNum" sz="quarter" idx="12"/>
          </p:nvPr>
        </p:nvSpPr>
        <p:spPr>
          <a:xfrm>
            <a:off x="10949320" y="6356350"/>
            <a:ext cx="457200" cy="365125"/>
          </a:xfrm>
        </p:spPr>
        <p:txBody>
          <a:bodyPr/>
          <a:lstStyle>
            <a:lvl1pPr>
              <a:defRPr>
                <a:solidFill>
                  <a:schemeClr val="tx1">
                    <a:lumMod val="75000"/>
                    <a:lumOff val="2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921514593"/>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Pictur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3807877" y="898524"/>
            <a:ext cx="7606895" cy="2029967"/>
          </a:xfrm>
        </p:spPr>
        <p:txBody>
          <a:bodyPr anchor="t" anchorCtr="0"/>
          <a:lstStyle>
            <a:lvl1pPr>
              <a:defRPr cap="all" baseline="0">
                <a:solidFill>
                  <a:schemeClr val="tx2"/>
                </a:solidFill>
              </a:defRPr>
            </a:lvl1pPr>
          </a:lstStyle>
          <a:p>
            <a:r>
              <a:rPr lang="en-US" dirty="0"/>
              <a:t>CLICK TO ADD TITLE</a:t>
            </a:r>
          </a:p>
        </p:txBody>
      </p:sp>
      <p:sp>
        <p:nvSpPr>
          <p:cNvPr id="27" name="Picture Placeholder 26">
            <a:extLst>
              <a:ext uri="{FF2B5EF4-FFF2-40B4-BE49-F238E27FC236}">
                <a16:creationId xmlns:a16="http://schemas.microsoft.com/office/drawing/2014/main" id="{01CF25F4-1889-5FE4-9BE0-413C509639DC}"/>
              </a:ext>
            </a:extLst>
          </p:cNvPr>
          <p:cNvSpPr>
            <a:spLocks noGrp="1"/>
          </p:cNvSpPr>
          <p:nvPr>
            <p:ph type="pic" sz="quarter" idx="15" hasCustomPrompt="1"/>
          </p:nvPr>
        </p:nvSpPr>
        <p:spPr>
          <a:xfrm>
            <a:off x="1011337" y="9212"/>
            <a:ext cx="2029967" cy="4850544"/>
          </a:xfrm>
          <a:custGeom>
            <a:avLst/>
            <a:gdLst>
              <a:gd name="connsiteX0" fmla="*/ 0 w 2029967"/>
              <a:gd name="connsiteY0" fmla="*/ 0 h 4850544"/>
              <a:gd name="connsiteX1" fmla="*/ 2029967 w 2029967"/>
              <a:gd name="connsiteY1" fmla="*/ 0 h 4850544"/>
              <a:gd name="connsiteX2" fmla="*/ 2029967 w 2029967"/>
              <a:gd name="connsiteY2" fmla="*/ 4850544 h 4850544"/>
              <a:gd name="connsiteX3" fmla="*/ 2025599 w 2029967"/>
              <a:gd name="connsiteY3" fmla="*/ 4850544 h 4850544"/>
              <a:gd name="connsiteX4" fmla="*/ 2 w 2029967"/>
              <a:gd name="connsiteY4" fmla="*/ 2824947 h 4850544"/>
              <a:gd name="connsiteX5" fmla="*/ 2 w 2029967"/>
              <a:gd name="connsiteY5" fmla="*/ 4850544 h 4850544"/>
              <a:gd name="connsiteX6" fmla="*/ 0 w 2029967"/>
              <a:gd name="connsiteY6" fmla="*/ 4850544 h 4850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9967" h="4850544">
                <a:moveTo>
                  <a:pt x="0" y="0"/>
                </a:moveTo>
                <a:lnTo>
                  <a:pt x="2029967" y="0"/>
                </a:lnTo>
                <a:lnTo>
                  <a:pt x="2029967" y="4850544"/>
                </a:lnTo>
                <a:lnTo>
                  <a:pt x="2025599" y="4850544"/>
                </a:lnTo>
                <a:lnTo>
                  <a:pt x="2" y="2824947"/>
                </a:lnTo>
                <a:lnTo>
                  <a:pt x="2" y="4850544"/>
                </a:lnTo>
                <a:lnTo>
                  <a:pt x="0" y="4850544"/>
                </a:lnTo>
                <a:close/>
              </a:path>
            </a:pathLst>
          </a:custGeom>
        </p:spPr>
        <p:txBody>
          <a:bodyPr wrap="square">
            <a:noAutofit/>
          </a:bodyPr>
          <a:lstStyle>
            <a:lvl1pPr marL="0" indent="0" algn="l">
              <a:buNone/>
              <a:defRPr sz="2000">
                <a:solidFill>
                  <a:schemeClr val="bg1"/>
                </a:solidFill>
              </a:defRPr>
            </a:lvl1pPr>
          </a:lstStyle>
          <a:p>
            <a:r>
              <a:rPr lang="en-US" dirty="0"/>
              <a:t>Click icon to insert picture</a:t>
            </a:r>
          </a:p>
        </p:txBody>
      </p:sp>
      <p:sp>
        <p:nvSpPr>
          <p:cNvPr id="34" name="Rectangle 33">
            <a:extLst>
              <a:ext uri="{FF2B5EF4-FFF2-40B4-BE49-F238E27FC236}">
                <a16:creationId xmlns:a16="http://schemas.microsoft.com/office/drawing/2014/main" id="{9CC28908-2548-441C-BE9D-8728E1FC84C0}"/>
              </a:ext>
              <a:ext uri="{C183D7F6-B498-43B3-948B-1728B52AA6E4}">
                <adec:decorative xmlns:adec="http://schemas.microsoft.com/office/drawing/2017/decorative" val="1"/>
              </a:ext>
            </a:extLst>
          </p:cNvPr>
          <p:cNvSpPr/>
          <p:nvPr userDrawn="1"/>
        </p:nvSpPr>
        <p:spPr>
          <a:xfrm>
            <a:off x="1011339" y="4863266"/>
            <a:ext cx="2029968" cy="200489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5" name="Picture 34">
            <a:extLst>
              <a:ext uri="{FF2B5EF4-FFF2-40B4-BE49-F238E27FC236}">
                <a16:creationId xmlns:a16="http://schemas.microsoft.com/office/drawing/2014/main" id="{731DC170-FB16-45F8-B62C-DCAB2B9AC310}"/>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1011338" y="5865203"/>
            <a:ext cx="2019299" cy="999451"/>
          </a:xfrm>
          <a:prstGeom prst="rect">
            <a:avLst/>
          </a:prstGeom>
        </p:spPr>
      </p:pic>
      <p:sp>
        <p:nvSpPr>
          <p:cNvPr id="5" name="Content Placeholder 2">
            <a:extLst>
              <a:ext uri="{FF2B5EF4-FFF2-40B4-BE49-F238E27FC236}">
                <a16:creationId xmlns:a16="http://schemas.microsoft.com/office/drawing/2014/main" id="{ADE2E4A5-BFB0-8F89-C606-A1581EB9FC6E}"/>
              </a:ext>
            </a:extLst>
          </p:cNvPr>
          <p:cNvSpPr>
            <a:spLocks noGrp="1"/>
          </p:cNvSpPr>
          <p:nvPr>
            <p:ph sz="half" idx="16" hasCustomPrompt="1"/>
          </p:nvPr>
        </p:nvSpPr>
        <p:spPr>
          <a:xfrm>
            <a:off x="3803953" y="3259138"/>
            <a:ext cx="7615274" cy="2978150"/>
          </a:xfrm>
        </p:spPr>
        <p:txBody>
          <a:bodyPr>
            <a:normAutofit/>
          </a:bodyPr>
          <a:lstStyle>
            <a:lvl1pPr marL="285750" indent="-285750">
              <a:lnSpc>
                <a:spcPts val="2000"/>
              </a:lnSpc>
              <a:buFont typeface="Arial" panose="020B0604020202020204" pitchFamily="34" charset="0"/>
              <a:buChar char="•"/>
              <a:defRPr sz="1800">
                <a:solidFill>
                  <a:schemeClr val="tx2"/>
                </a:solidFill>
              </a:defRPr>
            </a:lvl1pPr>
            <a:lvl2pPr marL="685800">
              <a:lnSpc>
                <a:spcPts val="2000"/>
              </a:lnSpc>
              <a:defRPr sz="1800">
                <a:solidFill>
                  <a:schemeClr val="tx2"/>
                </a:solidFill>
              </a:defRPr>
            </a:lvl2pPr>
            <a:lvl3pPr marL="1143000">
              <a:lnSpc>
                <a:spcPts val="2000"/>
              </a:lnSpc>
              <a:defRPr sz="1800">
                <a:solidFill>
                  <a:schemeClr val="tx2"/>
                </a:solidFill>
              </a:defRPr>
            </a:lvl3pPr>
            <a:lvl4pPr marL="1600200">
              <a:lnSpc>
                <a:spcPts val="2000"/>
              </a:lnSpc>
              <a:defRPr sz="1800">
                <a:solidFill>
                  <a:schemeClr val="tx2"/>
                </a:solidFill>
              </a:defRPr>
            </a:lvl4pPr>
            <a:lvl5pPr marL="2057400">
              <a:lnSpc>
                <a:spcPts val="2000"/>
              </a:lnSpc>
              <a:defRPr sz="1800">
                <a:solidFill>
                  <a:schemeClr val="tx2"/>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9" name="Date Placeholder 3">
            <a:extLst>
              <a:ext uri="{FF2B5EF4-FFF2-40B4-BE49-F238E27FC236}">
                <a16:creationId xmlns:a16="http://schemas.microsoft.com/office/drawing/2014/main" id="{E2B0C6B8-E2CB-460E-BBC8-AC4339C89DB2}"/>
              </a:ext>
            </a:extLst>
          </p:cNvPr>
          <p:cNvSpPr>
            <a:spLocks noGrp="1"/>
          </p:cNvSpPr>
          <p:nvPr>
            <p:ph type="dt" sz="half" idx="10"/>
          </p:nvPr>
        </p:nvSpPr>
        <p:spPr>
          <a:xfrm>
            <a:off x="3803953" y="6353175"/>
            <a:ext cx="1097280" cy="365125"/>
          </a:xfrm>
        </p:spPr>
        <p:txBody>
          <a:bodyPr/>
          <a:lstStyle>
            <a:lvl1pPr>
              <a:defRPr>
                <a:solidFill>
                  <a:schemeClr val="bg1"/>
                </a:solidFill>
              </a:defRPr>
            </a:lvl1pPr>
          </a:lstStyle>
          <a:p>
            <a:r>
              <a:rPr lang="en-US"/>
              <a:t>12/11/2023</a:t>
            </a:r>
            <a:endParaRPr lang="en-US" dirty="0"/>
          </a:p>
        </p:txBody>
      </p:sp>
      <p:sp>
        <p:nvSpPr>
          <p:cNvPr id="70" name="Footer Placeholder 4">
            <a:extLst>
              <a:ext uri="{FF2B5EF4-FFF2-40B4-BE49-F238E27FC236}">
                <a16:creationId xmlns:a16="http://schemas.microsoft.com/office/drawing/2014/main" id="{433844D3-0FDA-4C97-9B21-5021A38E4FC2}"/>
              </a:ext>
            </a:extLst>
          </p:cNvPr>
          <p:cNvSpPr>
            <a:spLocks noGrp="1"/>
          </p:cNvSpPr>
          <p:nvPr>
            <p:ph type="ftr" sz="quarter" idx="11"/>
          </p:nvPr>
        </p:nvSpPr>
        <p:spPr>
          <a:xfrm>
            <a:off x="6788630" y="6350000"/>
            <a:ext cx="2286000" cy="365125"/>
          </a:xfrm>
        </p:spPr>
        <p:txBody>
          <a:bodyPr/>
          <a:lstStyle>
            <a:lvl1pPr>
              <a:defRPr>
                <a:solidFill>
                  <a:schemeClr val="bg1"/>
                </a:solidFill>
              </a:defRPr>
            </a:lvl1pPr>
          </a:lstStyle>
          <a:p>
            <a:r>
              <a:rPr lang="en-US"/>
              <a:t>Presentation title</a:t>
            </a:r>
            <a:endParaRPr lang="en-US" dirty="0"/>
          </a:p>
        </p:txBody>
      </p:sp>
      <p:sp>
        <p:nvSpPr>
          <p:cNvPr id="71" name="Slide Number Placeholder 5">
            <a:extLst>
              <a:ext uri="{FF2B5EF4-FFF2-40B4-BE49-F238E27FC236}">
                <a16:creationId xmlns:a16="http://schemas.microsoft.com/office/drawing/2014/main" id="{EC059538-F80F-46C9-80EB-AC9B56DD05C3}"/>
              </a:ext>
            </a:extLst>
          </p:cNvPr>
          <p:cNvSpPr>
            <a:spLocks noGrp="1"/>
          </p:cNvSpPr>
          <p:nvPr>
            <p:ph type="sldNum" sz="quarter" idx="12"/>
          </p:nvPr>
        </p:nvSpPr>
        <p:spPr>
          <a:xfrm>
            <a:off x="10962027"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grpSp>
        <p:nvGrpSpPr>
          <p:cNvPr id="9" name="Group 8">
            <a:extLst>
              <a:ext uri="{FF2B5EF4-FFF2-40B4-BE49-F238E27FC236}">
                <a16:creationId xmlns:a16="http://schemas.microsoft.com/office/drawing/2014/main" id="{378F81CD-65D4-6CA1-E2C2-34DF58B566B2}"/>
              </a:ext>
              <a:ext uri="{C183D7F6-B498-43B3-948B-1728B52AA6E4}">
                <adec:decorative xmlns:adec="http://schemas.microsoft.com/office/drawing/2017/decorative" val="1"/>
              </a:ext>
            </a:extLst>
          </p:cNvPr>
          <p:cNvGrpSpPr/>
          <p:nvPr userDrawn="1"/>
        </p:nvGrpSpPr>
        <p:grpSpPr>
          <a:xfrm>
            <a:off x="-1000" y="0"/>
            <a:ext cx="1015984" cy="6858000"/>
            <a:chOff x="-1000" y="0"/>
            <a:chExt cx="1015984" cy="6858000"/>
          </a:xfrm>
        </p:grpSpPr>
        <p:sp>
          <p:nvSpPr>
            <p:cNvPr id="10" name="Rectangle 9">
              <a:extLst>
                <a:ext uri="{FF2B5EF4-FFF2-40B4-BE49-F238E27FC236}">
                  <a16:creationId xmlns:a16="http://schemas.microsoft.com/office/drawing/2014/main" id="{E419657A-6BE9-88F7-BE4C-6BF3C13F7E91}"/>
                </a:ext>
                <a:ext uri="{C183D7F6-B498-43B3-948B-1728B52AA6E4}">
                  <adec:decorative xmlns:adec="http://schemas.microsoft.com/office/drawing/2017/decorative" val="1"/>
                </a:ext>
              </a:extLst>
            </p:cNvPr>
            <p:cNvSpPr/>
            <p:nvPr userDrawn="1"/>
          </p:nvSpPr>
          <p:spPr>
            <a:xfrm>
              <a:off x="0" y="4828032"/>
              <a:ext cx="1014984"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BBB2BB8E-26BE-8FBF-1C62-4F42858193C1}"/>
                </a:ext>
                <a:ext uri="{C183D7F6-B498-43B3-948B-1728B52AA6E4}">
                  <adec:decorative xmlns:adec="http://schemas.microsoft.com/office/drawing/2017/decorative" val="1"/>
                </a:ext>
              </a:extLst>
            </p:cNvPr>
            <p:cNvSpPr/>
            <p:nvPr userDrawn="1"/>
          </p:nvSpPr>
          <p:spPr>
            <a:xfrm>
              <a:off x="0" y="2833299"/>
              <a:ext cx="1014984"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A864BEFA-BF82-8BAF-1977-518DCAB0F3EC}"/>
                </a:ext>
                <a:ext uri="{C183D7F6-B498-43B3-948B-1728B52AA6E4}">
                  <adec:decorative xmlns:adec="http://schemas.microsoft.com/office/drawing/2017/decorative" val="1"/>
                </a:ext>
              </a:extLst>
            </p:cNvPr>
            <p:cNvSpPr/>
            <p:nvPr userDrawn="1"/>
          </p:nvSpPr>
          <p:spPr>
            <a:xfrm>
              <a:off x="0"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a:extLst>
                <a:ext uri="{FF2B5EF4-FFF2-40B4-BE49-F238E27FC236}">
                  <a16:creationId xmlns:a16="http://schemas.microsoft.com/office/drawing/2014/main" id="{14C6E7FC-E03B-5EE2-7126-8CC1FBCB9DC3}"/>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rot="5400000">
              <a:off x="-462818" y="552957"/>
              <a:ext cx="1828800" cy="905164"/>
            </a:xfrm>
            <a:prstGeom prst="rect">
              <a:avLst/>
            </a:prstGeom>
          </p:spPr>
        </p:pic>
        <p:sp>
          <p:nvSpPr>
            <p:cNvPr id="14" name="Rectangle 13">
              <a:extLst>
                <a:ext uri="{FF2B5EF4-FFF2-40B4-BE49-F238E27FC236}">
                  <a16:creationId xmlns:a16="http://schemas.microsoft.com/office/drawing/2014/main" id="{659957EF-0F68-275E-1FFC-87388D717462}"/>
                </a:ext>
                <a:ext uri="{C183D7F6-B498-43B3-948B-1728B52AA6E4}">
                  <adec:decorative xmlns:adec="http://schemas.microsoft.com/office/drawing/2017/decorative" val="1"/>
                </a:ext>
              </a:extLst>
            </p:cNvPr>
            <p:cNvSpPr/>
            <p:nvPr userDrawn="1"/>
          </p:nvSpPr>
          <p:spPr>
            <a:xfrm>
              <a:off x="0" y="2029863"/>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14">
              <a:extLst>
                <a:ext uri="{FF2B5EF4-FFF2-40B4-BE49-F238E27FC236}">
                  <a16:creationId xmlns:a16="http://schemas.microsoft.com/office/drawing/2014/main" id="{ECECEEA3-55C1-1632-4F14-7E57A802667B}"/>
                </a:ext>
                <a:ext uri="{C183D7F6-B498-43B3-948B-1728B52AA6E4}">
                  <adec:decorative xmlns:adec="http://schemas.microsoft.com/office/drawing/2017/decorative" val="1"/>
                </a:ext>
              </a:extLst>
            </p:cNvPr>
            <p:cNvSpPr/>
            <p:nvPr userDrawn="1"/>
          </p:nvSpPr>
          <p:spPr>
            <a:xfrm rot="10800000">
              <a:off x="100582" y="2932749"/>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6" name="Graphic 15">
              <a:extLst>
                <a:ext uri="{FF2B5EF4-FFF2-40B4-BE49-F238E27FC236}">
                  <a16:creationId xmlns:a16="http://schemas.microsoft.com/office/drawing/2014/main" id="{A6290E86-B21F-0C88-099F-07B046CA1D4B}"/>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5400000">
              <a:off x="-457200" y="5380762"/>
              <a:ext cx="1828800" cy="914400"/>
            </a:xfrm>
            <a:prstGeom prst="rect">
              <a:avLst/>
            </a:prstGeom>
          </p:spPr>
        </p:pic>
      </p:grpSp>
      <p:sp>
        <p:nvSpPr>
          <p:cNvPr id="26" name="Rectangle 23">
            <a:extLst>
              <a:ext uri="{FF2B5EF4-FFF2-40B4-BE49-F238E27FC236}">
                <a16:creationId xmlns:a16="http://schemas.microsoft.com/office/drawing/2014/main" id="{E489F066-AA0F-D3C7-739B-15808100E736}"/>
              </a:ext>
              <a:ext uri="{C183D7F6-B498-43B3-948B-1728B52AA6E4}">
                <adec:decorative xmlns:adec="http://schemas.microsoft.com/office/drawing/2017/decorative" val="1"/>
              </a:ext>
            </a:extLst>
          </p:cNvPr>
          <p:cNvSpPr/>
          <p:nvPr userDrawn="1"/>
        </p:nvSpPr>
        <p:spPr>
          <a:xfrm>
            <a:off x="1011339" y="2834159"/>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2555004"/>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 Tab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762000" y="896112"/>
            <a:ext cx="10668000" cy="1325563"/>
          </a:xfrm>
        </p:spPr>
        <p:txBody>
          <a:bodyPr anchor="t" anchorCtr="0"/>
          <a:lstStyle>
            <a:lvl1pPr>
              <a:defRPr cap="all" baseline="0">
                <a:solidFill>
                  <a:schemeClr val="accent1"/>
                </a:solidFill>
              </a:defRPr>
            </a:lvl1pPr>
          </a:lstStyle>
          <a:p>
            <a:r>
              <a:rPr lang="en-US" dirty="0"/>
              <a:t>CLICK TO ADD TITLE</a:t>
            </a:r>
          </a:p>
        </p:txBody>
      </p:sp>
      <p:sp>
        <p:nvSpPr>
          <p:cNvPr id="7" name="Rectangle 23">
            <a:extLst>
              <a:ext uri="{FF2B5EF4-FFF2-40B4-BE49-F238E27FC236}">
                <a16:creationId xmlns:a16="http://schemas.microsoft.com/office/drawing/2014/main" id="{AB92D86A-5036-415A-B056-A55CB2E0C2C9}"/>
              </a:ext>
              <a:ext uri="{C183D7F6-B498-43B3-948B-1728B52AA6E4}">
                <adec:decorative xmlns:adec="http://schemas.microsoft.com/office/drawing/2017/decorative" val="1"/>
              </a:ext>
            </a:extLst>
          </p:cNvPr>
          <p:cNvSpPr/>
          <p:nvPr userDrawn="1"/>
        </p:nvSpPr>
        <p:spPr>
          <a:xfrm rot="10800000">
            <a:off x="11177016" y="0"/>
            <a:ext cx="1014984" cy="1014984"/>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4">
            <a:extLst>
              <a:ext uri="{FF2B5EF4-FFF2-40B4-BE49-F238E27FC236}">
                <a16:creationId xmlns:a16="http://schemas.microsoft.com/office/drawing/2014/main" id="{D70FC509-0D49-9500-59C9-DAE0A699FB0C}"/>
              </a:ext>
            </a:extLst>
          </p:cNvPr>
          <p:cNvSpPr>
            <a:spLocks noGrp="1"/>
          </p:cNvSpPr>
          <p:nvPr>
            <p:ph type="body" sz="quarter" idx="13" hasCustomPrompt="1"/>
          </p:nvPr>
        </p:nvSpPr>
        <p:spPr>
          <a:xfrm>
            <a:off x="762000" y="2417197"/>
            <a:ext cx="4278313" cy="3737541"/>
          </a:xfrm>
        </p:spPr>
        <p:txBody>
          <a:bodyPr vert="horz" lIns="91440" tIns="45720" rIns="91440" bIns="45720" rtlCol="0">
            <a:normAutofit/>
          </a:bodyPr>
          <a:lstStyle>
            <a:lvl1pPr>
              <a:spcBef>
                <a:spcPts val="0"/>
              </a:spcBef>
              <a:spcAft>
                <a:spcPts val="1200"/>
              </a:spcAft>
              <a:defRPr lang="en-US" sz="1800" smtClean="0"/>
            </a:lvl1pPr>
            <a:lvl2pPr>
              <a:spcBef>
                <a:spcPts val="0"/>
              </a:spcBef>
              <a:spcAft>
                <a:spcPts val="1200"/>
              </a:spcAft>
              <a:defRPr lang="en-US" sz="1800" smtClean="0"/>
            </a:lvl2pPr>
            <a:lvl3pPr>
              <a:spcBef>
                <a:spcPts val="0"/>
              </a:spcBef>
              <a:spcAft>
                <a:spcPts val="1200"/>
              </a:spcAft>
              <a:defRPr lang="en-US" sz="1800" smtClean="0"/>
            </a:lvl3pPr>
            <a:lvl4pPr>
              <a:spcBef>
                <a:spcPts val="0"/>
              </a:spcBef>
              <a:spcAft>
                <a:spcPts val="1200"/>
              </a:spcAft>
              <a:defRPr lang="en-US" sz="1800" smtClean="0"/>
            </a:lvl4pPr>
            <a:lvl5pPr>
              <a:spcBef>
                <a:spcPts val="0"/>
              </a:spcBef>
              <a:spcAft>
                <a:spcPts val="1200"/>
              </a:spcAft>
              <a:defRPr lang="en-US" sz="1800"/>
            </a:lvl5pPr>
          </a:lstStyle>
          <a:p>
            <a:pPr lvl="0"/>
            <a:r>
              <a:rPr lang="en-US" dirty="0"/>
              <a:t>Click to add text </a:t>
            </a:r>
          </a:p>
          <a:p>
            <a:pPr marL="685800" lvl="1" indent="-228600"/>
            <a:r>
              <a:rPr lang="en-US" dirty="0"/>
              <a:t>Second level</a:t>
            </a:r>
          </a:p>
          <a:p>
            <a:pPr marL="1143000" lvl="2" indent="-228600"/>
            <a:r>
              <a:rPr lang="en-US" dirty="0"/>
              <a:t>Third level</a:t>
            </a:r>
          </a:p>
          <a:p>
            <a:pPr marL="1600200" lvl="3" indent="-228600"/>
            <a:r>
              <a:rPr lang="en-US" dirty="0"/>
              <a:t>Fourth level</a:t>
            </a:r>
          </a:p>
          <a:p>
            <a:pPr marL="2057400" lvl="4" indent="-228600"/>
            <a:r>
              <a:rPr lang="en-US" dirty="0"/>
              <a:t>Fifth level</a:t>
            </a:r>
          </a:p>
        </p:txBody>
      </p:sp>
      <p:sp>
        <p:nvSpPr>
          <p:cNvPr id="8" name="Table Placeholder 7">
            <a:extLst>
              <a:ext uri="{FF2B5EF4-FFF2-40B4-BE49-F238E27FC236}">
                <a16:creationId xmlns:a16="http://schemas.microsoft.com/office/drawing/2014/main" id="{7113F543-A373-5951-EBF3-7E283EE52F0B}"/>
              </a:ext>
            </a:extLst>
          </p:cNvPr>
          <p:cNvSpPr>
            <a:spLocks noGrp="1"/>
          </p:cNvSpPr>
          <p:nvPr>
            <p:ph type="tbl" sz="quarter" idx="14" hasCustomPrompt="1"/>
          </p:nvPr>
        </p:nvSpPr>
        <p:spPr>
          <a:xfrm>
            <a:off x="5241471" y="2417763"/>
            <a:ext cx="6188529" cy="3736975"/>
          </a:xfrm>
        </p:spPr>
        <p:txBody>
          <a:bodyPr/>
          <a:lstStyle>
            <a:lvl1pPr>
              <a:defRPr/>
            </a:lvl1pPr>
          </a:lstStyle>
          <a:p>
            <a:r>
              <a:rPr lang="en-US" dirty="0"/>
              <a:t>Click icon to insert table</a:t>
            </a:r>
          </a:p>
        </p:txBody>
      </p:sp>
      <p:sp>
        <p:nvSpPr>
          <p:cNvPr id="3" name="Date Placeholder 3">
            <a:extLst>
              <a:ext uri="{FF2B5EF4-FFF2-40B4-BE49-F238E27FC236}">
                <a16:creationId xmlns:a16="http://schemas.microsoft.com/office/drawing/2014/main" id="{7D4C80AE-01F3-AAB6-99EF-DB1B5934CFD2}"/>
              </a:ext>
            </a:extLst>
          </p:cNvPr>
          <p:cNvSpPr>
            <a:spLocks noGrp="1"/>
          </p:cNvSpPr>
          <p:nvPr>
            <p:ph type="dt" sz="half" idx="10"/>
          </p:nvPr>
        </p:nvSpPr>
        <p:spPr>
          <a:xfrm>
            <a:off x="767443" y="6353175"/>
            <a:ext cx="1097280" cy="365125"/>
          </a:xfrm>
        </p:spPr>
        <p:txBody>
          <a:bodyPr/>
          <a:lstStyle>
            <a:lvl1pPr>
              <a:defRPr>
                <a:solidFill>
                  <a:schemeClr val="tx1"/>
                </a:solidFill>
              </a:defRPr>
            </a:lvl1pPr>
          </a:lstStyle>
          <a:p>
            <a:r>
              <a:rPr lang="en-US"/>
              <a:t>12/11/2023</a:t>
            </a:r>
            <a:endParaRPr lang="en-US" dirty="0"/>
          </a:p>
        </p:txBody>
      </p:sp>
      <p:sp>
        <p:nvSpPr>
          <p:cNvPr id="4" name="Footer Placeholder 4">
            <a:extLst>
              <a:ext uri="{FF2B5EF4-FFF2-40B4-BE49-F238E27FC236}">
                <a16:creationId xmlns:a16="http://schemas.microsoft.com/office/drawing/2014/main" id="{C0241B24-8629-6BC2-C72F-A156F0624997}"/>
              </a:ext>
            </a:extLst>
          </p:cNvPr>
          <p:cNvSpPr>
            <a:spLocks noGrp="1"/>
          </p:cNvSpPr>
          <p:nvPr>
            <p:ph type="ftr" sz="quarter" idx="11"/>
          </p:nvPr>
        </p:nvSpPr>
        <p:spPr>
          <a:xfrm>
            <a:off x="5273449" y="6350000"/>
            <a:ext cx="2286000" cy="365125"/>
          </a:xfrm>
        </p:spPr>
        <p:txBody>
          <a:bodyPr/>
          <a:lstStyle>
            <a:lvl1pPr>
              <a:defRPr>
                <a:solidFill>
                  <a:schemeClr val="tx1"/>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967FBBF9-1C14-3371-F0AC-507FFCAB3BC1}"/>
              </a:ext>
            </a:extLst>
          </p:cNvPr>
          <p:cNvSpPr>
            <a:spLocks noGrp="1"/>
          </p:cNvSpPr>
          <p:nvPr>
            <p:ph type="sldNum" sz="quarter" idx="12"/>
          </p:nvPr>
        </p:nvSpPr>
        <p:spPr>
          <a:xfrm>
            <a:off x="10968175" y="6356350"/>
            <a:ext cx="457200" cy="365125"/>
          </a:xfrm>
        </p:spPr>
        <p:txBody>
          <a:bodyPr/>
          <a:lstStyle>
            <a:lvl1pPr>
              <a:defRPr>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40818906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3">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hasCustomPrompt="1"/>
          </p:nvPr>
        </p:nvSpPr>
        <p:spPr>
          <a:xfrm>
            <a:off x="1552574" y="896111"/>
            <a:ext cx="9866540" cy="1358140"/>
          </a:xfrm>
        </p:spPr>
        <p:txBody>
          <a:bodyPr anchor="t" anchorCtr="0"/>
          <a:lstStyle>
            <a:lvl1pPr>
              <a:defRPr cap="all" baseline="0">
                <a:solidFill>
                  <a:schemeClr val="tx2"/>
                </a:solidFill>
              </a:defRPr>
            </a:lvl1pPr>
          </a:lstStyle>
          <a:p>
            <a:r>
              <a:rPr lang="en-US" dirty="0"/>
              <a:t>CLICK TO ADD TITLE</a:t>
            </a:r>
          </a:p>
        </p:txBody>
      </p:sp>
      <p:grpSp>
        <p:nvGrpSpPr>
          <p:cNvPr id="10" name="Group 9">
            <a:extLst>
              <a:ext uri="{FF2B5EF4-FFF2-40B4-BE49-F238E27FC236}">
                <a16:creationId xmlns:a16="http://schemas.microsoft.com/office/drawing/2014/main" id="{D9F1898E-3E74-4E43-A202-1A6640227466}"/>
              </a:ext>
              <a:ext uri="{C183D7F6-B498-43B3-948B-1728B52AA6E4}">
                <adec:decorative xmlns:adec="http://schemas.microsoft.com/office/drawing/2017/decorative" val="1"/>
              </a:ext>
            </a:extLst>
          </p:cNvPr>
          <p:cNvGrpSpPr/>
          <p:nvPr userDrawn="1"/>
        </p:nvGrpSpPr>
        <p:grpSpPr>
          <a:xfrm>
            <a:off x="0" y="0"/>
            <a:ext cx="1014984" cy="6858000"/>
            <a:chOff x="0" y="0"/>
            <a:chExt cx="1014984" cy="6858000"/>
          </a:xfrm>
        </p:grpSpPr>
        <p:sp>
          <p:nvSpPr>
            <p:cNvPr id="33" name="Rectangle 32">
              <a:extLst>
                <a:ext uri="{FF2B5EF4-FFF2-40B4-BE49-F238E27FC236}">
                  <a16:creationId xmlns:a16="http://schemas.microsoft.com/office/drawing/2014/main" id="{814776F7-F8A5-4235-8C8D-17F0E4F45B03}"/>
                </a:ext>
              </a:extLst>
            </p:cNvPr>
            <p:cNvSpPr/>
            <p:nvPr userDrawn="1"/>
          </p:nvSpPr>
          <p:spPr>
            <a:xfrm>
              <a:off x="0" y="4828032"/>
              <a:ext cx="1014984"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9F301899-34C1-47B4-B5CD-F77BA341C0F9}"/>
                </a:ext>
              </a:extLst>
            </p:cNvPr>
            <p:cNvSpPr/>
            <p:nvPr userDrawn="1"/>
          </p:nvSpPr>
          <p:spPr>
            <a:xfrm>
              <a:off x="0" y="2833299"/>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id="{A66E9363-03B7-439D-8B5E-0665E48F046E}"/>
                </a:ext>
              </a:extLst>
            </p:cNvPr>
            <p:cNvSpPr/>
            <p:nvPr userDrawn="1"/>
          </p:nvSpPr>
          <p:spPr>
            <a:xfrm>
              <a:off x="0"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41">
              <a:extLst>
                <a:ext uri="{FF2B5EF4-FFF2-40B4-BE49-F238E27FC236}">
                  <a16:creationId xmlns:a16="http://schemas.microsoft.com/office/drawing/2014/main" id="{0432F5F5-1688-44BD-B071-A62C04824FB8}"/>
                </a:ext>
              </a:extLst>
            </p:cNvPr>
            <p:cNvSpPr/>
            <p:nvPr userDrawn="1"/>
          </p:nvSpPr>
          <p:spPr>
            <a:xfrm>
              <a:off x="0" y="2029863"/>
              <a:ext cx="1014984" cy="81295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Freeform: Shape 43">
              <a:extLst>
                <a:ext uri="{FF2B5EF4-FFF2-40B4-BE49-F238E27FC236}">
                  <a16:creationId xmlns:a16="http://schemas.microsoft.com/office/drawing/2014/main" id="{689FF8F5-F7B8-46B0-BB03-FE972A6832E7}"/>
                </a:ext>
              </a:extLst>
            </p:cNvPr>
            <p:cNvSpPr/>
            <p:nvPr userDrawn="1"/>
          </p:nvSpPr>
          <p:spPr>
            <a:xfrm rot="10800000">
              <a:off x="100582" y="2936725"/>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48" name="Graphic 47">
              <a:extLst>
                <a:ext uri="{FF2B5EF4-FFF2-40B4-BE49-F238E27FC236}">
                  <a16:creationId xmlns:a16="http://schemas.microsoft.com/office/drawing/2014/main" id="{31EB8EE7-3843-4CA8-879D-5D985DAA0D1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5400000">
              <a:off x="-457200" y="5416459"/>
              <a:ext cx="1828800" cy="914400"/>
            </a:xfrm>
            <a:prstGeom prst="rect">
              <a:avLst/>
            </a:prstGeom>
          </p:spPr>
        </p:pic>
        <p:pic>
          <p:nvPicPr>
            <p:cNvPr id="50" name="Graphic 49">
              <a:extLst>
                <a:ext uri="{FF2B5EF4-FFF2-40B4-BE49-F238E27FC236}">
                  <a16:creationId xmlns:a16="http://schemas.microsoft.com/office/drawing/2014/main" id="{5FF0EEFD-0038-4A2F-AD3B-01A98EFF5CF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5400000">
              <a:off x="-457200" y="563329"/>
              <a:ext cx="1828800" cy="914400"/>
            </a:xfrm>
            <a:prstGeom prst="rect">
              <a:avLst/>
            </a:prstGeom>
          </p:spPr>
        </p:pic>
      </p:grpSp>
      <p:sp>
        <p:nvSpPr>
          <p:cNvPr id="3" name="Content Placeholder 2">
            <a:extLst>
              <a:ext uri="{FF2B5EF4-FFF2-40B4-BE49-F238E27FC236}">
                <a16:creationId xmlns:a16="http://schemas.microsoft.com/office/drawing/2014/main" id="{8A650232-76AA-C9E3-F846-8DB1B44E5AF3}"/>
              </a:ext>
            </a:extLst>
          </p:cNvPr>
          <p:cNvSpPr>
            <a:spLocks noGrp="1"/>
          </p:cNvSpPr>
          <p:nvPr>
            <p:ph sz="half" idx="15" hasCustomPrompt="1"/>
          </p:nvPr>
        </p:nvSpPr>
        <p:spPr>
          <a:xfrm>
            <a:off x="1552575" y="2481940"/>
            <a:ext cx="6477952" cy="3635831"/>
          </a:xfrm>
        </p:spPr>
        <p:txBody>
          <a:bodyPr>
            <a:normAutofit/>
          </a:bodyPr>
          <a:lstStyle>
            <a:lvl1pPr marL="0" indent="0">
              <a:lnSpc>
                <a:spcPct val="100000"/>
              </a:lnSpc>
              <a:spcBef>
                <a:spcPts val="0"/>
              </a:spcBef>
              <a:spcAft>
                <a:spcPts val="600"/>
              </a:spcAft>
              <a:buFont typeface="Arial" panose="020B0604020202020204" pitchFamily="34" charset="0"/>
              <a:buNone/>
              <a:defRPr sz="1800">
                <a:solidFill>
                  <a:schemeClr val="bg1"/>
                </a:solidFill>
              </a:defRPr>
            </a:lvl1pPr>
            <a:lvl2pPr marL="457200">
              <a:lnSpc>
                <a:spcPct val="100000"/>
              </a:lnSpc>
              <a:spcAft>
                <a:spcPts val="600"/>
              </a:spcAft>
              <a:defRPr sz="1800">
                <a:solidFill>
                  <a:schemeClr val="bg1"/>
                </a:solidFill>
              </a:defRPr>
            </a:lvl2pPr>
            <a:lvl3pPr marL="914400">
              <a:lnSpc>
                <a:spcPct val="100000"/>
              </a:lnSpc>
              <a:spcAft>
                <a:spcPts val="600"/>
              </a:spcAft>
              <a:defRPr sz="1800">
                <a:solidFill>
                  <a:schemeClr val="bg1"/>
                </a:solidFill>
              </a:defRPr>
            </a:lvl3pPr>
            <a:lvl4pPr marL="1371600">
              <a:lnSpc>
                <a:spcPct val="100000"/>
              </a:lnSpc>
              <a:spcAft>
                <a:spcPts val="600"/>
              </a:spcAft>
              <a:defRPr sz="1800">
                <a:solidFill>
                  <a:schemeClr val="bg1"/>
                </a:solidFill>
              </a:defRPr>
            </a:lvl4pPr>
            <a:lvl5pPr marL="1828800">
              <a:lnSpc>
                <a:spcPct val="100000"/>
              </a:lnSpc>
              <a:spcAft>
                <a:spcPts val="600"/>
              </a:spcAft>
              <a:defRPr sz="18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12">
            <a:extLst>
              <a:ext uri="{FF2B5EF4-FFF2-40B4-BE49-F238E27FC236}">
                <a16:creationId xmlns:a16="http://schemas.microsoft.com/office/drawing/2014/main" id="{37A04978-5D2C-BBF1-9C05-C52717619019}"/>
              </a:ext>
            </a:extLst>
          </p:cNvPr>
          <p:cNvSpPr>
            <a:spLocks noGrp="1"/>
          </p:cNvSpPr>
          <p:nvPr>
            <p:ph type="body" sz="quarter" idx="14" hasCustomPrompt="1"/>
          </p:nvPr>
        </p:nvSpPr>
        <p:spPr>
          <a:xfrm>
            <a:off x="8372723" y="2481940"/>
            <a:ext cx="3046391" cy="3759200"/>
          </a:xfrm>
        </p:spPr>
        <p:txBody>
          <a:bodyPr>
            <a:normAutofit/>
          </a:bodyPr>
          <a:lstStyle>
            <a:lvl1pPr marL="342900" indent="-342900">
              <a:spcAft>
                <a:spcPts val="600"/>
              </a:spcAft>
              <a:buFont typeface="+mj-lt"/>
              <a:buAutoNum type="arabicPeriod"/>
              <a:defRPr sz="1800">
                <a:solidFill>
                  <a:schemeClr val="bg1"/>
                </a:solidFill>
              </a:defRPr>
            </a:lvl1pPr>
            <a:lvl2pPr marL="800100" indent="-342900">
              <a:spcAft>
                <a:spcPts val="600"/>
              </a:spcAft>
              <a:buFont typeface="+mj-lt"/>
              <a:buAutoNum type="alphaLcPeriod"/>
              <a:defRPr sz="1800">
                <a:solidFill>
                  <a:schemeClr val="bg1"/>
                </a:solidFill>
              </a:defRPr>
            </a:lvl2pPr>
            <a:lvl3pPr marL="1257300" indent="-342900">
              <a:spcAft>
                <a:spcPts val="600"/>
              </a:spcAft>
              <a:buFont typeface="+mj-lt"/>
              <a:buAutoNum type="arabicParenR"/>
              <a:defRPr sz="1800">
                <a:solidFill>
                  <a:schemeClr val="bg1"/>
                </a:solidFill>
              </a:defRPr>
            </a:lvl3pPr>
            <a:lvl4pPr marL="1714500" indent="-342900">
              <a:spcAft>
                <a:spcPts val="600"/>
              </a:spcAft>
              <a:buFont typeface="+mj-lt"/>
              <a:buAutoNum type="alphaLcParenR"/>
              <a:defRPr sz="1800">
                <a:solidFill>
                  <a:schemeClr val="bg1"/>
                </a:solidFill>
              </a:defRPr>
            </a:lvl4pPr>
            <a:lvl5pPr marL="2171700" indent="-342900">
              <a:spcAft>
                <a:spcPts val="600"/>
              </a:spcAft>
              <a:buFont typeface="+mj-lt"/>
              <a:buAutoNum type="romanLcPeriod"/>
              <a:defRPr sz="1800">
                <a:solidFill>
                  <a:schemeClr val="bg1"/>
                </a:solidFill>
              </a:defRPr>
            </a:lvl5pPr>
          </a:lstStyle>
          <a:p>
            <a:pPr lvl="0"/>
            <a:r>
              <a:rPr lang="en-US" dirty="0"/>
              <a:t>Click to add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3" name="Date Placeholder 3">
            <a:extLst>
              <a:ext uri="{FF2B5EF4-FFF2-40B4-BE49-F238E27FC236}">
                <a16:creationId xmlns:a16="http://schemas.microsoft.com/office/drawing/2014/main" id="{41C57AEB-9E33-4F77-9F58-DB0D1B978707}"/>
              </a:ext>
            </a:extLst>
          </p:cNvPr>
          <p:cNvSpPr>
            <a:spLocks noGrp="1"/>
          </p:cNvSpPr>
          <p:nvPr>
            <p:ph type="dt" sz="half" idx="10"/>
          </p:nvPr>
        </p:nvSpPr>
        <p:spPr>
          <a:xfrm>
            <a:off x="1554480" y="6353175"/>
            <a:ext cx="1097280" cy="365125"/>
          </a:xfrm>
        </p:spPr>
        <p:txBody>
          <a:bodyPr/>
          <a:lstStyle>
            <a:lvl1pPr>
              <a:defRPr>
                <a:solidFill>
                  <a:schemeClr val="bg1"/>
                </a:solidFill>
              </a:defRPr>
            </a:lvl1pPr>
          </a:lstStyle>
          <a:p>
            <a:r>
              <a:rPr lang="en-US"/>
              <a:t>12/11/2023</a:t>
            </a:r>
            <a:endParaRPr lang="en-US" dirty="0"/>
          </a:p>
        </p:txBody>
      </p:sp>
      <p:sp>
        <p:nvSpPr>
          <p:cNvPr id="64" name="Footer Placeholder 4">
            <a:extLst>
              <a:ext uri="{FF2B5EF4-FFF2-40B4-BE49-F238E27FC236}">
                <a16:creationId xmlns:a16="http://schemas.microsoft.com/office/drawing/2014/main" id="{182F895D-C48A-41AA-9DE6-43A17B7E019A}"/>
              </a:ext>
            </a:extLst>
          </p:cNvPr>
          <p:cNvSpPr>
            <a:spLocks noGrp="1"/>
          </p:cNvSpPr>
          <p:nvPr>
            <p:ph type="ftr" sz="quarter" idx="11"/>
          </p:nvPr>
        </p:nvSpPr>
        <p:spPr>
          <a:xfrm>
            <a:off x="5744527" y="6350000"/>
            <a:ext cx="2286000" cy="365125"/>
          </a:xfrm>
        </p:spPr>
        <p:txBody>
          <a:bodyPr/>
          <a:lstStyle>
            <a:lvl1pPr>
              <a:defRPr>
                <a:solidFill>
                  <a:schemeClr val="bg1"/>
                </a:solidFill>
              </a:defRPr>
            </a:lvl1pPr>
          </a:lstStyle>
          <a:p>
            <a:r>
              <a:rPr lang="en-US"/>
              <a:t>Presentation title</a:t>
            </a:r>
            <a:endParaRPr lang="en-US" dirty="0"/>
          </a:p>
        </p:txBody>
      </p:sp>
      <p:sp>
        <p:nvSpPr>
          <p:cNvPr id="65" name="Slide Number Placeholder 5">
            <a:extLst>
              <a:ext uri="{FF2B5EF4-FFF2-40B4-BE49-F238E27FC236}">
                <a16:creationId xmlns:a16="http://schemas.microsoft.com/office/drawing/2014/main" id="{4C15BF58-30D9-4A0E-8506-1CD777B0FC5B}"/>
              </a:ext>
            </a:extLst>
          </p:cNvPr>
          <p:cNvSpPr>
            <a:spLocks noGrp="1"/>
          </p:cNvSpPr>
          <p:nvPr>
            <p:ph type="sldNum" sz="quarter" idx="12"/>
          </p:nvPr>
        </p:nvSpPr>
        <p:spPr>
          <a:xfrm>
            <a:off x="11123295"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807368846"/>
      </p:ext>
    </p:extLst>
  </p:cSld>
  <p:clrMapOvr>
    <a:masterClrMapping/>
  </p:clrMapOvr>
  <p:extLst>
    <p:ext uri="{DCECCB84-F9BA-43D5-87BE-67443E8EF086}">
      <p15:sldGuideLst xmlns:p15="http://schemas.microsoft.com/office/powerpoint/2012/main">
        <p15:guide id="1" pos="7392"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764155" y="896112"/>
            <a:ext cx="10665845" cy="1325563"/>
          </a:xfrm>
        </p:spPr>
        <p:txBody>
          <a:bodyPr anchor="t" anchorCtr="0"/>
          <a:lstStyle>
            <a:lvl1pPr>
              <a:defRPr cap="all" baseline="0">
                <a:solidFill>
                  <a:schemeClr val="accent1"/>
                </a:solidFill>
              </a:defRPr>
            </a:lvl1pPr>
          </a:lstStyle>
          <a:p>
            <a:r>
              <a:rPr lang="en-US" dirty="0"/>
              <a:t>CLICK TO ADD TITLE</a:t>
            </a:r>
          </a:p>
        </p:txBody>
      </p:sp>
      <p:sp>
        <p:nvSpPr>
          <p:cNvPr id="5" name="Table Placeholder 4">
            <a:extLst>
              <a:ext uri="{FF2B5EF4-FFF2-40B4-BE49-F238E27FC236}">
                <a16:creationId xmlns:a16="http://schemas.microsoft.com/office/drawing/2014/main" id="{E06194BC-6453-CA18-2623-B07F3A5D4E92}"/>
              </a:ext>
            </a:extLst>
          </p:cNvPr>
          <p:cNvSpPr>
            <a:spLocks noGrp="1"/>
          </p:cNvSpPr>
          <p:nvPr>
            <p:ph type="tbl" sz="quarter" idx="13" hasCustomPrompt="1"/>
          </p:nvPr>
        </p:nvSpPr>
        <p:spPr>
          <a:xfrm>
            <a:off x="762000" y="2417763"/>
            <a:ext cx="10665845" cy="3678235"/>
          </a:xfrm>
        </p:spPr>
        <p:txBody>
          <a:bodyPr/>
          <a:lstStyle>
            <a:lvl1pPr>
              <a:defRPr/>
            </a:lvl1pPr>
          </a:lstStyle>
          <a:p>
            <a:pPr marL="228600" marR="0" lvl="0" indent="-22860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dirty="0"/>
              <a:t>Click icon to insert table</a:t>
            </a:r>
          </a:p>
          <a:p>
            <a:endParaRPr lang="en-US" dirty="0"/>
          </a:p>
        </p:txBody>
      </p:sp>
      <p:sp>
        <p:nvSpPr>
          <p:cNvPr id="7" name="Rectangle 23">
            <a:extLst>
              <a:ext uri="{FF2B5EF4-FFF2-40B4-BE49-F238E27FC236}">
                <a16:creationId xmlns:a16="http://schemas.microsoft.com/office/drawing/2014/main" id="{AB92D86A-5036-415A-B056-A55CB2E0C2C9}"/>
              </a:ext>
              <a:ext uri="{C183D7F6-B498-43B3-948B-1728B52AA6E4}">
                <adec:decorative xmlns:adec="http://schemas.microsoft.com/office/drawing/2017/decorative" val="1"/>
              </a:ext>
            </a:extLst>
          </p:cNvPr>
          <p:cNvSpPr/>
          <p:nvPr userDrawn="1"/>
        </p:nvSpPr>
        <p:spPr>
          <a:xfrm rot="10800000">
            <a:off x="11177016" y="0"/>
            <a:ext cx="1014984" cy="1014984"/>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Date Placeholder 3">
            <a:extLst>
              <a:ext uri="{FF2B5EF4-FFF2-40B4-BE49-F238E27FC236}">
                <a16:creationId xmlns:a16="http://schemas.microsoft.com/office/drawing/2014/main" id="{D3A465A0-88AA-B50B-92D8-3A54928329FB}"/>
              </a:ext>
            </a:extLst>
          </p:cNvPr>
          <p:cNvSpPr>
            <a:spLocks noGrp="1"/>
          </p:cNvSpPr>
          <p:nvPr>
            <p:ph type="dt" sz="half" idx="10"/>
          </p:nvPr>
        </p:nvSpPr>
        <p:spPr>
          <a:xfrm>
            <a:off x="767443" y="6353175"/>
            <a:ext cx="1097280" cy="365125"/>
          </a:xfrm>
        </p:spPr>
        <p:txBody>
          <a:bodyPr/>
          <a:lstStyle>
            <a:lvl1pPr>
              <a:defRPr>
                <a:solidFill>
                  <a:schemeClr val="tx1"/>
                </a:solidFill>
              </a:defRPr>
            </a:lvl1pPr>
          </a:lstStyle>
          <a:p>
            <a:r>
              <a:rPr lang="en-US"/>
              <a:t>12/11/2023</a:t>
            </a:r>
            <a:endParaRPr lang="en-US" dirty="0"/>
          </a:p>
        </p:txBody>
      </p:sp>
      <p:sp>
        <p:nvSpPr>
          <p:cNvPr id="4" name="Footer Placeholder 4">
            <a:extLst>
              <a:ext uri="{FF2B5EF4-FFF2-40B4-BE49-F238E27FC236}">
                <a16:creationId xmlns:a16="http://schemas.microsoft.com/office/drawing/2014/main" id="{6195F626-7C08-9907-6A85-922BE6AA0EF5}"/>
              </a:ext>
            </a:extLst>
          </p:cNvPr>
          <p:cNvSpPr>
            <a:spLocks noGrp="1"/>
          </p:cNvSpPr>
          <p:nvPr>
            <p:ph type="ftr" sz="quarter" idx="11"/>
          </p:nvPr>
        </p:nvSpPr>
        <p:spPr>
          <a:xfrm>
            <a:off x="5273449" y="6350000"/>
            <a:ext cx="2286000" cy="365125"/>
          </a:xfrm>
        </p:spPr>
        <p:txBody>
          <a:bodyPr/>
          <a:lstStyle>
            <a:lvl1pPr>
              <a:defRPr>
                <a:solidFill>
                  <a:schemeClr val="tx1"/>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7BBAD34A-4F3F-C89B-BBBC-E7740F414D13}"/>
              </a:ext>
            </a:extLst>
          </p:cNvPr>
          <p:cNvSpPr>
            <a:spLocks noGrp="1"/>
          </p:cNvSpPr>
          <p:nvPr>
            <p:ph type="sldNum" sz="quarter" idx="12"/>
          </p:nvPr>
        </p:nvSpPr>
        <p:spPr>
          <a:xfrm>
            <a:off x="10968175" y="6356350"/>
            <a:ext cx="457200" cy="365125"/>
          </a:xfrm>
        </p:spPr>
        <p:txBody>
          <a:bodyPr/>
          <a:lstStyle>
            <a:lvl1pPr>
              <a:defRPr>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5237480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Content 2">
    <p:bg>
      <p:bgPr>
        <a:solidFill>
          <a:schemeClr val="accent2"/>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11C2927-0A13-DC57-A83B-B8DB787A48CF}"/>
              </a:ext>
              <a:ext uri="{C183D7F6-B498-43B3-948B-1728B52AA6E4}">
                <adec:decorative xmlns:adec="http://schemas.microsoft.com/office/drawing/2017/decorative" val="1"/>
              </a:ext>
            </a:extLst>
          </p:cNvPr>
          <p:cNvGrpSpPr/>
          <p:nvPr userDrawn="1"/>
        </p:nvGrpSpPr>
        <p:grpSpPr>
          <a:xfrm>
            <a:off x="0" y="0"/>
            <a:ext cx="6843092" cy="6858000"/>
            <a:chOff x="0" y="0"/>
            <a:chExt cx="6843092" cy="6858000"/>
          </a:xfrm>
        </p:grpSpPr>
        <p:sp>
          <p:nvSpPr>
            <p:cNvPr id="344" name="Rectangle 343">
              <a:extLst>
                <a:ext uri="{FF2B5EF4-FFF2-40B4-BE49-F238E27FC236}">
                  <a16:creationId xmlns:a16="http://schemas.microsoft.com/office/drawing/2014/main" id="{0685D98A-CA5A-4C48-9AEB-4C1A201237A1}"/>
                </a:ext>
              </a:extLst>
            </p:cNvPr>
            <p:cNvSpPr/>
            <p:nvPr userDrawn="1"/>
          </p:nvSpPr>
          <p:spPr>
            <a:xfrm>
              <a:off x="2021206" y="4828032"/>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1F97041-3EE3-4F17-990B-3AC264934EF0}"/>
                </a:ext>
              </a:extLst>
            </p:cNvPr>
            <p:cNvSpPr/>
            <p:nvPr userDrawn="1"/>
          </p:nvSpPr>
          <p:spPr>
            <a:xfrm>
              <a:off x="0" y="0"/>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1DA30E2-82DB-4AA1-B134-9482F5CD7689}"/>
                </a:ext>
              </a:extLst>
            </p:cNvPr>
            <p:cNvSpPr/>
            <p:nvPr userDrawn="1"/>
          </p:nvSpPr>
          <p:spPr>
            <a:xfrm>
              <a:off x="2457970" y="1686431"/>
              <a:ext cx="1828800" cy="1828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502070B-3F7D-436A-849C-FB64175E8B45}"/>
                </a:ext>
              </a:extLst>
            </p:cNvPr>
            <p:cNvSpPr/>
            <p:nvPr userDrawn="1"/>
          </p:nvSpPr>
          <p:spPr>
            <a:xfrm>
              <a:off x="0" y="6108192"/>
              <a:ext cx="2029968" cy="7498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9">
              <a:extLst>
                <a:ext uri="{FF2B5EF4-FFF2-40B4-BE49-F238E27FC236}">
                  <a16:creationId xmlns:a16="http://schemas.microsoft.com/office/drawing/2014/main" id="{675AAC8A-F8AB-44A3-9748-96464E9E0B6B}"/>
                </a:ext>
              </a:extLst>
            </p:cNvPr>
            <p:cNvSpPr/>
            <p:nvPr userDrawn="1"/>
          </p:nvSpPr>
          <p:spPr>
            <a:xfrm>
              <a:off x="4054172" y="4069080"/>
              <a:ext cx="2788920" cy="2788920"/>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6" name="Group 115">
              <a:extLst>
                <a:ext uri="{FF2B5EF4-FFF2-40B4-BE49-F238E27FC236}">
                  <a16:creationId xmlns:a16="http://schemas.microsoft.com/office/drawing/2014/main" id="{AC3F6810-4D95-4C6E-A30A-459BAD7510FE}"/>
                </a:ext>
              </a:extLst>
            </p:cNvPr>
            <p:cNvGrpSpPr/>
            <p:nvPr userDrawn="1"/>
          </p:nvGrpSpPr>
          <p:grpSpPr>
            <a:xfrm>
              <a:off x="23853" y="2101527"/>
              <a:ext cx="1920240" cy="1920240"/>
              <a:chOff x="5361924" y="7472790"/>
              <a:chExt cx="1828800" cy="1828800"/>
            </a:xfrm>
          </p:grpSpPr>
          <p:grpSp>
            <p:nvGrpSpPr>
              <p:cNvPr id="115" name="Group 114">
                <a:extLst>
                  <a:ext uri="{FF2B5EF4-FFF2-40B4-BE49-F238E27FC236}">
                    <a16:creationId xmlns:a16="http://schemas.microsoft.com/office/drawing/2014/main" id="{81973B3A-7185-45FB-A2E6-A7BDE6414DF3}"/>
                  </a:ext>
                </a:extLst>
              </p:cNvPr>
              <p:cNvGrpSpPr/>
              <p:nvPr userDrawn="1"/>
            </p:nvGrpSpPr>
            <p:grpSpPr>
              <a:xfrm>
                <a:off x="5361924" y="7472790"/>
                <a:ext cx="1828800" cy="1828800"/>
                <a:chOff x="5361924" y="7472790"/>
                <a:chExt cx="1828800" cy="1828800"/>
              </a:xfrm>
            </p:grpSpPr>
            <p:grpSp>
              <p:nvGrpSpPr>
                <p:cNvPr id="99" name="Group 98">
                  <a:extLst>
                    <a:ext uri="{FF2B5EF4-FFF2-40B4-BE49-F238E27FC236}">
                      <a16:creationId xmlns:a16="http://schemas.microsoft.com/office/drawing/2014/main" id="{DACFFF66-0600-406E-AF42-9FD8E8EDB397}"/>
                    </a:ext>
                  </a:extLst>
                </p:cNvPr>
                <p:cNvGrpSpPr/>
                <p:nvPr userDrawn="1"/>
              </p:nvGrpSpPr>
              <p:grpSpPr>
                <a:xfrm>
                  <a:off x="5361924" y="7472790"/>
                  <a:ext cx="1828800" cy="1828800"/>
                  <a:chOff x="5388428" y="7173291"/>
                  <a:chExt cx="1828800" cy="1828800"/>
                </a:xfrm>
              </p:grpSpPr>
              <p:grpSp>
                <p:nvGrpSpPr>
                  <p:cNvPr id="96" name="Group 95">
                    <a:extLst>
                      <a:ext uri="{FF2B5EF4-FFF2-40B4-BE49-F238E27FC236}">
                        <a16:creationId xmlns:a16="http://schemas.microsoft.com/office/drawing/2014/main" id="{9411687D-2631-487B-AEAB-39750C9E52BF}"/>
                      </a:ext>
                    </a:extLst>
                  </p:cNvPr>
                  <p:cNvGrpSpPr/>
                  <p:nvPr userDrawn="1"/>
                </p:nvGrpSpPr>
                <p:grpSpPr>
                  <a:xfrm>
                    <a:off x="5388428" y="7173291"/>
                    <a:ext cx="1828800" cy="1828800"/>
                    <a:chOff x="5388428" y="7173291"/>
                    <a:chExt cx="1828800" cy="1828800"/>
                  </a:xfrm>
                </p:grpSpPr>
                <p:grpSp>
                  <p:nvGrpSpPr>
                    <p:cNvPr id="90" name="Group 89">
                      <a:extLst>
                        <a:ext uri="{FF2B5EF4-FFF2-40B4-BE49-F238E27FC236}">
                          <a16:creationId xmlns:a16="http://schemas.microsoft.com/office/drawing/2014/main" id="{4BDDEAF6-0726-4BF4-96D7-EBA489ABF3E5}"/>
                        </a:ext>
                      </a:extLst>
                    </p:cNvPr>
                    <p:cNvGrpSpPr/>
                    <p:nvPr userDrawn="1"/>
                  </p:nvGrpSpPr>
                  <p:grpSpPr>
                    <a:xfrm>
                      <a:off x="5388428" y="7173291"/>
                      <a:ext cx="1828800" cy="1828800"/>
                      <a:chOff x="5579044" y="7049770"/>
                      <a:chExt cx="1828800" cy="1828800"/>
                    </a:xfrm>
                  </p:grpSpPr>
                  <p:grpSp>
                    <p:nvGrpSpPr>
                      <p:cNvPr id="89" name="Group 88">
                        <a:extLst>
                          <a:ext uri="{FF2B5EF4-FFF2-40B4-BE49-F238E27FC236}">
                            <a16:creationId xmlns:a16="http://schemas.microsoft.com/office/drawing/2014/main" id="{F80BBFBA-D0FB-4E20-8981-F569A2A0B678}"/>
                          </a:ext>
                        </a:extLst>
                      </p:cNvPr>
                      <p:cNvGrpSpPr/>
                      <p:nvPr userDrawn="1"/>
                    </p:nvGrpSpPr>
                    <p:grpSpPr>
                      <a:xfrm>
                        <a:off x="5579044" y="7049770"/>
                        <a:ext cx="1828800" cy="1828800"/>
                        <a:chOff x="5579044" y="7049770"/>
                        <a:chExt cx="1828800" cy="1828800"/>
                      </a:xfrm>
                    </p:grpSpPr>
                    <p:grpSp>
                      <p:nvGrpSpPr>
                        <p:cNvPr id="86" name="Group 85">
                          <a:extLst>
                            <a:ext uri="{FF2B5EF4-FFF2-40B4-BE49-F238E27FC236}">
                              <a16:creationId xmlns:a16="http://schemas.microsoft.com/office/drawing/2014/main" id="{6B3BCF7C-4204-4B1A-8371-96E859FC8425}"/>
                            </a:ext>
                          </a:extLst>
                        </p:cNvPr>
                        <p:cNvGrpSpPr/>
                        <p:nvPr userDrawn="1"/>
                      </p:nvGrpSpPr>
                      <p:grpSpPr>
                        <a:xfrm>
                          <a:off x="5579044" y="7049770"/>
                          <a:ext cx="1828800" cy="1828800"/>
                          <a:chOff x="5579044" y="7049770"/>
                          <a:chExt cx="1828800" cy="1828800"/>
                        </a:xfrm>
                      </p:grpSpPr>
                      <p:grpSp>
                        <p:nvGrpSpPr>
                          <p:cNvPr id="83" name="Group 82">
                            <a:extLst>
                              <a:ext uri="{FF2B5EF4-FFF2-40B4-BE49-F238E27FC236}">
                                <a16:creationId xmlns:a16="http://schemas.microsoft.com/office/drawing/2014/main" id="{31CF95CD-48BB-4659-870A-21584266D83F}"/>
                              </a:ext>
                            </a:extLst>
                          </p:cNvPr>
                          <p:cNvGrpSpPr/>
                          <p:nvPr userDrawn="1"/>
                        </p:nvGrpSpPr>
                        <p:grpSpPr>
                          <a:xfrm>
                            <a:off x="5579044" y="7049770"/>
                            <a:ext cx="1828800" cy="1828800"/>
                            <a:chOff x="5579044" y="7049770"/>
                            <a:chExt cx="1828800" cy="1828800"/>
                          </a:xfrm>
                        </p:grpSpPr>
                        <p:sp>
                          <p:nvSpPr>
                            <p:cNvPr id="78" name="Oval 77">
                              <a:extLst>
                                <a:ext uri="{FF2B5EF4-FFF2-40B4-BE49-F238E27FC236}">
                                  <a16:creationId xmlns:a16="http://schemas.microsoft.com/office/drawing/2014/main" id="{871E1954-F3FD-427D-8FFA-F28839673545}"/>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80" name="Oval 79">
                              <a:extLst>
                                <a:ext uri="{FF2B5EF4-FFF2-40B4-BE49-F238E27FC236}">
                                  <a16:creationId xmlns:a16="http://schemas.microsoft.com/office/drawing/2014/main" id="{B655BD1D-8AE2-43E7-B1D4-17923D0E0171}"/>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2" name="Oval 81">
                            <a:extLst>
                              <a:ext uri="{FF2B5EF4-FFF2-40B4-BE49-F238E27FC236}">
                                <a16:creationId xmlns:a16="http://schemas.microsoft.com/office/drawing/2014/main" id="{9F92C461-5E10-49F3-B4F0-F320512C0756}"/>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5" name="Oval 84">
                          <a:extLst>
                            <a:ext uri="{FF2B5EF4-FFF2-40B4-BE49-F238E27FC236}">
                              <a16:creationId xmlns:a16="http://schemas.microsoft.com/office/drawing/2014/main" id="{A6D57951-375C-41E9-BF45-DFC40F8E0A1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8" name="Oval 87">
                        <a:extLst>
                          <a:ext uri="{FF2B5EF4-FFF2-40B4-BE49-F238E27FC236}">
                            <a16:creationId xmlns:a16="http://schemas.microsoft.com/office/drawing/2014/main" id="{E4A4216D-DF9B-4DD9-989C-1F4040F3F4F7}"/>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2" name="Oval 91">
                      <a:extLst>
                        <a:ext uri="{FF2B5EF4-FFF2-40B4-BE49-F238E27FC236}">
                          <a16:creationId xmlns:a16="http://schemas.microsoft.com/office/drawing/2014/main" id="{3DCCC81D-9EE7-47A8-8A4C-74B5E047A336}"/>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5" name="Oval 94">
                    <a:extLst>
                      <a:ext uri="{FF2B5EF4-FFF2-40B4-BE49-F238E27FC236}">
                        <a16:creationId xmlns:a16="http://schemas.microsoft.com/office/drawing/2014/main" id="{9985F9FD-CFFB-417E-A560-28BD7BC7EE86}"/>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8" name="Oval 97">
                  <a:extLst>
                    <a:ext uri="{FF2B5EF4-FFF2-40B4-BE49-F238E27FC236}">
                      <a16:creationId xmlns:a16="http://schemas.microsoft.com/office/drawing/2014/main" id="{9A923F7B-7D75-4E04-AE62-D5B99F645756}"/>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2" name="Oval 101">
                  <a:extLst>
                    <a:ext uri="{FF2B5EF4-FFF2-40B4-BE49-F238E27FC236}">
                      <a16:creationId xmlns:a16="http://schemas.microsoft.com/office/drawing/2014/main" id="{F0239D2C-73EF-42E3-B73F-E69B7C27F65B}"/>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5" name="Oval 104">
                  <a:extLst>
                    <a:ext uri="{FF2B5EF4-FFF2-40B4-BE49-F238E27FC236}">
                      <a16:creationId xmlns:a16="http://schemas.microsoft.com/office/drawing/2014/main" id="{59BA1C3D-ADED-4596-8A9D-3DEC7E848945}"/>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8" name="Oval 107">
                  <a:extLst>
                    <a:ext uri="{FF2B5EF4-FFF2-40B4-BE49-F238E27FC236}">
                      <a16:creationId xmlns:a16="http://schemas.microsoft.com/office/drawing/2014/main" id="{015F2BFA-6803-42A0-A870-794B120EF574}"/>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10" name="Oval 109">
                  <a:extLst>
                    <a:ext uri="{FF2B5EF4-FFF2-40B4-BE49-F238E27FC236}">
                      <a16:creationId xmlns:a16="http://schemas.microsoft.com/office/drawing/2014/main" id="{E09A173D-9FE5-446C-B59E-5D7C0A00BF6C}"/>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13" name="Oval 112">
                <a:extLst>
                  <a:ext uri="{FF2B5EF4-FFF2-40B4-BE49-F238E27FC236}">
                    <a16:creationId xmlns:a16="http://schemas.microsoft.com/office/drawing/2014/main" id="{974C3792-995F-4717-8C8B-089BBA7DE9C7}"/>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3" name="Freeform: Shape 22">
              <a:extLst>
                <a:ext uri="{FF2B5EF4-FFF2-40B4-BE49-F238E27FC236}">
                  <a16:creationId xmlns:a16="http://schemas.microsoft.com/office/drawing/2014/main" id="{C8FD950B-0E2B-4905-8DE9-195E24B2ABE7}"/>
                </a:ext>
              </a:extLst>
            </p:cNvPr>
            <p:cNvSpPr/>
            <p:nvPr userDrawn="1"/>
          </p:nvSpPr>
          <p:spPr>
            <a:xfrm rot="10800000">
              <a:off x="1013527" y="204317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8" name="Rectangle 9">
              <a:extLst>
                <a:ext uri="{FF2B5EF4-FFF2-40B4-BE49-F238E27FC236}">
                  <a16:creationId xmlns:a16="http://schemas.microsoft.com/office/drawing/2014/main" id="{D0B57759-E007-4FD0-9C6B-356DC53050C4}"/>
                </a:ext>
              </a:extLst>
            </p:cNvPr>
            <p:cNvSpPr/>
            <p:nvPr userDrawn="1"/>
          </p:nvSpPr>
          <p:spPr>
            <a:xfrm rot="5400000">
              <a:off x="2028432" y="4821048"/>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5" name="Oval 174">
              <a:extLst>
                <a:ext uri="{FF2B5EF4-FFF2-40B4-BE49-F238E27FC236}">
                  <a16:creationId xmlns:a16="http://schemas.microsoft.com/office/drawing/2014/main" id="{273C520A-0126-47DA-A75B-1A38883907A2}"/>
                </a:ext>
              </a:extLst>
            </p:cNvPr>
            <p:cNvSpPr/>
            <p:nvPr userDrawn="1"/>
          </p:nvSpPr>
          <p:spPr>
            <a:xfrm>
              <a:off x="861942" y="888111"/>
              <a:ext cx="274320" cy="2743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1" name="Rectangle 290">
              <a:extLst>
                <a:ext uri="{FF2B5EF4-FFF2-40B4-BE49-F238E27FC236}">
                  <a16:creationId xmlns:a16="http://schemas.microsoft.com/office/drawing/2014/main" id="{AB12487D-8BC9-4BEB-B6A7-B9DD702B2BD3}"/>
                </a:ext>
              </a:extLst>
            </p:cNvPr>
            <p:cNvSpPr/>
            <p:nvPr userDrawn="1"/>
          </p:nvSpPr>
          <p:spPr>
            <a:xfrm>
              <a:off x="0" y="4082178"/>
              <a:ext cx="2029968"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7" name="Graphic 296">
              <a:extLst>
                <a:ext uri="{FF2B5EF4-FFF2-40B4-BE49-F238E27FC236}">
                  <a16:creationId xmlns:a16="http://schemas.microsoft.com/office/drawing/2014/main" id="{AEE6DE36-A3C9-4D40-B471-F49B6A875D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2029016" y="2051944"/>
              <a:ext cx="2029968" cy="2029968"/>
            </a:xfrm>
            <a:prstGeom prst="rect">
              <a:avLst/>
            </a:prstGeom>
          </p:spPr>
        </p:pic>
        <p:pic>
          <p:nvPicPr>
            <p:cNvPr id="299" name="Graphic 298">
              <a:extLst>
                <a:ext uri="{FF2B5EF4-FFF2-40B4-BE49-F238E27FC236}">
                  <a16:creationId xmlns:a16="http://schemas.microsoft.com/office/drawing/2014/main" id="{99FF86FA-8891-4235-B88B-CFCA3B57E53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4078224"/>
              <a:ext cx="2029968" cy="2029968"/>
            </a:xfrm>
            <a:prstGeom prst="rect">
              <a:avLst/>
            </a:prstGeom>
          </p:spPr>
        </p:pic>
        <p:cxnSp>
          <p:nvCxnSpPr>
            <p:cNvPr id="170" name="Straight Connector 169">
              <a:extLst>
                <a:ext uri="{FF2B5EF4-FFF2-40B4-BE49-F238E27FC236}">
                  <a16:creationId xmlns:a16="http://schemas.microsoft.com/office/drawing/2014/main" id="{7ADD6DC9-9036-47C7-AAE5-8AF23CE0C81D}"/>
                </a:ext>
              </a:extLst>
            </p:cNvPr>
            <p:cNvCxnSpPr>
              <a:cxnSpLocks/>
            </p:cNvCxnSpPr>
            <p:nvPr userDrawn="1"/>
          </p:nvCxnSpPr>
          <p:spPr>
            <a:xfrm>
              <a:off x="974376" y="989441"/>
              <a:ext cx="5867327" cy="586720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5900245" y="544285"/>
            <a:ext cx="5528217" cy="2685383"/>
          </a:xfrm>
        </p:spPr>
        <p:txBody>
          <a:bodyPr anchor="b">
            <a:normAutofit/>
          </a:bodyPr>
          <a:lstStyle>
            <a:lvl1pPr algn="l">
              <a:defRPr sz="4400" cap="all" baseline="0">
                <a:solidFill>
                  <a:schemeClr val="tx2"/>
                </a:solidFill>
              </a:defRPr>
            </a:lvl1pPr>
          </a:lstStyle>
          <a:p>
            <a:r>
              <a:rPr lang="en-US" dirty="0"/>
              <a:t>Click to add title</a:t>
            </a:r>
          </a:p>
        </p:txBody>
      </p:sp>
      <p:sp>
        <p:nvSpPr>
          <p:cNvPr id="3" name="Subtitle 2">
            <a:extLst>
              <a:ext uri="{FF2B5EF4-FFF2-40B4-BE49-F238E27FC236}">
                <a16:creationId xmlns:a16="http://schemas.microsoft.com/office/drawing/2014/main" id="{43D32955-BB06-40DE-A14A-2170FD41AD52}"/>
              </a:ext>
            </a:extLst>
          </p:cNvPr>
          <p:cNvSpPr>
            <a:spLocks noGrp="1"/>
          </p:cNvSpPr>
          <p:nvPr>
            <p:ph type="subTitle" idx="1" hasCustomPrompt="1"/>
          </p:nvPr>
        </p:nvSpPr>
        <p:spPr>
          <a:xfrm>
            <a:off x="5896340" y="3423773"/>
            <a:ext cx="5528217" cy="2029969"/>
          </a:xfrm>
        </p:spPr>
        <p:txBody>
          <a:bodyPr>
            <a:normAutofit/>
          </a:bodyPr>
          <a:lstStyle>
            <a:lvl1pPr marL="0" indent="0" algn="l">
              <a:lnSpc>
                <a:spcPct val="150000"/>
              </a:lnSpc>
              <a:spcBef>
                <a:spcPts val="0"/>
              </a:spcBef>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3839583478"/>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762000" y="365125"/>
            <a:ext cx="106680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762000" y="1825625"/>
            <a:ext cx="106680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01917CC-671D-47EA-B065-51E87EC27B53}"/>
              </a:ext>
            </a:extLst>
          </p:cNvPr>
          <p:cNvSpPr>
            <a:spLocks noGrp="1"/>
          </p:cNvSpPr>
          <p:nvPr>
            <p:ph type="dt" sz="half" idx="2"/>
          </p:nvPr>
        </p:nvSpPr>
        <p:spPr>
          <a:xfrm>
            <a:off x="762000" y="6356350"/>
            <a:ext cx="2819400" cy="365125"/>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a:t>12/11/2023</a:t>
            </a:r>
            <a:endParaRPr lang="en-US" dirty="0"/>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tint val="75000"/>
                  </a:schemeClr>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610600" y="6356350"/>
            <a:ext cx="28194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700" r:id="rId1"/>
    <p:sldLayoutId id="2147483666" r:id="rId2"/>
    <p:sldLayoutId id="2147483704" r:id="rId3"/>
    <p:sldLayoutId id="2147483702" r:id="rId4"/>
    <p:sldLayoutId id="2147483678" r:id="rId5"/>
    <p:sldLayoutId id="2147483681" r:id="rId6"/>
    <p:sldLayoutId id="2147483696" r:id="rId7"/>
    <p:sldLayoutId id="2147483691" r:id="rId8"/>
    <p:sldLayoutId id="2147483677" r:id="rId9"/>
    <p:sldLayoutId id="2147483699" r:id="rId10"/>
    <p:sldLayoutId id="2147483685" r:id="rId11"/>
    <p:sldLayoutId id="2147483676" r:id="rId12"/>
    <p:sldLayoutId id="2147483649" r:id="rId13"/>
  </p:sldLayoutIdLst>
  <p:hf hdr="0" ftr="0" dt="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12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76" userDrawn="1">
          <p15:clr>
            <a:srgbClr val="5ACBF0"/>
          </p15:clr>
        </p15:guide>
        <p15:guide id="2" pos="1920" userDrawn="1">
          <p15:clr>
            <a:srgbClr val="F26B43"/>
          </p15:clr>
        </p15:guide>
        <p15:guide id="3" pos="5760" userDrawn="1">
          <p15:clr>
            <a:srgbClr val="F26B43"/>
          </p15:clr>
        </p15:guide>
        <p15:guide id="4" orient="horz" pos="2160" userDrawn="1">
          <p15:clr>
            <a:srgbClr val="F26B43"/>
          </p15:clr>
        </p15:guide>
        <p15:guide id="5" pos="1272" userDrawn="1">
          <p15:clr>
            <a:srgbClr val="9FCC3B"/>
          </p15:clr>
        </p15:guide>
        <p15:guide id="6" pos="2544" userDrawn="1">
          <p15:clr>
            <a:srgbClr val="9FCC3B"/>
          </p15:clr>
        </p15:guide>
        <p15:guide id="7" pos="5112" userDrawn="1">
          <p15:clr>
            <a:srgbClr val="9FCC3B"/>
          </p15:clr>
        </p15:guide>
        <p15:guide id="8" pos="6408" userDrawn="1">
          <p15:clr>
            <a:srgbClr val="9FCC3B"/>
          </p15:clr>
        </p15:guide>
        <p15:guide id="9" pos="3940" userDrawn="1">
          <p15:clr>
            <a:srgbClr val="F26B43"/>
          </p15:clr>
        </p15:guide>
        <p15:guide id="10" pos="7104" userDrawn="1">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4974771" y="576943"/>
            <a:ext cx="6449786" cy="2785508"/>
          </a:xfrm>
        </p:spPr>
        <p:txBody>
          <a:bodyPr vert="horz" lIns="91440" tIns="45720" rIns="91440" bIns="45720" rtlCol="0" anchor="b">
            <a:normAutofit/>
          </a:bodyPr>
          <a:lstStyle/>
          <a:p>
            <a:r>
              <a:rPr lang="en-US" kern="1200" cap="all" baseline="0" dirty="0">
                <a:ea typeface="+mj-lt"/>
                <a:cs typeface="+mj-lt"/>
              </a:rPr>
              <a:t>Factors </a:t>
            </a:r>
            <a:r>
              <a:rPr lang="en-US" dirty="0">
                <a:ea typeface="+mj-lt"/>
                <a:cs typeface="+mj-lt"/>
              </a:rPr>
              <a:t>linked to the Diagnosis on </a:t>
            </a:r>
            <a:r>
              <a:rPr lang="en-US" kern="1200" cap="all" baseline="0" dirty="0">
                <a:ea typeface="+mj-lt"/>
                <a:cs typeface="+mj-lt"/>
              </a:rPr>
              <a:t>Coronary Heart Disease</a:t>
            </a:r>
            <a:endParaRPr lang="en-US">
              <a:ea typeface="+mj-ea"/>
              <a:cs typeface="+mj-cs"/>
            </a:endParaRPr>
          </a:p>
        </p:txBody>
      </p:sp>
      <p:sp>
        <p:nvSpPr>
          <p:cNvPr id="27" name="Slide Number Placeholder 3">
            <a:extLst>
              <a:ext uri="{FF2B5EF4-FFF2-40B4-BE49-F238E27FC236}">
                <a16:creationId xmlns:a16="http://schemas.microsoft.com/office/drawing/2014/main" id="{F607FBCF-36F4-4947-4B2B-706A74666613}"/>
              </a:ext>
            </a:extLst>
          </p:cNvPr>
          <p:cNvSpPr>
            <a:spLocks noGrp="1"/>
          </p:cNvSpPr>
          <p:nvPr>
            <p:ph type="sldNum" sz="quarter" idx="12"/>
          </p:nvPr>
        </p:nvSpPr>
        <p:spPr>
          <a:xfrm>
            <a:off x="11123295" y="6352847"/>
            <a:ext cx="457200" cy="365125"/>
          </a:xfrm>
        </p:spPr>
        <p:txBody>
          <a:bodyPr/>
          <a:lstStyle/>
          <a:p>
            <a:pPr>
              <a:spcAft>
                <a:spcPts val="600"/>
              </a:spcAft>
            </a:pPr>
            <a:fld id="{B5CEABB6-07DC-46E8-9B57-56EC44A396E5}" type="slidenum">
              <a:rPr lang="en-US" smtClean="0"/>
              <a:pPr>
                <a:spcAft>
                  <a:spcPts val="600"/>
                </a:spcAft>
              </a:pPr>
              <a:t>1</a:t>
            </a:fld>
            <a:endParaRPr lang="en-US"/>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0E3"/>
        </a:solidFill>
        <a:effectLst/>
      </p:bgPr>
    </p:bg>
    <p:spTree>
      <p:nvGrpSpPr>
        <p:cNvPr id="1" name="">
          <a:extLst>
            <a:ext uri="{FF2B5EF4-FFF2-40B4-BE49-F238E27FC236}">
              <a16:creationId xmlns:a16="http://schemas.microsoft.com/office/drawing/2014/main" id="{E7A57E1E-1BCF-56D4-254F-F8367C5497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EF2515-A1DE-32FE-F43A-FDD77CECB0CA}"/>
              </a:ext>
            </a:extLst>
          </p:cNvPr>
          <p:cNvSpPr>
            <a:spLocks noGrp="1"/>
          </p:cNvSpPr>
          <p:nvPr>
            <p:ph type="title"/>
          </p:nvPr>
        </p:nvSpPr>
        <p:spPr>
          <a:xfrm>
            <a:off x="1552574" y="896111"/>
            <a:ext cx="9866540" cy="1358140"/>
          </a:xfrm>
        </p:spPr>
        <p:txBody>
          <a:bodyPr anchor="t">
            <a:normAutofit/>
          </a:bodyPr>
          <a:lstStyle/>
          <a:p>
            <a:r>
              <a:rPr lang="en-US" dirty="0">
                <a:solidFill>
                  <a:schemeClr val="accent2"/>
                </a:solidFill>
              </a:rPr>
              <a:t>Agenda</a:t>
            </a:r>
            <a:endParaRPr lang="en-ZA" dirty="0">
              <a:solidFill>
                <a:schemeClr val="accent2"/>
              </a:solidFill>
            </a:endParaRPr>
          </a:p>
        </p:txBody>
      </p:sp>
      <p:sp>
        <p:nvSpPr>
          <p:cNvPr id="19" name="Text Placeholder 2">
            <a:extLst>
              <a:ext uri="{FF2B5EF4-FFF2-40B4-BE49-F238E27FC236}">
                <a16:creationId xmlns:a16="http://schemas.microsoft.com/office/drawing/2014/main" id="{9EEE8A4C-6CA8-D5F5-3A29-5EAF33987F88}"/>
              </a:ext>
            </a:extLst>
          </p:cNvPr>
          <p:cNvSpPr>
            <a:spLocks noGrp="1"/>
          </p:cNvSpPr>
          <p:nvPr>
            <p:ph type="body" sz="quarter" idx="14"/>
          </p:nvPr>
        </p:nvSpPr>
        <p:spPr>
          <a:xfrm>
            <a:off x="8372723" y="2481940"/>
            <a:ext cx="3046391" cy="3759200"/>
          </a:xfrm>
        </p:spPr>
        <p:txBody>
          <a:bodyPr vert="horz" lIns="91440" tIns="45720" rIns="91440" bIns="45720" rtlCol="0">
            <a:normAutofit/>
          </a:bodyPr>
          <a:lstStyle/>
          <a:p>
            <a:pPr marL="0" indent="0">
              <a:buNone/>
            </a:pPr>
            <a:endParaRPr lang="en-US" b="1"/>
          </a:p>
          <a:p>
            <a:pPr marL="0" indent="0">
              <a:buNone/>
            </a:pPr>
            <a:endParaRPr lang="en-US"/>
          </a:p>
        </p:txBody>
      </p:sp>
      <p:sp>
        <p:nvSpPr>
          <p:cNvPr id="6" name="Slide Number Placeholder 5">
            <a:extLst>
              <a:ext uri="{FF2B5EF4-FFF2-40B4-BE49-F238E27FC236}">
                <a16:creationId xmlns:a16="http://schemas.microsoft.com/office/drawing/2014/main" id="{E89D7AD0-6937-8DD4-7D46-135337B277A6}"/>
              </a:ext>
            </a:extLst>
          </p:cNvPr>
          <p:cNvSpPr>
            <a:spLocks noGrp="1"/>
          </p:cNvSpPr>
          <p:nvPr>
            <p:ph type="sldNum" sz="quarter" idx="12"/>
          </p:nvPr>
        </p:nvSpPr>
        <p:spPr>
          <a:xfrm>
            <a:off x="11123295" y="6356350"/>
            <a:ext cx="457200" cy="365125"/>
          </a:xfrm>
        </p:spPr>
        <p:txBody>
          <a:bodyPr anchor="ctr">
            <a:normAutofit/>
          </a:bodyPr>
          <a:lstStyle/>
          <a:p>
            <a:pPr>
              <a:spcAft>
                <a:spcPts val="600"/>
              </a:spcAft>
            </a:pPr>
            <a:fld id="{B5CEABB6-07DC-46E8-9B57-56EC44A396E5}" type="slidenum">
              <a:rPr lang="en-US" dirty="0" smtClean="0">
                <a:solidFill>
                  <a:schemeClr val="tx1"/>
                </a:solidFill>
              </a:rPr>
              <a:pPr>
                <a:spcAft>
                  <a:spcPts val="600"/>
                </a:spcAft>
              </a:pPr>
              <a:t>2</a:t>
            </a:fld>
            <a:endParaRPr lang="en-US" dirty="0">
              <a:solidFill>
                <a:schemeClr val="tx1"/>
              </a:solidFill>
            </a:endParaRPr>
          </a:p>
        </p:txBody>
      </p:sp>
      <p:sp>
        <p:nvSpPr>
          <p:cNvPr id="59" name="Content Placeholder 58">
            <a:extLst>
              <a:ext uri="{FF2B5EF4-FFF2-40B4-BE49-F238E27FC236}">
                <a16:creationId xmlns:a16="http://schemas.microsoft.com/office/drawing/2014/main" id="{5E8F207F-5E43-23DB-9032-A66557BB424F}"/>
              </a:ext>
            </a:extLst>
          </p:cNvPr>
          <p:cNvSpPr>
            <a:spLocks noGrp="1"/>
          </p:cNvSpPr>
          <p:nvPr>
            <p:ph sz="half" idx="15"/>
          </p:nvPr>
        </p:nvSpPr>
        <p:spPr>
          <a:xfrm>
            <a:off x="1552575" y="2252296"/>
            <a:ext cx="4578173" cy="3761091"/>
          </a:xfrm>
        </p:spPr>
        <p:txBody>
          <a:bodyPr vert="horz" lIns="91440" tIns="45720" rIns="91440" bIns="45720" rtlCol="0" anchor="t">
            <a:normAutofit/>
          </a:bodyPr>
          <a:lstStyle/>
          <a:p>
            <a:pPr>
              <a:spcAft>
                <a:spcPts val="1200"/>
              </a:spcAft>
            </a:pPr>
            <a:r>
              <a:rPr lang="en-US" sz="4000" b="1" dirty="0">
                <a:solidFill>
                  <a:schemeClr val="accent2"/>
                </a:solidFill>
              </a:rPr>
              <a:t>Confusion Matrix Mafia's</a:t>
            </a:r>
            <a:endParaRPr lang="en-US" sz="4000" dirty="0">
              <a:solidFill>
                <a:schemeClr val="accent2"/>
              </a:solidFill>
            </a:endParaRPr>
          </a:p>
          <a:p>
            <a:pPr marL="285750">
              <a:spcAft>
                <a:spcPts val="0"/>
              </a:spcAft>
              <a:buFont typeface="Calibri,Sans-Serif"/>
              <a:buChar char="-"/>
            </a:pPr>
            <a:r>
              <a:rPr lang="en-US" sz="2400" dirty="0">
                <a:solidFill>
                  <a:srgbClr val="000000"/>
                </a:solidFill>
              </a:rPr>
              <a:t>Dhanush</a:t>
            </a:r>
          </a:p>
          <a:p>
            <a:pPr marL="285750">
              <a:spcAft>
                <a:spcPts val="0"/>
              </a:spcAft>
              <a:buFont typeface="Calibri,Sans-Serif"/>
              <a:buChar char="-"/>
            </a:pPr>
            <a:r>
              <a:rPr lang="en-US" sz="2400" dirty="0">
                <a:solidFill>
                  <a:srgbClr val="000000"/>
                </a:solidFill>
              </a:rPr>
              <a:t>Ray</a:t>
            </a:r>
          </a:p>
          <a:p>
            <a:pPr marL="285750">
              <a:spcAft>
                <a:spcPts val="0"/>
              </a:spcAft>
              <a:buFont typeface="Calibri,Sans-Serif"/>
              <a:buChar char="-"/>
            </a:pPr>
            <a:r>
              <a:rPr lang="en-US" sz="2400" dirty="0">
                <a:solidFill>
                  <a:srgbClr val="000000"/>
                </a:solidFill>
              </a:rPr>
              <a:t>Nikhilesh</a:t>
            </a:r>
          </a:p>
          <a:p>
            <a:pPr marL="285750">
              <a:spcAft>
                <a:spcPts val="0"/>
              </a:spcAft>
              <a:buFont typeface="Calibri,Sans-Serif"/>
              <a:buChar char="-"/>
            </a:pPr>
            <a:r>
              <a:rPr lang="en-US" sz="2400" dirty="0">
                <a:solidFill>
                  <a:srgbClr val="000000"/>
                </a:solidFill>
              </a:rPr>
              <a:t>Aditya</a:t>
            </a:r>
            <a:endParaRPr lang="en-US" dirty="0"/>
          </a:p>
        </p:txBody>
      </p:sp>
      <p:graphicFrame>
        <p:nvGraphicFramePr>
          <p:cNvPr id="61" name="Subtitle 2">
            <a:extLst>
              <a:ext uri="{FF2B5EF4-FFF2-40B4-BE49-F238E27FC236}">
                <a16:creationId xmlns:a16="http://schemas.microsoft.com/office/drawing/2014/main" id="{1C3735FE-EBB3-F73A-B140-CB9096323A38}"/>
              </a:ext>
            </a:extLst>
          </p:cNvPr>
          <p:cNvGraphicFramePr>
            <a:graphicFrameLocks/>
          </p:cNvGraphicFramePr>
          <p:nvPr>
            <p:extLst>
              <p:ext uri="{D42A27DB-BD31-4B8C-83A1-F6EECF244321}">
                <p14:modId xmlns:p14="http://schemas.microsoft.com/office/powerpoint/2010/main" val="85446553"/>
              </p:ext>
            </p:extLst>
          </p:nvPr>
        </p:nvGraphicFramePr>
        <p:xfrm>
          <a:off x="6274867" y="2250750"/>
          <a:ext cx="5750119" cy="37578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04112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0E3"/>
        </a:solidFill>
        <a:effectLst/>
      </p:bgPr>
    </p:bg>
    <p:spTree>
      <p:nvGrpSpPr>
        <p:cNvPr id="1" name="">
          <a:extLst>
            <a:ext uri="{FF2B5EF4-FFF2-40B4-BE49-F238E27FC236}">
              <a16:creationId xmlns:a16="http://schemas.microsoft.com/office/drawing/2014/main" id="{0EAC2E21-6C9E-4953-B38C-70CD2ACD18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2C7CBC-A8AB-2F9A-6201-453D5BE862B4}"/>
              </a:ext>
            </a:extLst>
          </p:cNvPr>
          <p:cNvSpPr>
            <a:spLocks noGrp="1"/>
          </p:cNvSpPr>
          <p:nvPr>
            <p:ph type="title"/>
          </p:nvPr>
        </p:nvSpPr>
        <p:spPr>
          <a:xfrm>
            <a:off x="1552574" y="896111"/>
            <a:ext cx="9866540" cy="1358140"/>
          </a:xfrm>
        </p:spPr>
        <p:txBody>
          <a:bodyPr anchor="t">
            <a:normAutofit/>
          </a:bodyPr>
          <a:lstStyle/>
          <a:p>
            <a:r>
              <a:rPr lang="en-US" dirty="0">
                <a:solidFill>
                  <a:schemeClr val="accent2"/>
                </a:solidFill>
              </a:rPr>
              <a:t>Introduction</a:t>
            </a:r>
            <a:endParaRPr lang="en-ZA" dirty="0">
              <a:solidFill>
                <a:schemeClr val="accent2"/>
              </a:solidFill>
            </a:endParaRPr>
          </a:p>
        </p:txBody>
      </p:sp>
      <p:sp>
        <p:nvSpPr>
          <p:cNvPr id="19" name="Text Placeholder 2">
            <a:extLst>
              <a:ext uri="{FF2B5EF4-FFF2-40B4-BE49-F238E27FC236}">
                <a16:creationId xmlns:a16="http://schemas.microsoft.com/office/drawing/2014/main" id="{4B0CA373-EA74-00EC-D773-19723F83603D}"/>
              </a:ext>
            </a:extLst>
          </p:cNvPr>
          <p:cNvSpPr>
            <a:spLocks noGrp="1"/>
          </p:cNvSpPr>
          <p:nvPr>
            <p:ph type="body" sz="quarter" idx="14"/>
          </p:nvPr>
        </p:nvSpPr>
        <p:spPr>
          <a:xfrm>
            <a:off x="8372723" y="2481940"/>
            <a:ext cx="3046391" cy="3759200"/>
          </a:xfrm>
        </p:spPr>
        <p:txBody>
          <a:bodyPr vert="horz" lIns="91440" tIns="45720" rIns="91440" bIns="45720" rtlCol="0">
            <a:normAutofit/>
          </a:bodyPr>
          <a:lstStyle/>
          <a:p>
            <a:pPr marL="0" indent="0">
              <a:buNone/>
            </a:pPr>
            <a:endParaRPr lang="en-US" b="1"/>
          </a:p>
          <a:p>
            <a:pPr marL="0" indent="0">
              <a:buNone/>
            </a:pPr>
            <a:endParaRPr lang="en-US"/>
          </a:p>
        </p:txBody>
      </p:sp>
      <p:sp>
        <p:nvSpPr>
          <p:cNvPr id="6" name="Slide Number Placeholder 5">
            <a:extLst>
              <a:ext uri="{FF2B5EF4-FFF2-40B4-BE49-F238E27FC236}">
                <a16:creationId xmlns:a16="http://schemas.microsoft.com/office/drawing/2014/main" id="{6163A98D-143E-7172-EF35-4E04FA8AF3BA}"/>
              </a:ext>
            </a:extLst>
          </p:cNvPr>
          <p:cNvSpPr>
            <a:spLocks noGrp="1"/>
          </p:cNvSpPr>
          <p:nvPr>
            <p:ph type="sldNum" sz="quarter" idx="12"/>
          </p:nvPr>
        </p:nvSpPr>
        <p:spPr>
          <a:xfrm>
            <a:off x="11123295" y="6356350"/>
            <a:ext cx="457200" cy="365125"/>
          </a:xfrm>
        </p:spPr>
        <p:txBody>
          <a:bodyPr anchor="ctr">
            <a:normAutofit/>
          </a:bodyPr>
          <a:lstStyle/>
          <a:p>
            <a:pPr>
              <a:spcAft>
                <a:spcPts val="600"/>
              </a:spcAft>
            </a:pPr>
            <a:fld id="{B5CEABB6-07DC-46E8-9B57-56EC44A396E5}" type="slidenum">
              <a:rPr lang="en-US" dirty="0" smtClean="0">
                <a:solidFill>
                  <a:schemeClr val="tx1"/>
                </a:solidFill>
              </a:rPr>
              <a:pPr>
                <a:spcAft>
                  <a:spcPts val="600"/>
                </a:spcAft>
              </a:pPr>
              <a:t>3</a:t>
            </a:fld>
            <a:endParaRPr lang="en-US" dirty="0">
              <a:solidFill>
                <a:schemeClr val="tx1"/>
              </a:solidFill>
            </a:endParaRPr>
          </a:p>
        </p:txBody>
      </p:sp>
      <p:graphicFrame>
        <p:nvGraphicFramePr>
          <p:cNvPr id="46" name="Content Placeholder 4">
            <a:extLst>
              <a:ext uri="{FF2B5EF4-FFF2-40B4-BE49-F238E27FC236}">
                <a16:creationId xmlns:a16="http://schemas.microsoft.com/office/drawing/2014/main" id="{069DCB7A-1995-BAE2-CF74-252DD3355BF3}"/>
              </a:ext>
            </a:extLst>
          </p:cNvPr>
          <p:cNvGraphicFramePr>
            <a:graphicFrameLocks noGrp="1"/>
          </p:cNvGraphicFramePr>
          <p:nvPr>
            <p:ph sz="half" idx="15"/>
            <p:extLst>
              <p:ext uri="{D42A27DB-BD31-4B8C-83A1-F6EECF244321}">
                <p14:modId xmlns:p14="http://schemas.microsoft.com/office/powerpoint/2010/main" val="2644600302"/>
              </p:ext>
            </p:extLst>
          </p:nvPr>
        </p:nvGraphicFramePr>
        <p:xfrm>
          <a:off x="1552575" y="2085283"/>
          <a:ext cx="8356855" cy="40324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607412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0E3"/>
        </a:solidFill>
        <a:effectLst/>
      </p:bgPr>
    </p:bg>
    <p:spTree>
      <p:nvGrpSpPr>
        <p:cNvPr id="1" name="">
          <a:extLst>
            <a:ext uri="{FF2B5EF4-FFF2-40B4-BE49-F238E27FC236}">
              <a16:creationId xmlns:a16="http://schemas.microsoft.com/office/drawing/2014/main" id="{FD2C16BA-6810-4B59-357C-E4F3C74CBE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CCA84C-B0A1-6044-1410-29ED5AE23D89}"/>
              </a:ext>
            </a:extLst>
          </p:cNvPr>
          <p:cNvSpPr>
            <a:spLocks noGrp="1"/>
          </p:cNvSpPr>
          <p:nvPr>
            <p:ph type="title"/>
          </p:nvPr>
        </p:nvSpPr>
        <p:spPr>
          <a:xfrm>
            <a:off x="1552574" y="854358"/>
            <a:ext cx="9866540" cy="1358140"/>
          </a:xfrm>
        </p:spPr>
        <p:txBody>
          <a:bodyPr anchor="t">
            <a:normAutofit/>
          </a:bodyPr>
          <a:lstStyle/>
          <a:p>
            <a:r>
              <a:rPr lang="en-US" dirty="0">
                <a:solidFill>
                  <a:schemeClr val="accent2"/>
                </a:solidFill>
              </a:rPr>
              <a:t>summary</a:t>
            </a:r>
            <a:endParaRPr lang="en-ZA" dirty="0">
              <a:solidFill>
                <a:schemeClr val="accent2"/>
              </a:solidFill>
            </a:endParaRPr>
          </a:p>
        </p:txBody>
      </p:sp>
      <p:sp>
        <p:nvSpPr>
          <p:cNvPr id="19" name="Text Placeholder 2">
            <a:extLst>
              <a:ext uri="{FF2B5EF4-FFF2-40B4-BE49-F238E27FC236}">
                <a16:creationId xmlns:a16="http://schemas.microsoft.com/office/drawing/2014/main" id="{48A31944-91A9-DB3D-4790-224E47517441}"/>
              </a:ext>
            </a:extLst>
          </p:cNvPr>
          <p:cNvSpPr>
            <a:spLocks noGrp="1"/>
          </p:cNvSpPr>
          <p:nvPr>
            <p:ph type="body" sz="quarter" idx="14"/>
          </p:nvPr>
        </p:nvSpPr>
        <p:spPr>
          <a:xfrm>
            <a:off x="8372723" y="2481940"/>
            <a:ext cx="3046391" cy="3759200"/>
          </a:xfrm>
        </p:spPr>
        <p:txBody>
          <a:bodyPr vert="horz" lIns="91440" tIns="45720" rIns="91440" bIns="45720" rtlCol="0">
            <a:normAutofit/>
          </a:bodyPr>
          <a:lstStyle/>
          <a:p>
            <a:pPr marL="0" indent="0">
              <a:buNone/>
            </a:pPr>
            <a:endParaRPr lang="en-US" b="1"/>
          </a:p>
          <a:p>
            <a:pPr marL="0" indent="0">
              <a:buNone/>
            </a:pPr>
            <a:endParaRPr lang="en-US"/>
          </a:p>
        </p:txBody>
      </p:sp>
      <p:sp>
        <p:nvSpPr>
          <p:cNvPr id="6" name="Slide Number Placeholder 5">
            <a:extLst>
              <a:ext uri="{FF2B5EF4-FFF2-40B4-BE49-F238E27FC236}">
                <a16:creationId xmlns:a16="http://schemas.microsoft.com/office/drawing/2014/main" id="{78A44317-3ADD-14C8-F318-AB011044DF6E}"/>
              </a:ext>
            </a:extLst>
          </p:cNvPr>
          <p:cNvSpPr>
            <a:spLocks noGrp="1"/>
          </p:cNvSpPr>
          <p:nvPr>
            <p:ph type="sldNum" sz="quarter" idx="12"/>
          </p:nvPr>
        </p:nvSpPr>
        <p:spPr>
          <a:xfrm>
            <a:off x="11123295" y="6356350"/>
            <a:ext cx="457200" cy="365125"/>
          </a:xfrm>
        </p:spPr>
        <p:txBody>
          <a:bodyPr anchor="ctr">
            <a:normAutofit/>
          </a:bodyPr>
          <a:lstStyle/>
          <a:p>
            <a:pPr>
              <a:spcAft>
                <a:spcPts val="600"/>
              </a:spcAft>
            </a:pPr>
            <a:fld id="{B5CEABB6-07DC-46E8-9B57-56EC44A396E5}" type="slidenum">
              <a:rPr lang="en-US" dirty="0" smtClean="0">
                <a:solidFill>
                  <a:schemeClr val="tx1"/>
                </a:solidFill>
              </a:rPr>
              <a:pPr>
                <a:spcAft>
                  <a:spcPts val="600"/>
                </a:spcAft>
              </a:pPr>
              <a:t>4</a:t>
            </a:fld>
            <a:endParaRPr lang="en-US" dirty="0">
              <a:solidFill>
                <a:schemeClr val="tx1"/>
              </a:solidFill>
            </a:endParaRPr>
          </a:p>
        </p:txBody>
      </p:sp>
      <p:sp>
        <p:nvSpPr>
          <p:cNvPr id="32" name="Content Placeholder 31">
            <a:extLst>
              <a:ext uri="{FF2B5EF4-FFF2-40B4-BE49-F238E27FC236}">
                <a16:creationId xmlns:a16="http://schemas.microsoft.com/office/drawing/2014/main" id="{5BF0710C-0B24-2ADE-D444-2A34A784C850}"/>
              </a:ext>
            </a:extLst>
          </p:cNvPr>
          <p:cNvSpPr>
            <a:spLocks noGrp="1"/>
          </p:cNvSpPr>
          <p:nvPr>
            <p:ph sz="half" idx="15"/>
          </p:nvPr>
        </p:nvSpPr>
        <p:spPr>
          <a:xfrm>
            <a:off x="1552575" y="2087586"/>
            <a:ext cx="8648054" cy="4262130"/>
          </a:xfrm>
        </p:spPr>
        <p:txBody>
          <a:bodyPr vert="horz" lIns="91440" tIns="45720" rIns="91440" bIns="45720" rtlCol="0" anchor="t">
            <a:normAutofit fontScale="55000" lnSpcReduction="20000"/>
          </a:bodyPr>
          <a:lstStyle/>
          <a:p>
            <a:endParaRPr lang="en-US" dirty="0">
              <a:solidFill>
                <a:schemeClr val="tx1"/>
              </a:solidFill>
              <a:ea typeface="+mn-lt"/>
              <a:cs typeface="+mn-lt"/>
            </a:endParaRPr>
          </a:p>
          <a:p>
            <a:pPr marL="285750" indent="-285750">
              <a:buChar char="•"/>
            </a:pPr>
            <a:r>
              <a:rPr lang="en-US" sz="2600" b="1" u="sng" dirty="0">
                <a:solidFill>
                  <a:schemeClr val="tx1"/>
                </a:solidFill>
                <a:ea typeface="+mn-lt"/>
                <a:cs typeface="+mn-lt"/>
              </a:rPr>
              <a:t>BMI and CHD:</a:t>
            </a:r>
            <a:r>
              <a:rPr lang="en-US" sz="2600" dirty="0">
                <a:solidFill>
                  <a:schemeClr val="tx1"/>
                </a:solidFill>
                <a:ea typeface="+mn-lt"/>
                <a:cs typeface="+mn-lt"/>
              </a:rPr>
              <a:t> There is a statistically significant difference in BMI between individuals with and without CHD, indicating that those with the condition tend to have a higher average BMI.</a:t>
            </a:r>
            <a:endParaRPr lang="en-US" sz="2600">
              <a:solidFill>
                <a:schemeClr val="tx1"/>
              </a:solidFill>
            </a:endParaRPr>
          </a:p>
          <a:p>
            <a:pPr marL="285750" indent="-285750">
              <a:buChar char="•"/>
            </a:pPr>
            <a:endParaRPr lang="en-US" sz="2600" dirty="0">
              <a:solidFill>
                <a:schemeClr val="tx1"/>
              </a:solidFill>
              <a:ea typeface="+mn-lt"/>
              <a:cs typeface="+mn-lt"/>
            </a:endParaRPr>
          </a:p>
          <a:p>
            <a:pPr marL="285750" indent="-285750">
              <a:buChar char="•"/>
            </a:pPr>
            <a:r>
              <a:rPr lang="en-US" sz="2600" b="1" u="sng" dirty="0">
                <a:solidFill>
                  <a:schemeClr val="tx1"/>
                </a:solidFill>
                <a:ea typeface="+mn-lt"/>
                <a:cs typeface="+mn-lt"/>
              </a:rPr>
              <a:t>Smoking and CHD: </a:t>
            </a:r>
            <a:r>
              <a:rPr lang="en-US" sz="2600" dirty="0">
                <a:solidFill>
                  <a:schemeClr val="tx1"/>
                </a:solidFill>
                <a:ea typeface="+mn-lt"/>
                <a:cs typeface="+mn-lt"/>
              </a:rPr>
              <a:t>The analysis showed a very strong relationship between smoking status and CHD, with smokers being significantly more likely to have the disease.</a:t>
            </a:r>
            <a:endParaRPr lang="en-US" sz="2600">
              <a:solidFill>
                <a:schemeClr val="tx1"/>
              </a:solidFill>
            </a:endParaRPr>
          </a:p>
          <a:p>
            <a:pPr marL="285750" indent="-285750">
              <a:buChar char="•"/>
            </a:pPr>
            <a:endParaRPr lang="en-US" sz="2600" dirty="0">
              <a:solidFill>
                <a:schemeClr val="tx1"/>
              </a:solidFill>
              <a:ea typeface="+mn-lt"/>
              <a:cs typeface="+mn-lt"/>
            </a:endParaRPr>
          </a:p>
          <a:p>
            <a:pPr marL="285750" indent="-285750">
              <a:buChar char="•"/>
            </a:pPr>
            <a:r>
              <a:rPr lang="en-US" sz="2600" b="1" u="sng" dirty="0">
                <a:solidFill>
                  <a:schemeClr val="tx1"/>
                </a:solidFill>
                <a:ea typeface="+mn-lt"/>
                <a:cs typeface="+mn-lt"/>
              </a:rPr>
              <a:t>General Health and BMI:</a:t>
            </a:r>
            <a:r>
              <a:rPr lang="en-US" sz="2600" u="sng" dirty="0">
                <a:solidFill>
                  <a:schemeClr val="tx1"/>
                </a:solidFill>
                <a:ea typeface="+mn-lt"/>
                <a:cs typeface="+mn-lt"/>
              </a:rPr>
              <a:t> </a:t>
            </a:r>
            <a:r>
              <a:rPr lang="en-US" sz="2600" dirty="0">
                <a:solidFill>
                  <a:schemeClr val="tx1"/>
                </a:solidFill>
                <a:ea typeface="+mn-lt"/>
                <a:cs typeface="+mn-lt"/>
              </a:rPr>
              <a:t>A significant variation was found in BMI across different self-reported health levels, suggesting a clear link between an individual's perceived health and their BMI.</a:t>
            </a:r>
            <a:endParaRPr lang="en-US" sz="2600">
              <a:solidFill>
                <a:schemeClr val="tx1"/>
              </a:solidFill>
            </a:endParaRPr>
          </a:p>
          <a:p>
            <a:pPr marL="285750" indent="-285750">
              <a:buChar char="•"/>
            </a:pPr>
            <a:endParaRPr lang="en-US" sz="2600" dirty="0">
              <a:solidFill>
                <a:schemeClr val="tx1"/>
              </a:solidFill>
              <a:ea typeface="+mn-lt"/>
              <a:cs typeface="+mn-lt"/>
            </a:endParaRPr>
          </a:p>
          <a:p>
            <a:pPr marL="285750" indent="-285750">
              <a:buChar char="•"/>
            </a:pPr>
            <a:r>
              <a:rPr lang="en-US" sz="2600" b="1" u="sng" dirty="0">
                <a:solidFill>
                  <a:schemeClr val="tx1"/>
                </a:solidFill>
                <a:ea typeface="+mn-lt"/>
                <a:cs typeface="+mn-lt"/>
              </a:rPr>
              <a:t>Exercise and BMI:</a:t>
            </a:r>
            <a:r>
              <a:rPr lang="en-US" sz="2600" b="1" dirty="0">
                <a:solidFill>
                  <a:schemeClr val="tx1"/>
                </a:solidFill>
                <a:ea typeface="+mn-lt"/>
                <a:cs typeface="+mn-lt"/>
              </a:rPr>
              <a:t> </a:t>
            </a:r>
            <a:r>
              <a:rPr lang="en-US" sz="2600" dirty="0">
                <a:solidFill>
                  <a:schemeClr val="tx1"/>
                </a:solidFill>
                <a:ea typeface="+mn-lt"/>
                <a:cs typeface="+mn-lt"/>
              </a:rPr>
              <a:t>The study found a very strong relationship between exercise participation and BMI category, highlighting the crucial role of physical activity in weight management and maintaining a healthier BMI.</a:t>
            </a:r>
            <a:endParaRPr lang="en-US" sz="2600">
              <a:solidFill>
                <a:schemeClr val="tx1"/>
              </a:solidFill>
            </a:endParaRPr>
          </a:p>
          <a:p>
            <a:pPr marL="285750" indent="-285750">
              <a:buChar char="•"/>
            </a:pPr>
            <a:endParaRPr lang="en-US" sz="2600" dirty="0">
              <a:solidFill>
                <a:schemeClr val="tx1"/>
              </a:solidFill>
              <a:ea typeface="+mn-lt"/>
              <a:cs typeface="+mn-lt"/>
            </a:endParaRPr>
          </a:p>
          <a:p>
            <a:pPr marL="285750" indent="-285750">
              <a:buChar char="•"/>
            </a:pPr>
            <a:r>
              <a:rPr lang="en-US" sz="2600" b="1" u="sng" dirty="0">
                <a:solidFill>
                  <a:schemeClr val="tx1"/>
                </a:solidFill>
                <a:ea typeface="+mn-lt"/>
                <a:cs typeface="+mn-lt"/>
              </a:rPr>
              <a:t>Diabetes and CHD</a:t>
            </a:r>
            <a:r>
              <a:rPr lang="en-US" sz="2600" u="sng" dirty="0">
                <a:solidFill>
                  <a:schemeClr val="tx1"/>
                </a:solidFill>
                <a:ea typeface="+mn-lt"/>
                <a:cs typeface="+mn-lt"/>
              </a:rPr>
              <a:t>:</a:t>
            </a:r>
            <a:r>
              <a:rPr lang="en-US" sz="2600" dirty="0">
                <a:solidFill>
                  <a:schemeClr val="tx1"/>
                </a:solidFill>
                <a:ea typeface="+mn-lt"/>
                <a:cs typeface="+mn-lt"/>
              </a:rPr>
              <a:t> A strong association was confirmed between diabetes status and coronary heart disease, suggesting that individuals with diabetes have a much higher likelihood of developing CHD compared to those without the condition.</a:t>
            </a:r>
            <a:endParaRPr lang="en-US" sz="2600">
              <a:solidFill>
                <a:schemeClr val="tx1"/>
              </a:solidFill>
            </a:endParaRPr>
          </a:p>
          <a:p>
            <a:r>
              <a:rPr lang="en-US" sz="2000" dirty="0">
                <a:solidFill>
                  <a:schemeClr val="tx1"/>
                </a:solidFill>
              </a:rPr>
              <a:t>   </a:t>
            </a:r>
            <a:endParaRPr lang="en-US" sz="2000" dirty="0">
              <a:solidFill>
                <a:schemeClr val="tx1"/>
              </a:solidFill>
              <a:ea typeface="+mn-lt"/>
              <a:cs typeface="+mn-lt"/>
            </a:endParaRPr>
          </a:p>
          <a:p>
            <a:r>
              <a:rPr lang="en-US" dirty="0">
                <a:solidFill>
                  <a:schemeClr val="tx1"/>
                </a:solidFill>
              </a:rPr>
              <a:t> </a:t>
            </a:r>
          </a:p>
        </p:txBody>
      </p:sp>
    </p:spTree>
    <p:extLst>
      <p:ext uri="{BB962C8B-B14F-4D97-AF65-F5344CB8AC3E}">
        <p14:creationId xmlns:p14="http://schemas.microsoft.com/office/powerpoint/2010/main" val="2786978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0E3"/>
        </a:solidFill>
        <a:effectLst/>
      </p:bgPr>
    </p:bg>
    <p:spTree>
      <p:nvGrpSpPr>
        <p:cNvPr id="1" name="">
          <a:extLst>
            <a:ext uri="{FF2B5EF4-FFF2-40B4-BE49-F238E27FC236}">
              <a16:creationId xmlns:a16="http://schemas.microsoft.com/office/drawing/2014/main" id="{335680EB-48EE-35C9-D2A5-355F7BA035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B64792-5512-1744-F311-F270C4DE67C2}"/>
              </a:ext>
            </a:extLst>
          </p:cNvPr>
          <p:cNvSpPr>
            <a:spLocks noGrp="1"/>
          </p:cNvSpPr>
          <p:nvPr>
            <p:ph type="title"/>
          </p:nvPr>
        </p:nvSpPr>
        <p:spPr>
          <a:xfrm>
            <a:off x="1552574" y="854358"/>
            <a:ext cx="9866540" cy="1358140"/>
          </a:xfrm>
        </p:spPr>
        <p:txBody>
          <a:bodyPr anchor="t">
            <a:normAutofit/>
          </a:bodyPr>
          <a:lstStyle/>
          <a:p>
            <a:r>
              <a:rPr lang="en-US" dirty="0">
                <a:solidFill>
                  <a:schemeClr val="accent2"/>
                </a:solidFill>
              </a:rPr>
              <a:t>proposal</a:t>
            </a:r>
            <a:endParaRPr lang="en-ZA" dirty="0">
              <a:solidFill>
                <a:schemeClr val="accent2"/>
              </a:solidFill>
            </a:endParaRPr>
          </a:p>
        </p:txBody>
      </p:sp>
      <p:sp>
        <p:nvSpPr>
          <p:cNvPr id="19" name="Text Placeholder 2">
            <a:extLst>
              <a:ext uri="{FF2B5EF4-FFF2-40B4-BE49-F238E27FC236}">
                <a16:creationId xmlns:a16="http://schemas.microsoft.com/office/drawing/2014/main" id="{E70F2EAE-3736-667A-6140-4B9224DAE440}"/>
              </a:ext>
            </a:extLst>
          </p:cNvPr>
          <p:cNvSpPr>
            <a:spLocks noGrp="1"/>
          </p:cNvSpPr>
          <p:nvPr>
            <p:ph type="body" sz="quarter" idx="14"/>
          </p:nvPr>
        </p:nvSpPr>
        <p:spPr>
          <a:xfrm>
            <a:off x="8372723" y="2481940"/>
            <a:ext cx="3046391" cy="3759200"/>
          </a:xfrm>
        </p:spPr>
        <p:txBody>
          <a:bodyPr vert="horz" lIns="91440" tIns="45720" rIns="91440" bIns="45720" rtlCol="0">
            <a:normAutofit/>
          </a:bodyPr>
          <a:lstStyle/>
          <a:p>
            <a:pPr marL="0" indent="0">
              <a:buNone/>
            </a:pPr>
            <a:endParaRPr lang="en-US" b="1"/>
          </a:p>
          <a:p>
            <a:pPr marL="0" indent="0">
              <a:buNone/>
            </a:pPr>
            <a:endParaRPr lang="en-US"/>
          </a:p>
        </p:txBody>
      </p:sp>
      <p:sp>
        <p:nvSpPr>
          <p:cNvPr id="6" name="Slide Number Placeholder 5">
            <a:extLst>
              <a:ext uri="{FF2B5EF4-FFF2-40B4-BE49-F238E27FC236}">
                <a16:creationId xmlns:a16="http://schemas.microsoft.com/office/drawing/2014/main" id="{FAD14A0F-4A0A-376D-C23F-9441E23C2A8E}"/>
              </a:ext>
            </a:extLst>
          </p:cNvPr>
          <p:cNvSpPr>
            <a:spLocks noGrp="1"/>
          </p:cNvSpPr>
          <p:nvPr>
            <p:ph type="sldNum" sz="quarter" idx="12"/>
          </p:nvPr>
        </p:nvSpPr>
        <p:spPr>
          <a:xfrm>
            <a:off x="11123295" y="6356350"/>
            <a:ext cx="457200" cy="365125"/>
          </a:xfrm>
        </p:spPr>
        <p:txBody>
          <a:bodyPr anchor="ctr">
            <a:normAutofit/>
          </a:bodyPr>
          <a:lstStyle/>
          <a:p>
            <a:pPr>
              <a:spcAft>
                <a:spcPts val="600"/>
              </a:spcAft>
            </a:pPr>
            <a:fld id="{B5CEABB6-07DC-46E8-9B57-56EC44A396E5}" type="slidenum">
              <a:rPr lang="en-US" dirty="0" smtClean="0">
                <a:solidFill>
                  <a:schemeClr val="tx1"/>
                </a:solidFill>
              </a:rPr>
              <a:pPr>
                <a:spcAft>
                  <a:spcPts val="600"/>
                </a:spcAft>
              </a:pPr>
              <a:t>5</a:t>
            </a:fld>
            <a:endParaRPr lang="en-US" dirty="0">
              <a:solidFill>
                <a:schemeClr val="tx1"/>
              </a:solidFill>
            </a:endParaRPr>
          </a:p>
        </p:txBody>
      </p:sp>
      <p:sp>
        <p:nvSpPr>
          <p:cNvPr id="32" name="Content Placeholder 31">
            <a:extLst>
              <a:ext uri="{FF2B5EF4-FFF2-40B4-BE49-F238E27FC236}">
                <a16:creationId xmlns:a16="http://schemas.microsoft.com/office/drawing/2014/main" id="{7AABBB23-FE99-0B4B-478A-59C3B54668EC}"/>
              </a:ext>
            </a:extLst>
          </p:cNvPr>
          <p:cNvSpPr>
            <a:spLocks noGrp="1"/>
          </p:cNvSpPr>
          <p:nvPr>
            <p:ph sz="half" idx="15"/>
          </p:nvPr>
        </p:nvSpPr>
        <p:spPr>
          <a:xfrm>
            <a:off x="1552575" y="1711805"/>
            <a:ext cx="8648054" cy="4815362"/>
          </a:xfrm>
        </p:spPr>
        <p:txBody>
          <a:bodyPr vert="horz" lIns="91440" tIns="45720" rIns="91440" bIns="45720" rtlCol="0" anchor="t">
            <a:normAutofit/>
          </a:bodyPr>
          <a:lstStyle/>
          <a:p>
            <a:endParaRPr lang="en-US" dirty="0">
              <a:solidFill>
                <a:schemeClr val="tx1"/>
              </a:solidFill>
              <a:ea typeface="+mn-lt"/>
              <a:cs typeface="+mn-lt"/>
            </a:endParaRPr>
          </a:p>
          <a:p>
            <a:r>
              <a:rPr lang="en-US" dirty="0">
                <a:solidFill>
                  <a:schemeClr val="tx1"/>
                </a:solidFill>
              </a:rPr>
              <a:t> </a:t>
            </a:r>
          </a:p>
        </p:txBody>
      </p:sp>
      <p:graphicFrame>
        <p:nvGraphicFramePr>
          <p:cNvPr id="5" name="Table 4">
            <a:extLst>
              <a:ext uri="{FF2B5EF4-FFF2-40B4-BE49-F238E27FC236}">
                <a16:creationId xmlns:a16="http://schemas.microsoft.com/office/drawing/2014/main" id="{0215219D-95F9-B81E-2A84-6D5D1B506AD6}"/>
              </a:ext>
            </a:extLst>
          </p:cNvPr>
          <p:cNvGraphicFramePr>
            <a:graphicFrameLocks noGrp="1"/>
          </p:cNvGraphicFramePr>
          <p:nvPr>
            <p:extLst>
              <p:ext uri="{D42A27DB-BD31-4B8C-83A1-F6EECF244321}">
                <p14:modId xmlns:p14="http://schemas.microsoft.com/office/powerpoint/2010/main" val="708637218"/>
              </p:ext>
            </p:extLst>
          </p:nvPr>
        </p:nvGraphicFramePr>
        <p:xfrm>
          <a:off x="1552392" y="1672267"/>
          <a:ext cx="9654146" cy="4481168"/>
        </p:xfrm>
        <a:graphic>
          <a:graphicData uri="http://schemas.openxmlformats.org/drawingml/2006/table">
            <a:tbl>
              <a:tblPr firstRow="1" bandRow="1">
                <a:tableStyleId>{C4B1156A-380E-4F78-BDF5-A606A8083BF9}</a:tableStyleId>
              </a:tblPr>
              <a:tblGrid>
                <a:gridCol w="3410259">
                  <a:extLst>
                    <a:ext uri="{9D8B030D-6E8A-4147-A177-3AD203B41FA5}">
                      <a16:colId xmlns:a16="http://schemas.microsoft.com/office/drawing/2014/main" val="2526543635"/>
                    </a:ext>
                  </a:extLst>
                </a:gridCol>
                <a:gridCol w="6243887">
                  <a:extLst>
                    <a:ext uri="{9D8B030D-6E8A-4147-A177-3AD203B41FA5}">
                      <a16:colId xmlns:a16="http://schemas.microsoft.com/office/drawing/2014/main" val="2309547015"/>
                    </a:ext>
                  </a:extLst>
                </a:gridCol>
              </a:tblGrid>
              <a:tr h="982582">
                <a:tc>
                  <a:txBody>
                    <a:bodyPr/>
                    <a:lstStyle/>
                    <a:p>
                      <a:pPr lvl="0" algn="ctr">
                        <a:buNone/>
                      </a:pPr>
                      <a:r>
                        <a:rPr lang="en-US" sz="1800" b="1" i="0" u="none" strike="noStrike" baseline="0" noProof="0" dirty="0">
                          <a:solidFill>
                            <a:srgbClr val="000000"/>
                          </a:solidFill>
                          <a:latin typeface="Avenir Next LT Pro"/>
                        </a:rPr>
                        <a:t>Problem Statement</a:t>
                      </a:r>
                      <a:endParaRPr lang="en-US" dirty="0"/>
                    </a:p>
                  </a:txBody>
                  <a:tcPr anchor="ctr"/>
                </a:tc>
                <a:tc>
                  <a:txBody>
                    <a:bodyPr/>
                    <a:lstStyle/>
                    <a:p>
                      <a:pPr marL="0" lvl="0" indent="0" algn="l">
                        <a:lnSpc>
                          <a:spcPct val="100000"/>
                        </a:lnSpc>
                        <a:buNone/>
                      </a:pPr>
                      <a:r>
                        <a:rPr lang="en-US" sz="1400" b="0" i="0" u="none" strike="noStrike" baseline="0" noProof="0" dirty="0">
                          <a:solidFill>
                            <a:srgbClr val="000000"/>
                          </a:solidFill>
                          <a:latin typeface="Avenir Next LT Pro"/>
                        </a:rPr>
                        <a:t>This project describes a quantitative study aimed at identifying and validating important lifestyle, health, and demographic characteristics that are strongly linked to the diagnosis of coronary heart disease (CHD).</a:t>
                      </a:r>
                      <a:endParaRPr lang="en-US" dirty="0"/>
                    </a:p>
                  </a:txBody>
                  <a:tcPr anchor="ctr"/>
                </a:tc>
                <a:extLst>
                  <a:ext uri="{0D108BD9-81ED-4DB2-BD59-A6C34878D82A}">
                    <a16:rowId xmlns:a16="http://schemas.microsoft.com/office/drawing/2014/main" val="191226038"/>
                  </a:ext>
                </a:extLst>
              </a:tr>
              <a:tr h="1176120">
                <a:tc>
                  <a:txBody>
                    <a:bodyPr/>
                    <a:lstStyle/>
                    <a:p>
                      <a:pPr lvl="0" algn="ctr">
                        <a:buNone/>
                      </a:pPr>
                      <a:r>
                        <a:rPr lang="en-US" sz="1800" b="1" i="0" u="none" strike="noStrike" baseline="0" noProof="0" dirty="0">
                          <a:solidFill>
                            <a:srgbClr val="000000"/>
                          </a:solidFill>
                          <a:latin typeface="Avenir Next LT Pro"/>
                        </a:rPr>
                        <a:t>Objective</a:t>
                      </a:r>
                      <a:endParaRPr lang="en-US" b="1" dirty="0"/>
                    </a:p>
                  </a:txBody>
                  <a:tcPr anchor="ctr"/>
                </a:tc>
                <a:tc>
                  <a:txBody>
                    <a:bodyPr/>
                    <a:lstStyle/>
                    <a:p>
                      <a:pPr lvl="0">
                        <a:buNone/>
                      </a:pPr>
                      <a:r>
                        <a:rPr lang="en-US" sz="1400" b="0" i="0" u="none" strike="noStrike" baseline="0" noProof="0" dirty="0">
                          <a:solidFill>
                            <a:srgbClr val="000000"/>
                          </a:solidFill>
                          <a:latin typeface="Avenir Next LT Pro"/>
                        </a:rPr>
                        <a:t>The main objective is to statistically identify the significant correlations between chosen health measurements, lifestyle decisions, and a diagnosis of coronary heart disease.</a:t>
                      </a:r>
                      <a:endParaRPr lang="en-US" sz="1400" dirty="0"/>
                    </a:p>
                  </a:txBody>
                  <a:tcPr anchor="ctr"/>
                </a:tc>
                <a:extLst>
                  <a:ext uri="{0D108BD9-81ED-4DB2-BD59-A6C34878D82A}">
                    <a16:rowId xmlns:a16="http://schemas.microsoft.com/office/drawing/2014/main" val="3784617054"/>
                  </a:ext>
                </a:extLst>
              </a:tr>
              <a:tr h="982582">
                <a:tc>
                  <a:txBody>
                    <a:bodyPr/>
                    <a:lstStyle/>
                    <a:p>
                      <a:pPr lvl="0" algn="ctr">
                        <a:buNone/>
                      </a:pPr>
                      <a:r>
                        <a:rPr lang="en-US" sz="1800" b="1" i="0" u="none" strike="noStrike" baseline="0" noProof="0" dirty="0">
                          <a:solidFill>
                            <a:srgbClr val="000000"/>
                          </a:solidFill>
                          <a:latin typeface="Avenir Next LT Pro"/>
                        </a:rPr>
                        <a:t>Dataset</a:t>
                      </a:r>
                      <a:endParaRPr lang="en-US" b="1" dirty="0"/>
                    </a:p>
                  </a:txBody>
                  <a:tcPr anchor="ctr"/>
                </a:tc>
                <a:tc>
                  <a:txBody>
                    <a:bodyPr/>
                    <a:lstStyle/>
                    <a:p>
                      <a:pPr lvl="0">
                        <a:buNone/>
                      </a:pPr>
                      <a:r>
                        <a:rPr lang="en-US" sz="1400" b="0" i="0" u="none" strike="noStrike" baseline="0" noProof="0" dirty="0">
                          <a:solidFill>
                            <a:srgbClr val="000000"/>
                          </a:solidFill>
                          <a:latin typeface="Avenir Next LT Pro"/>
                        </a:rPr>
                        <a:t>A big public health dataset from the Behavioral Risk Factor Surveillance System (BRFSS) 2024 is used in this project. The Centers for Disease Control and Prevention (CDC) provided the information.</a:t>
                      </a:r>
                      <a:endParaRPr lang="en-US" sz="1400" dirty="0"/>
                    </a:p>
                  </a:txBody>
                  <a:tcPr anchor="ctr"/>
                </a:tc>
                <a:extLst>
                  <a:ext uri="{0D108BD9-81ED-4DB2-BD59-A6C34878D82A}">
                    <a16:rowId xmlns:a16="http://schemas.microsoft.com/office/drawing/2014/main" val="3040979327"/>
                  </a:ext>
                </a:extLst>
              </a:tr>
              <a:tr h="1339884">
                <a:tc>
                  <a:txBody>
                    <a:bodyPr/>
                    <a:lstStyle/>
                    <a:p>
                      <a:pPr lvl="0" algn="ctr">
                        <a:buNone/>
                      </a:pPr>
                      <a:r>
                        <a:rPr lang="en-US" sz="1800" b="1" i="0" u="none" strike="noStrike" baseline="0" noProof="0" dirty="0">
                          <a:solidFill>
                            <a:srgbClr val="000000"/>
                          </a:solidFill>
                          <a:latin typeface="Avenir Next LT Pro"/>
                        </a:rPr>
                        <a:t>Methodology</a:t>
                      </a:r>
                      <a:endParaRPr lang="en-US" b="1" dirty="0"/>
                    </a:p>
                  </a:txBody>
                  <a:tcPr anchor="ctr"/>
                </a:tc>
                <a:tc>
                  <a:txBody>
                    <a:bodyPr/>
                    <a:lstStyle/>
                    <a:p>
                      <a:pPr lvl="0">
                        <a:buNone/>
                      </a:pPr>
                      <a:r>
                        <a:rPr lang="en-US" sz="1400" b="0" i="0" u="none" strike="noStrike" baseline="0" noProof="0" dirty="0">
                          <a:solidFill>
                            <a:srgbClr val="000000"/>
                          </a:solidFill>
                          <a:latin typeface="Avenir Next LT Pro"/>
                        </a:rPr>
                        <a:t>In order to examine the link between CHD and variables including BMI, smoking status, diabetes, and general health, the project uses strong statistical techniques, such as the tests listed below. The findings will offer evidence-based perspectives to help prioritize public health intervention tactics.</a:t>
                      </a:r>
                      <a:endParaRPr lang="en-US" sz="1400" dirty="0"/>
                    </a:p>
                  </a:txBody>
                  <a:tcPr anchor="ctr"/>
                </a:tc>
                <a:extLst>
                  <a:ext uri="{0D108BD9-81ED-4DB2-BD59-A6C34878D82A}">
                    <a16:rowId xmlns:a16="http://schemas.microsoft.com/office/drawing/2014/main" val="1905449660"/>
                  </a:ext>
                </a:extLst>
              </a:tr>
            </a:tbl>
          </a:graphicData>
        </a:graphic>
      </p:graphicFrame>
    </p:spTree>
    <p:extLst>
      <p:ext uri="{BB962C8B-B14F-4D97-AF65-F5344CB8AC3E}">
        <p14:creationId xmlns:p14="http://schemas.microsoft.com/office/powerpoint/2010/main" val="1453926304"/>
      </p:ext>
    </p:extLst>
  </p:cSld>
  <p:clrMapOvr>
    <a:masterClrMapping/>
  </p:clrMapOvr>
</p:sld>
</file>

<file path=ppt/theme/theme1.xml><?xml version="1.0" encoding="utf-8"?>
<a:theme xmlns:a="http://schemas.openxmlformats.org/drawingml/2006/main" name="Custom">
  <a:themeElements>
    <a:clrScheme name="Custom 74">
      <a:dk1>
        <a:sysClr val="windowText" lastClr="000000"/>
      </a:dk1>
      <a:lt1>
        <a:sysClr val="window" lastClr="FFFFFF"/>
      </a:lt1>
      <a:dk2>
        <a:srgbClr val="F8F0E3"/>
      </a:dk2>
      <a:lt2>
        <a:srgbClr val="E7E6E6"/>
      </a:lt2>
      <a:accent1>
        <a:srgbClr val="224E7F"/>
      </a:accent1>
      <a:accent2>
        <a:srgbClr val="385E88"/>
      </a:accent2>
      <a:accent3>
        <a:srgbClr val="AA2070"/>
      </a:accent3>
      <a:accent4>
        <a:srgbClr val="EC008C"/>
      </a:accent4>
      <a:accent5>
        <a:srgbClr val="582156"/>
      </a:accent5>
      <a:accent6>
        <a:srgbClr val="958EA2"/>
      </a:accent6>
      <a:hlink>
        <a:srgbClr val="0563C1"/>
      </a:hlink>
      <a:folHlink>
        <a:srgbClr val="954F72"/>
      </a:folHlink>
    </a:clrScheme>
    <a:fontScheme name="Custom 112">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33968143_Win32_SL_V3" id="{4DA6DF5E-F5DF-461D-8863-50E9C5721FD0}" vid="{BC6DDDB8-E14A-47D1-98C5-2C109624FD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59B7A9F-83D5-4264-91C0-B309A9EDBFB6}">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4AD375C2-2973-4C8B-9800-5B5271D300BD}">
  <ds:schemaRefs>
    <ds:schemaRef ds:uri="http://schemas.microsoft.com/sharepoint/v3/contenttype/forms"/>
  </ds:schemaRefs>
</ds:datastoreItem>
</file>

<file path=customXml/itemProps3.xml><?xml version="1.0" encoding="utf-8"?>
<ds:datastoreItem xmlns:ds="http://schemas.openxmlformats.org/officeDocument/2006/customXml" ds:itemID="{F1950151-0FE0-482F-ADBD-EE52BFC46C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499</Words>
  <Application>Microsoft Office PowerPoint</Application>
  <PresentationFormat>Widescreen</PresentationFormat>
  <Paragraphs>124</Paragraphs>
  <Slides>5</Slides>
  <Notes>5</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Custom</vt:lpstr>
      <vt:lpstr>Factors linked to the Diagnosis on Coronary Heart Disease</vt:lpstr>
      <vt:lpstr>Agenda</vt:lpstr>
      <vt:lpstr>Introduction</vt:lpstr>
      <vt:lpstr>summary</vt:lpstr>
      <vt:lpstr>proposal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311</cp:revision>
  <dcterms:created xsi:type="dcterms:W3CDTF">2025-10-11T16:45:44Z</dcterms:created>
  <dcterms:modified xsi:type="dcterms:W3CDTF">2025-10-13T18:14:32Z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