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heme/themeOverride1.xml" ContentType="application/vnd.openxmlformats-officedocument.themeOverride+xml"/>
  <Override PartName="/ppt/notesSlides/notesSlide2.xml" ContentType="application/vnd.openxmlformats-officedocument.presentationml.notesSlide+xml"/>
  <Override PartName="/ppt/theme/themeOverride2.xml" ContentType="application/vnd.openxmlformats-officedocument.themeOverr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theme/themeOverride3.xml" ContentType="application/vnd.openxmlformats-officedocument.themeOverride+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theme/themeOverride4.xml" ContentType="application/vnd.openxmlformats-officedocument.themeOverride+xml"/>
  <Override PartName="/ppt/notesSlides/notesSlide6.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theme/themeOverride5.xml" ContentType="application/vnd.openxmlformats-officedocument.themeOverride+xml"/>
  <Override PartName="/ppt/notesSlides/notesSlide7.xml" ContentType="application/vnd.openxmlformats-officedocument.presentationml.notesSlide+xml"/>
  <Override PartName="/ppt/theme/themeOverride6.xml" ContentType="application/vnd.openxmlformats-officedocument.themeOverride+xml"/>
  <Override PartName="/ppt/notesSlides/notesSlide8.xml" ContentType="application/vnd.openxmlformats-officedocument.presentationml.notesSlide+xml"/>
  <Override PartName="/ppt/theme/themeOverride7.xml" ContentType="application/vnd.openxmlformats-officedocument.themeOverride+xml"/>
  <Override PartName="/ppt/notesSlides/notesSlide9.xml" ContentType="application/vnd.openxmlformats-officedocument.presentationml.notesSlide+xml"/>
  <Override PartName="/ppt/theme/themeOverride8.xml" ContentType="application/vnd.openxmlformats-officedocument.themeOverride+xml"/>
  <Override PartName="/ppt/notesSlides/notesSlide10.xml" ContentType="application/vnd.openxmlformats-officedocument.presentationml.notesSlide+xml"/>
  <Override PartName="/ppt/theme/themeOverride9.xml" ContentType="application/vnd.openxmlformats-officedocument.themeOverride+xml"/>
  <Override PartName="/ppt/notesSlides/notesSlide11.xml" ContentType="application/vnd.openxmlformats-officedocument.presentationml.notesSlide+xml"/>
  <Override PartName="/ppt/theme/themeOverride10.xml" ContentType="application/vnd.openxmlformats-officedocument.themeOverride+xml"/>
  <Override PartName="/ppt/notesSlides/notesSlide12.xml" ContentType="application/vnd.openxmlformats-officedocument.presentationml.notesSlide+xml"/>
  <Override PartName="/ppt/theme/themeOverride11.xml" ContentType="application/vnd.openxmlformats-officedocument.themeOverride+xml"/>
  <Override PartName="/ppt/notesSlides/notesSlide13.xml" ContentType="application/vnd.openxmlformats-officedocument.presentationml.notesSlide+xml"/>
  <Override PartName="/ppt/theme/themeOverride12.xml" ContentType="application/vnd.openxmlformats-officedocument.themeOverride+xml"/>
  <Override PartName="/ppt/notesSlides/notesSlide14.xml" ContentType="application/vnd.openxmlformats-officedocument.presentationml.notesSlide+xml"/>
  <Override PartName="/ppt/theme/themeOverride13.xml" ContentType="application/vnd.openxmlformats-officedocument.themeOverr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theme/themeOverride14.xml" ContentType="application/vnd.openxmlformats-officedocument.themeOverride+xml"/>
  <Override PartName="/ppt/notesSlides/notesSlide17.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4"/>
  </p:notesMasterIdLst>
  <p:handoutMasterIdLst>
    <p:handoutMasterId r:id="rId25"/>
  </p:handoutMasterIdLst>
  <p:sldIdLst>
    <p:sldId id="256" r:id="rId5"/>
    <p:sldId id="319" r:id="rId6"/>
    <p:sldId id="325" r:id="rId7"/>
    <p:sldId id="293" r:id="rId8"/>
    <p:sldId id="301" r:id="rId9"/>
    <p:sldId id="318" r:id="rId10"/>
    <p:sldId id="337" r:id="rId11"/>
    <p:sldId id="331" r:id="rId12"/>
    <p:sldId id="332" r:id="rId13"/>
    <p:sldId id="333" r:id="rId14"/>
    <p:sldId id="334" r:id="rId15"/>
    <p:sldId id="335" r:id="rId16"/>
    <p:sldId id="336" r:id="rId17"/>
    <p:sldId id="338" r:id="rId18"/>
    <p:sldId id="330" r:id="rId19"/>
    <p:sldId id="296" r:id="rId20"/>
    <p:sldId id="326" r:id="rId21"/>
    <p:sldId id="329" r:id="rId22"/>
    <p:sldId id="340"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792" userDrawn="1">
          <p15:clr>
            <a:srgbClr val="A4A3A4"/>
          </p15:clr>
        </p15:guide>
        <p15:guide id="2" pos="3144" userDrawn="1">
          <p15:clr>
            <a:srgbClr val="A4A3A4"/>
          </p15:clr>
        </p15:guide>
        <p15:guide id="3" orient="horz" pos="96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0E3"/>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ABF82FA-224E-21BF-77A4-D87134D89C02}" v="2" dt="2025-10-22T02:07:39.079"/>
    <p1510:client id="{640F46D1-1FDF-06AA-2775-E44AF375A4EC}" v="6" dt="2025-10-21T18:18:50.088"/>
    <p1510:client id="{6B887B09-ACCE-3CE2-ECDB-DC288CB58111}" v="54" dt="2025-10-21T04:11:24.030"/>
    <p1510:client id="{79FAFAE8-08E6-66B6-5223-F95D7ADEF9F9}" v="2" dt="2025-10-21T00:03:08.369"/>
    <p1510:client id="{A51804D0-3BD2-1376-AD4F-6817CE89B236}" v="1" dt="2025-10-21T01:08:00.724"/>
    <p1510:client id="{A95EB94D-D99E-5095-F316-001BFB00515C}" v="506" dt="2025-10-20T23:57:18.719"/>
    <p1510:client id="{AD75575A-997C-41E8-AC7E-41CB51C4C2D2}" v="7" dt="2025-10-21T00:18:04.589"/>
    <p1510:client id="{E5111901-F6D4-3CFC-6F65-6563117C0C70}" v="9" dt="2025-10-21T18:24:50.718"/>
  </p1510:revLst>
</p1510:revInfo>
</file>

<file path=ppt/tableStyles.xml><?xml version="1.0" encoding="utf-8"?>
<a:tblStyleLst xmlns:a="http://schemas.openxmlformats.org/drawingml/2006/main" def="{C4B1156A-380E-4F78-BDF5-A606A8083BF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660B408-B3CF-4A94-85FC-2B1E0A45F4A2}" styleName="Dark Style 2 - Accent 1/Accen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3" d="100"/>
          <a:sy n="73" d="100"/>
        </p:scale>
        <p:origin x="1042" y="-139"/>
      </p:cViewPr>
      <p:guideLst>
        <p:guide orient="horz" pos="792"/>
        <p:guide pos="3144"/>
        <p:guide orient="horz" pos="96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commentAuthors" Target="commentAuthor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32"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presProps" Target="presProps.xml"/><Relationship Id="rId30" Type="http://schemas.openxmlformats.org/officeDocument/2006/relationships/tableStyles" Target="tableStyles.xml"/></Relationships>
</file>

<file path=ppt/diagrams/_rels/data1.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41.svg"/><Relationship Id="rId18" Type="http://schemas.openxmlformats.org/officeDocument/2006/relationships/image" Target="../media/image46.png"/><Relationship Id="rId3" Type="http://schemas.openxmlformats.org/officeDocument/2006/relationships/image" Target="../media/image31.png"/><Relationship Id="rId7" Type="http://schemas.openxmlformats.org/officeDocument/2006/relationships/image" Target="../media/image35.png"/><Relationship Id="rId12" Type="http://schemas.openxmlformats.org/officeDocument/2006/relationships/image" Target="../media/image40.png"/><Relationship Id="rId17" Type="http://schemas.openxmlformats.org/officeDocument/2006/relationships/image" Target="../media/image45.svg"/><Relationship Id="rId2" Type="http://schemas.openxmlformats.org/officeDocument/2006/relationships/image" Target="../media/image30.svg"/><Relationship Id="rId16" Type="http://schemas.openxmlformats.org/officeDocument/2006/relationships/image" Target="../media/image44.png"/><Relationship Id="rId1" Type="http://schemas.openxmlformats.org/officeDocument/2006/relationships/image" Target="../media/image29.png"/><Relationship Id="rId6" Type="http://schemas.openxmlformats.org/officeDocument/2006/relationships/image" Target="../media/image34.svg"/><Relationship Id="rId11" Type="http://schemas.openxmlformats.org/officeDocument/2006/relationships/image" Target="../media/image39.jpg"/><Relationship Id="rId5" Type="http://schemas.openxmlformats.org/officeDocument/2006/relationships/image" Target="../media/image33.png"/><Relationship Id="rId15" Type="http://schemas.openxmlformats.org/officeDocument/2006/relationships/image" Target="../media/image43.svg"/><Relationship Id="rId10" Type="http://schemas.openxmlformats.org/officeDocument/2006/relationships/image" Target="../media/image38.svg"/><Relationship Id="rId19" Type="http://schemas.openxmlformats.org/officeDocument/2006/relationships/image" Target="../media/image47.svg"/><Relationship Id="rId4" Type="http://schemas.openxmlformats.org/officeDocument/2006/relationships/image" Target="../media/image32.svg"/><Relationship Id="rId9" Type="http://schemas.openxmlformats.org/officeDocument/2006/relationships/image" Target="../media/image37.png"/><Relationship Id="rId14" Type="http://schemas.openxmlformats.org/officeDocument/2006/relationships/image" Target="../media/image42.png"/></Relationships>
</file>

<file path=ppt/diagrams/_rels/data2.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9.svg"/><Relationship Id="rId7" Type="http://schemas.openxmlformats.org/officeDocument/2006/relationships/image" Target="../media/image53.svg"/><Relationship Id="rId2" Type="http://schemas.openxmlformats.org/officeDocument/2006/relationships/image" Target="../media/image48.png"/><Relationship Id="rId1" Type="http://schemas.openxmlformats.org/officeDocument/2006/relationships/hyperlink" Target="https://www.cdc.gov/brfss/annual_data/annual_2024.html." TargetMode="External"/><Relationship Id="rId6" Type="http://schemas.openxmlformats.org/officeDocument/2006/relationships/image" Target="../media/image52.png"/><Relationship Id="rId5" Type="http://schemas.openxmlformats.org/officeDocument/2006/relationships/image" Target="../media/image51.svg"/><Relationship Id="rId4" Type="http://schemas.openxmlformats.org/officeDocument/2006/relationships/image" Target="../media/image50.png"/><Relationship Id="rId9" Type="http://schemas.openxmlformats.org/officeDocument/2006/relationships/image" Target="../media/image55.svg"/></Relationships>
</file>

<file path=ppt/diagrams/_rels/drawing1.xml.rels><?xml version="1.0" encoding="UTF-8" standalone="yes"?>
<Relationships xmlns="http://schemas.openxmlformats.org/package/2006/relationships"><Relationship Id="rId8" Type="http://schemas.openxmlformats.org/officeDocument/2006/relationships/image" Target="../media/image36.svg"/><Relationship Id="rId13" Type="http://schemas.openxmlformats.org/officeDocument/2006/relationships/image" Target="../media/image41.svg"/><Relationship Id="rId18" Type="http://schemas.openxmlformats.org/officeDocument/2006/relationships/image" Target="../media/image46.png"/><Relationship Id="rId3" Type="http://schemas.openxmlformats.org/officeDocument/2006/relationships/image" Target="../media/image31.png"/><Relationship Id="rId7" Type="http://schemas.openxmlformats.org/officeDocument/2006/relationships/image" Target="../media/image35.png"/><Relationship Id="rId12" Type="http://schemas.openxmlformats.org/officeDocument/2006/relationships/image" Target="../media/image40.png"/><Relationship Id="rId17" Type="http://schemas.openxmlformats.org/officeDocument/2006/relationships/image" Target="../media/image45.svg"/><Relationship Id="rId2" Type="http://schemas.openxmlformats.org/officeDocument/2006/relationships/image" Target="../media/image30.svg"/><Relationship Id="rId16" Type="http://schemas.openxmlformats.org/officeDocument/2006/relationships/image" Target="../media/image44.png"/><Relationship Id="rId1" Type="http://schemas.openxmlformats.org/officeDocument/2006/relationships/image" Target="../media/image29.png"/><Relationship Id="rId6" Type="http://schemas.openxmlformats.org/officeDocument/2006/relationships/image" Target="../media/image34.svg"/><Relationship Id="rId11" Type="http://schemas.openxmlformats.org/officeDocument/2006/relationships/image" Target="../media/image39.jpg"/><Relationship Id="rId5" Type="http://schemas.openxmlformats.org/officeDocument/2006/relationships/image" Target="../media/image33.png"/><Relationship Id="rId15" Type="http://schemas.openxmlformats.org/officeDocument/2006/relationships/image" Target="../media/image43.svg"/><Relationship Id="rId10" Type="http://schemas.openxmlformats.org/officeDocument/2006/relationships/image" Target="../media/image38.svg"/><Relationship Id="rId19" Type="http://schemas.openxmlformats.org/officeDocument/2006/relationships/image" Target="../media/image47.svg"/><Relationship Id="rId4" Type="http://schemas.openxmlformats.org/officeDocument/2006/relationships/image" Target="../media/image32.svg"/><Relationship Id="rId9" Type="http://schemas.openxmlformats.org/officeDocument/2006/relationships/image" Target="../media/image37.png"/><Relationship Id="rId14" Type="http://schemas.openxmlformats.org/officeDocument/2006/relationships/image" Target="../media/image42.png"/></Relationships>
</file>

<file path=ppt/diagrams/_rels/drawing2.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50.png"/><Relationship Id="rId7" Type="http://schemas.openxmlformats.org/officeDocument/2006/relationships/hyperlink" Target="https://www.cdc.gov/brfss/annual_data/annual_2024.html." TargetMode="External"/><Relationship Id="rId2" Type="http://schemas.openxmlformats.org/officeDocument/2006/relationships/image" Target="../media/image49.svg"/><Relationship Id="rId1" Type="http://schemas.openxmlformats.org/officeDocument/2006/relationships/image" Target="../media/image48.png"/><Relationship Id="rId6" Type="http://schemas.openxmlformats.org/officeDocument/2006/relationships/image" Target="../media/image53.svg"/><Relationship Id="rId5" Type="http://schemas.openxmlformats.org/officeDocument/2006/relationships/image" Target="../media/image52.png"/><Relationship Id="rId4" Type="http://schemas.openxmlformats.org/officeDocument/2006/relationships/image" Target="../media/image51.svg"/><Relationship Id="rId9" Type="http://schemas.openxmlformats.org/officeDocument/2006/relationships/image" Target="../media/image55.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3F44777-C1C8-40C3-9BB1-1051BE44DA49}" type="doc">
      <dgm:prSet loTypeId="urn:microsoft.com/office/officeart/2018/5/layout/IconCircleLabelList" loCatId="icon" qsTypeId="urn:microsoft.com/office/officeart/2005/8/quickstyle/simple1" qsCatId="simple" csTypeId="urn:microsoft.com/office/officeart/2005/8/colors/accent1_2" csCatId="accent1" phldr="1"/>
      <dgm:spPr/>
      <dgm:t>
        <a:bodyPr/>
        <a:lstStyle/>
        <a:p>
          <a:endParaRPr lang="en-US"/>
        </a:p>
      </dgm:t>
    </dgm:pt>
    <dgm:pt modelId="{5EDDC125-FA53-44AA-B765-C14CB64FE0BC}">
      <dgm:prSet/>
      <dgm:spPr/>
      <dgm:t>
        <a:bodyPr/>
        <a:lstStyle/>
        <a:p>
          <a:pPr>
            <a:lnSpc>
              <a:spcPct val="100000"/>
            </a:lnSpc>
            <a:defRPr cap="all"/>
          </a:pPr>
          <a:r>
            <a:rPr lang="en-US" b="1" u="none">
              <a:solidFill>
                <a:schemeClr val="tx1"/>
              </a:solidFill>
              <a:latin typeface="Avenir Next LT Pro"/>
            </a:rPr>
            <a:t>Proposal and objectives</a:t>
          </a:r>
          <a:endParaRPr lang="en-US" b="1" u="none">
            <a:solidFill>
              <a:schemeClr val="tx1"/>
            </a:solidFill>
          </a:endParaRPr>
        </a:p>
      </dgm:t>
    </dgm:pt>
    <dgm:pt modelId="{311585A7-86CE-4C66-8AC8-D4D02399A4E6}" type="parTrans" cxnId="{224A4F20-1584-4414-8F51-4F4E561C412C}">
      <dgm:prSet/>
      <dgm:spPr/>
      <dgm:t>
        <a:bodyPr/>
        <a:lstStyle/>
        <a:p>
          <a:endParaRPr lang="en-US"/>
        </a:p>
      </dgm:t>
    </dgm:pt>
    <dgm:pt modelId="{BF7F9B0B-9F1D-4716-9AE5-BF4A242B4843}" type="sibTrans" cxnId="{224A4F20-1584-4414-8F51-4F4E561C412C}">
      <dgm:prSet/>
      <dgm:spPr/>
      <dgm:t>
        <a:bodyPr/>
        <a:lstStyle/>
        <a:p>
          <a:endParaRPr lang="en-US"/>
        </a:p>
      </dgm:t>
    </dgm:pt>
    <dgm:pt modelId="{F3BDD5AB-8B97-4F41-99A3-0A9F04747F0B}">
      <dgm:prSet/>
      <dgm:spPr/>
      <dgm:t>
        <a:bodyPr/>
        <a:lstStyle/>
        <a:p>
          <a:pPr>
            <a:lnSpc>
              <a:spcPct val="100000"/>
            </a:lnSpc>
            <a:defRPr cap="all"/>
          </a:pPr>
          <a:r>
            <a:rPr lang="en-US" b="1" u="none">
              <a:solidFill>
                <a:schemeClr val="tx1"/>
              </a:solidFill>
            </a:rPr>
            <a:t>Workflow process</a:t>
          </a:r>
        </a:p>
      </dgm:t>
    </dgm:pt>
    <dgm:pt modelId="{F7B2D793-F85E-4C97-BDF4-6B79FE7A26D3}" type="parTrans" cxnId="{376356B2-A8F1-437F-8D30-C57252FAAFAD}">
      <dgm:prSet/>
      <dgm:spPr/>
      <dgm:t>
        <a:bodyPr/>
        <a:lstStyle/>
        <a:p>
          <a:endParaRPr lang="en-US"/>
        </a:p>
      </dgm:t>
    </dgm:pt>
    <dgm:pt modelId="{8124F44C-A7E2-44B6-8777-F14D551ED248}" type="sibTrans" cxnId="{376356B2-A8F1-437F-8D30-C57252FAAFAD}">
      <dgm:prSet/>
      <dgm:spPr/>
      <dgm:t>
        <a:bodyPr/>
        <a:lstStyle/>
        <a:p>
          <a:endParaRPr lang="en-US"/>
        </a:p>
      </dgm:t>
    </dgm:pt>
    <dgm:pt modelId="{5C8B8490-8C1B-47D8-AB4E-B1EEEB393DBA}">
      <dgm:prSet/>
      <dgm:spPr/>
      <dgm:t>
        <a:bodyPr/>
        <a:lstStyle/>
        <a:p>
          <a:pPr>
            <a:lnSpc>
              <a:spcPct val="100000"/>
            </a:lnSpc>
            <a:defRPr cap="all"/>
          </a:pPr>
          <a:r>
            <a:rPr lang="en-US" b="1" u="none">
              <a:solidFill>
                <a:schemeClr val="tx1"/>
              </a:solidFill>
            </a:rPr>
            <a:t>Data Overview</a:t>
          </a:r>
        </a:p>
      </dgm:t>
    </dgm:pt>
    <dgm:pt modelId="{E4CD12E4-525F-4B34-8269-36A71D900625}" type="parTrans" cxnId="{F5952C5D-07A9-40BA-AA48-101E332CBE5B}">
      <dgm:prSet/>
      <dgm:spPr/>
      <dgm:t>
        <a:bodyPr/>
        <a:lstStyle/>
        <a:p>
          <a:endParaRPr lang="en-US"/>
        </a:p>
      </dgm:t>
    </dgm:pt>
    <dgm:pt modelId="{044C2F60-D7A7-4935-93CD-4C29CE85B617}" type="sibTrans" cxnId="{F5952C5D-07A9-40BA-AA48-101E332CBE5B}">
      <dgm:prSet/>
      <dgm:spPr/>
      <dgm:t>
        <a:bodyPr/>
        <a:lstStyle/>
        <a:p>
          <a:endParaRPr lang="en-US"/>
        </a:p>
      </dgm:t>
    </dgm:pt>
    <dgm:pt modelId="{B0181575-2AF5-4837-88D0-7A22FE8CF29D}">
      <dgm:prSet/>
      <dgm:spPr/>
      <dgm:t>
        <a:bodyPr/>
        <a:lstStyle/>
        <a:p>
          <a:pPr>
            <a:lnSpc>
              <a:spcPct val="100000"/>
            </a:lnSpc>
            <a:defRPr cap="all"/>
          </a:pPr>
          <a:r>
            <a:rPr lang="en-US" b="1" u="none" dirty="0">
              <a:solidFill>
                <a:schemeClr val="tx1"/>
              </a:solidFill>
            </a:rPr>
            <a:t>SMART QUESTION</a:t>
          </a:r>
        </a:p>
      </dgm:t>
    </dgm:pt>
    <dgm:pt modelId="{E68B6DCA-EA1F-4EA0-88BA-91FF12D8E989}" type="parTrans" cxnId="{7BAC2786-1529-491C-A8FA-379285FFF464}">
      <dgm:prSet/>
      <dgm:spPr/>
      <dgm:t>
        <a:bodyPr/>
        <a:lstStyle/>
        <a:p>
          <a:endParaRPr lang="en-US"/>
        </a:p>
      </dgm:t>
    </dgm:pt>
    <dgm:pt modelId="{F21F5807-3180-4EA2-A0B6-33966D24B2FA}" type="sibTrans" cxnId="{7BAC2786-1529-491C-A8FA-379285FFF464}">
      <dgm:prSet/>
      <dgm:spPr/>
      <dgm:t>
        <a:bodyPr/>
        <a:lstStyle/>
        <a:p>
          <a:endParaRPr lang="en-US"/>
        </a:p>
      </dgm:t>
    </dgm:pt>
    <dgm:pt modelId="{FC43DD59-FEEE-4CFE-9BEF-DC0D39DDFAEF}">
      <dgm:prSet/>
      <dgm:spPr/>
      <dgm:t>
        <a:bodyPr/>
        <a:lstStyle/>
        <a:p>
          <a:pPr>
            <a:lnSpc>
              <a:spcPct val="100000"/>
            </a:lnSpc>
            <a:defRPr cap="all"/>
          </a:pPr>
          <a:r>
            <a:rPr lang="en-US" b="1" u="none">
              <a:solidFill>
                <a:schemeClr val="tx1"/>
              </a:solidFill>
            </a:rPr>
            <a:t>Conclusion</a:t>
          </a:r>
        </a:p>
      </dgm:t>
    </dgm:pt>
    <dgm:pt modelId="{162255FB-B871-45E7-944E-74F546F68C60}" type="parTrans" cxnId="{04D25587-0479-4B11-A124-E161ACBBB034}">
      <dgm:prSet/>
      <dgm:spPr/>
      <dgm:t>
        <a:bodyPr/>
        <a:lstStyle/>
        <a:p>
          <a:endParaRPr lang="en-US"/>
        </a:p>
      </dgm:t>
    </dgm:pt>
    <dgm:pt modelId="{E6987B89-3BB9-47B9-907C-90FC83EB806B}" type="sibTrans" cxnId="{04D25587-0479-4B11-A124-E161ACBBB034}">
      <dgm:prSet/>
      <dgm:spPr/>
      <dgm:t>
        <a:bodyPr/>
        <a:lstStyle/>
        <a:p>
          <a:endParaRPr lang="en-US"/>
        </a:p>
      </dgm:t>
    </dgm:pt>
    <dgm:pt modelId="{257B4DC6-E135-436C-B6D2-477A5448970C}">
      <dgm:prSet/>
      <dgm:spPr/>
      <dgm:t>
        <a:bodyPr/>
        <a:lstStyle/>
        <a:p>
          <a:pPr>
            <a:lnSpc>
              <a:spcPct val="100000"/>
            </a:lnSpc>
            <a:defRPr cap="all"/>
          </a:pPr>
          <a:r>
            <a:rPr lang="en-US" b="1" u="none" dirty="0">
              <a:solidFill>
                <a:schemeClr val="tx1"/>
              </a:solidFill>
            </a:rPr>
            <a:t>Analysis test</a:t>
          </a:r>
        </a:p>
      </dgm:t>
    </dgm:pt>
    <dgm:pt modelId="{AA320821-62FE-465F-B9F8-CB0BE2F4FF0F}" type="parTrans" cxnId="{0313F610-94A9-4482-840C-AFD5C79647BE}">
      <dgm:prSet/>
      <dgm:spPr/>
      <dgm:t>
        <a:bodyPr/>
        <a:lstStyle/>
        <a:p>
          <a:endParaRPr lang="en-IN"/>
        </a:p>
      </dgm:t>
    </dgm:pt>
    <dgm:pt modelId="{02BD16A9-F074-465F-91B9-1A2D78B95AA9}" type="sibTrans" cxnId="{0313F610-94A9-4482-840C-AFD5C79647BE}">
      <dgm:prSet/>
      <dgm:spPr/>
      <dgm:t>
        <a:bodyPr/>
        <a:lstStyle/>
        <a:p>
          <a:endParaRPr lang="en-IN"/>
        </a:p>
      </dgm:t>
    </dgm:pt>
    <dgm:pt modelId="{21BEA0EC-9E8B-4B97-96F8-A9947F4F4BBE}">
      <dgm:prSet/>
      <dgm:spPr/>
      <dgm:t>
        <a:bodyPr/>
        <a:lstStyle/>
        <a:p>
          <a:pPr>
            <a:lnSpc>
              <a:spcPct val="100000"/>
            </a:lnSpc>
            <a:defRPr cap="all"/>
          </a:pPr>
          <a:r>
            <a:rPr lang="en-US" b="1" u="none" dirty="0">
              <a:solidFill>
                <a:schemeClr val="tx1"/>
              </a:solidFill>
            </a:rPr>
            <a:t>SUMMARY</a:t>
          </a:r>
        </a:p>
      </dgm:t>
    </dgm:pt>
    <dgm:pt modelId="{5853D981-C1D9-44F6-9F28-7D84E612BFF1}" type="parTrans" cxnId="{1E6F1F0A-6364-4852-9E05-3F9507B386AE}">
      <dgm:prSet/>
      <dgm:spPr/>
      <dgm:t>
        <a:bodyPr/>
        <a:lstStyle/>
        <a:p>
          <a:endParaRPr lang="en-IN"/>
        </a:p>
      </dgm:t>
    </dgm:pt>
    <dgm:pt modelId="{D09989CE-41CD-4957-8455-16CAB6D5AE88}" type="sibTrans" cxnId="{1E6F1F0A-6364-4852-9E05-3F9507B386AE}">
      <dgm:prSet/>
      <dgm:spPr/>
      <dgm:t>
        <a:bodyPr/>
        <a:lstStyle/>
        <a:p>
          <a:endParaRPr lang="en-IN"/>
        </a:p>
      </dgm:t>
    </dgm:pt>
    <dgm:pt modelId="{B5548CAB-BC2A-47E9-B648-F5F4C65F4E19}">
      <dgm:prSet/>
      <dgm:spPr/>
      <dgm:t>
        <a:bodyPr/>
        <a:lstStyle/>
        <a:p>
          <a:pPr>
            <a:lnSpc>
              <a:spcPct val="100000"/>
            </a:lnSpc>
            <a:defRPr cap="all"/>
          </a:pPr>
          <a:endParaRPr lang="en-IN"/>
        </a:p>
      </dgm:t>
    </dgm:pt>
    <dgm:pt modelId="{147ACB18-8B7D-4DBD-A3CF-24531B67C3E3}" type="parTrans" cxnId="{75482CC8-C470-43FF-8533-B4E4F627F7C1}">
      <dgm:prSet/>
      <dgm:spPr/>
      <dgm:t>
        <a:bodyPr/>
        <a:lstStyle/>
        <a:p>
          <a:endParaRPr lang="en-IN"/>
        </a:p>
      </dgm:t>
    </dgm:pt>
    <dgm:pt modelId="{345EA689-830E-4BAF-9BFE-A462B5F25F92}" type="sibTrans" cxnId="{75482CC8-C470-43FF-8533-B4E4F627F7C1}">
      <dgm:prSet/>
      <dgm:spPr/>
      <dgm:t>
        <a:bodyPr/>
        <a:lstStyle/>
        <a:p>
          <a:endParaRPr lang="en-IN"/>
        </a:p>
      </dgm:t>
    </dgm:pt>
    <dgm:pt modelId="{CA7FE90E-129C-4282-A0E1-8BCFF3AC70FF}">
      <dgm:prSet/>
      <dgm:spPr/>
      <dgm:t>
        <a:bodyPr/>
        <a:lstStyle/>
        <a:p>
          <a:pPr>
            <a:lnSpc>
              <a:spcPct val="100000"/>
            </a:lnSpc>
            <a:defRPr cap="all"/>
          </a:pPr>
          <a:endParaRPr lang="en-IN"/>
        </a:p>
      </dgm:t>
    </dgm:pt>
    <dgm:pt modelId="{E168B71C-7F82-4444-A029-3D2355B45EB8}" type="parTrans" cxnId="{608E2662-703F-48CB-9173-5788440734D3}">
      <dgm:prSet/>
      <dgm:spPr/>
      <dgm:t>
        <a:bodyPr/>
        <a:lstStyle/>
        <a:p>
          <a:endParaRPr lang="en-IN"/>
        </a:p>
      </dgm:t>
    </dgm:pt>
    <dgm:pt modelId="{6530AB04-D99A-4EF0-9C06-BBF9E9557AA0}" type="sibTrans" cxnId="{608E2662-703F-48CB-9173-5788440734D3}">
      <dgm:prSet/>
      <dgm:spPr/>
      <dgm:t>
        <a:bodyPr/>
        <a:lstStyle/>
        <a:p>
          <a:endParaRPr lang="en-IN"/>
        </a:p>
      </dgm:t>
    </dgm:pt>
    <dgm:pt modelId="{121675FA-F578-4780-8CAE-E1EE3A1C4E21}">
      <dgm:prSet/>
      <dgm:spPr/>
      <dgm:t>
        <a:bodyPr/>
        <a:lstStyle/>
        <a:p>
          <a:pPr>
            <a:lnSpc>
              <a:spcPct val="100000"/>
            </a:lnSpc>
            <a:defRPr cap="all"/>
          </a:pPr>
          <a:endParaRPr lang="en-IN"/>
        </a:p>
      </dgm:t>
    </dgm:pt>
    <dgm:pt modelId="{9864AD9B-DCC5-410A-AD00-75284BD493B7}" type="parTrans" cxnId="{36F3CA41-47D6-481E-8A57-3F85213D7F51}">
      <dgm:prSet/>
      <dgm:spPr/>
      <dgm:t>
        <a:bodyPr/>
        <a:lstStyle/>
        <a:p>
          <a:endParaRPr lang="en-IN"/>
        </a:p>
      </dgm:t>
    </dgm:pt>
    <dgm:pt modelId="{0BD53A7D-E8CF-46E4-A184-4BAE5A47AF52}" type="sibTrans" cxnId="{36F3CA41-47D6-481E-8A57-3F85213D7F51}">
      <dgm:prSet/>
      <dgm:spPr/>
      <dgm:t>
        <a:bodyPr/>
        <a:lstStyle/>
        <a:p>
          <a:endParaRPr lang="en-IN"/>
        </a:p>
      </dgm:t>
    </dgm:pt>
    <dgm:pt modelId="{4A2CB8A1-5B18-4AC0-93AF-F77513019641}" type="pres">
      <dgm:prSet presAssocID="{C3F44777-C1C8-40C3-9BB1-1051BE44DA49}" presName="root" presStyleCnt="0">
        <dgm:presLayoutVars>
          <dgm:dir/>
          <dgm:resizeHandles val="exact"/>
        </dgm:presLayoutVars>
      </dgm:prSet>
      <dgm:spPr/>
    </dgm:pt>
    <dgm:pt modelId="{08AB6D1A-4A98-4CDC-BAB9-07E89AAA1AD8}" type="pres">
      <dgm:prSet presAssocID="{5EDDC125-FA53-44AA-B765-C14CB64FE0BC}" presName="compNode" presStyleCnt="0"/>
      <dgm:spPr/>
    </dgm:pt>
    <dgm:pt modelId="{31D6A78C-DBE1-4203-8EE5-9CA4AE436FC2}" type="pres">
      <dgm:prSet presAssocID="{5EDDC125-FA53-44AA-B765-C14CB64FE0BC}" presName="iconBgRect" presStyleLbl="bgShp" presStyleIdx="0" presStyleCnt="10"/>
      <dgm:spPr/>
    </dgm:pt>
    <dgm:pt modelId="{98A25054-D274-4684-8068-7ECBC9141ED3}" type="pres">
      <dgm:prSet presAssocID="{5EDDC125-FA53-44AA-B765-C14CB64FE0BC}" presName="iconRect" presStyleLbl="node1" presStyleIdx="0" presStyleCnt="10"/>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ocument"/>
        </a:ext>
      </dgm:extLst>
    </dgm:pt>
    <dgm:pt modelId="{8C8239BA-6718-464B-9875-B323FC2F9EED}" type="pres">
      <dgm:prSet presAssocID="{5EDDC125-FA53-44AA-B765-C14CB64FE0BC}" presName="spaceRect" presStyleCnt="0"/>
      <dgm:spPr/>
    </dgm:pt>
    <dgm:pt modelId="{05F04FA3-1618-4611-90A7-0CD03C3D5134}" type="pres">
      <dgm:prSet presAssocID="{5EDDC125-FA53-44AA-B765-C14CB64FE0BC}" presName="textRect" presStyleLbl="revTx" presStyleIdx="0" presStyleCnt="10">
        <dgm:presLayoutVars>
          <dgm:chMax val="1"/>
          <dgm:chPref val="1"/>
        </dgm:presLayoutVars>
      </dgm:prSet>
      <dgm:spPr/>
    </dgm:pt>
    <dgm:pt modelId="{BEDA18BE-0888-4681-899E-C911C7877971}" type="pres">
      <dgm:prSet presAssocID="{BF7F9B0B-9F1D-4716-9AE5-BF4A242B4843}" presName="sibTrans" presStyleCnt="0"/>
      <dgm:spPr/>
    </dgm:pt>
    <dgm:pt modelId="{7FFD087F-BCCB-47B4-9D7F-332073B334BA}" type="pres">
      <dgm:prSet presAssocID="{F3BDD5AB-8B97-4F41-99A3-0A9F04747F0B}" presName="compNode" presStyleCnt="0"/>
      <dgm:spPr/>
    </dgm:pt>
    <dgm:pt modelId="{BAA2AC98-07B4-4482-AC2D-B8D4B9B492CE}" type="pres">
      <dgm:prSet presAssocID="{F3BDD5AB-8B97-4F41-99A3-0A9F04747F0B}" presName="iconBgRect" presStyleLbl="bgShp" presStyleIdx="1" presStyleCnt="10"/>
      <dgm:spPr/>
    </dgm:pt>
    <dgm:pt modelId="{76BE55BE-256F-4262-8CB6-72E54C3D4C18}" type="pres">
      <dgm:prSet presAssocID="{F3BDD5AB-8B97-4F41-99A3-0A9F04747F0B}" presName="iconRect" presStyleLbl="node1" presStyleIdx="1" presStyleCnt="10"/>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Arrow circle with solid fill"/>
        </a:ext>
      </dgm:extLst>
    </dgm:pt>
    <dgm:pt modelId="{DC9CEC8D-4B40-4980-93D5-E4869C92FBF5}" type="pres">
      <dgm:prSet presAssocID="{F3BDD5AB-8B97-4F41-99A3-0A9F04747F0B}" presName="spaceRect" presStyleCnt="0"/>
      <dgm:spPr/>
    </dgm:pt>
    <dgm:pt modelId="{E1636535-90BC-40F3-A0B6-BCC8BC1EB09B}" type="pres">
      <dgm:prSet presAssocID="{F3BDD5AB-8B97-4F41-99A3-0A9F04747F0B}" presName="textRect" presStyleLbl="revTx" presStyleIdx="1" presStyleCnt="10">
        <dgm:presLayoutVars>
          <dgm:chMax val="1"/>
          <dgm:chPref val="1"/>
        </dgm:presLayoutVars>
      </dgm:prSet>
      <dgm:spPr/>
    </dgm:pt>
    <dgm:pt modelId="{4D391806-D87B-4F45-9EE3-CFAEF8F8ED92}" type="pres">
      <dgm:prSet presAssocID="{8124F44C-A7E2-44B6-8777-F14D551ED248}" presName="sibTrans" presStyleCnt="0"/>
      <dgm:spPr/>
    </dgm:pt>
    <dgm:pt modelId="{C41DB346-01C3-4795-A2D2-563810B7384C}" type="pres">
      <dgm:prSet presAssocID="{5C8B8490-8C1B-47D8-AB4E-B1EEEB393DBA}" presName="compNode" presStyleCnt="0"/>
      <dgm:spPr/>
    </dgm:pt>
    <dgm:pt modelId="{55044F2C-83D4-479B-9557-B7435CF352B2}" type="pres">
      <dgm:prSet presAssocID="{5C8B8490-8C1B-47D8-AB4E-B1EEEB393DBA}" presName="iconBgRect" presStyleLbl="bgShp" presStyleIdx="2" presStyleCnt="10"/>
      <dgm:spPr/>
    </dgm:pt>
    <dgm:pt modelId="{C6DA3EEB-2959-44FE-AD24-0032A2D9D9D0}" type="pres">
      <dgm:prSet presAssocID="{5C8B8490-8C1B-47D8-AB4E-B1EEEB393DBA}" presName="iconRect" presStyleLbl="node1" presStyleIdx="2" presStyleCnt="10"/>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Research with solid fill"/>
        </a:ext>
      </dgm:extLst>
    </dgm:pt>
    <dgm:pt modelId="{F7487AB8-4D48-44EB-8D48-8F374B786016}" type="pres">
      <dgm:prSet presAssocID="{5C8B8490-8C1B-47D8-AB4E-B1EEEB393DBA}" presName="spaceRect" presStyleCnt="0"/>
      <dgm:spPr/>
    </dgm:pt>
    <dgm:pt modelId="{DCED6147-35CE-449D-A814-9D95814B85CB}" type="pres">
      <dgm:prSet presAssocID="{5C8B8490-8C1B-47D8-AB4E-B1EEEB393DBA}" presName="textRect" presStyleLbl="revTx" presStyleIdx="2" presStyleCnt="10">
        <dgm:presLayoutVars>
          <dgm:chMax val="1"/>
          <dgm:chPref val="1"/>
        </dgm:presLayoutVars>
      </dgm:prSet>
      <dgm:spPr/>
    </dgm:pt>
    <dgm:pt modelId="{33B0038D-302D-4808-9743-A504B36AE357}" type="pres">
      <dgm:prSet presAssocID="{044C2F60-D7A7-4935-93CD-4C29CE85B617}" presName="sibTrans" presStyleCnt="0"/>
      <dgm:spPr/>
    </dgm:pt>
    <dgm:pt modelId="{B48697A5-648A-40EC-93C5-A3D113F7AA9F}" type="pres">
      <dgm:prSet presAssocID="{B0181575-2AF5-4837-88D0-7A22FE8CF29D}" presName="compNode" presStyleCnt="0"/>
      <dgm:spPr/>
    </dgm:pt>
    <dgm:pt modelId="{909C6195-8C56-4A12-A143-A62E77D56B70}" type="pres">
      <dgm:prSet presAssocID="{B0181575-2AF5-4837-88D0-7A22FE8CF29D}" presName="iconBgRect" presStyleLbl="bgShp" presStyleIdx="3" presStyleCnt="10"/>
      <dgm:spPr/>
    </dgm:pt>
    <dgm:pt modelId="{4942AA94-8234-4AFC-B2E7-A8231EBC5D61}" type="pres">
      <dgm:prSet presAssocID="{B0181575-2AF5-4837-88D0-7A22FE8CF29D}" presName="iconRect" presStyleLbl="node1" presStyleIdx="3" presStyleCnt="10"/>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Help"/>
        </a:ext>
      </dgm:extLst>
    </dgm:pt>
    <dgm:pt modelId="{AFC66CF1-9CB7-4547-8290-B3FF1DFEC89D}" type="pres">
      <dgm:prSet presAssocID="{B0181575-2AF5-4837-88D0-7A22FE8CF29D}" presName="spaceRect" presStyleCnt="0"/>
      <dgm:spPr/>
    </dgm:pt>
    <dgm:pt modelId="{51C79D51-A329-4CEB-8FDB-A921E8D3AE65}" type="pres">
      <dgm:prSet presAssocID="{B0181575-2AF5-4837-88D0-7A22FE8CF29D}" presName="textRect" presStyleLbl="revTx" presStyleIdx="3" presStyleCnt="10">
        <dgm:presLayoutVars>
          <dgm:chMax val="1"/>
          <dgm:chPref val="1"/>
        </dgm:presLayoutVars>
      </dgm:prSet>
      <dgm:spPr/>
    </dgm:pt>
    <dgm:pt modelId="{DDCA3766-1D3F-47C8-82C9-BAD0EE53E9A3}" type="pres">
      <dgm:prSet presAssocID="{F21F5807-3180-4EA2-A0B6-33966D24B2FA}" presName="sibTrans" presStyleCnt="0"/>
      <dgm:spPr/>
    </dgm:pt>
    <dgm:pt modelId="{2776681D-9BE1-4585-8865-1E0F7AB6A0F4}" type="pres">
      <dgm:prSet presAssocID="{257B4DC6-E135-436C-B6D2-477A5448970C}" presName="compNode" presStyleCnt="0"/>
      <dgm:spPr/>
    </dgm:pt>
    <dgm:pt modelId="{C40AF3C9-04D7-41C8-AE6E-ECA421CE6CE0}" type="pres">
      <dgm:prSet presAssocID="{257B4DC6-E135-436C-B6D2-477A5448970C}" presName="iconBgRect" presStyleLbl="bgShp" presStyleIdx="4" presStyleCnt="10"/>
      <dgm:spPr/>
    </dgm:pt>
    <dgm:pt modelId="{62B3DC14-661D-42BF-AB45-F9FED1BE4A95}" type="pres">
      <dgm:prSet presAssocID="{257B4DC6-E135-436C-B6D2-477A5448970C}" presName="iconRect" presStyleLbl="node1" presStyleIdx="4" presStyleCnt="10"/>
      <dgm:spPr>
        <a:blipFill>
          <a:blip xmlns:r="http://schemas.openxmlformats.org/officeDocument/2006/relationships" r:embed="rId9">
            <a:extLst>
              <a:ext uri="{96DAC541-7B7A-43D3-8B79-37D633B846F1}">
                <asvg:svgBlip xmlns:asvg="http://schemas.microsoft.com/office/drawing/2016/SVG/main" r:embed="rId10"/>
              </a:ext>
            </a:extLst>
          </a:blip>
          <a:srcRect/>
          <a:stretch>
            <a:fillRect/>
          </a:stretch>
        </a:blipFill>
      </dgm:spPr>
      <dgm:extLst>
        <a:ext uri="{E40237B7-FDA0-4F09-8148-C483321AD2D9}">
          <dgm14:cNvPr xmlns:dgm14="http://schemas.microsoft.com/office/drawing/2010/diagram" id="0" name="" descr="Statistics with solid fill"/>
        </a:ext>
      </dgm:extLst>
    </dgm:pt>
    <dgm:pt modelId="{72F9AA3D-1E15-441A-80ED-21E3D0F85705}" type="pres">
      <dgm:prSet presAssocID="{257B4DC6-E135-436C-B6D2-477A5448970C}" presName="spaceRect" presStyleCnt="0"/>
      <dgm:spPr/>
    </dgm:pt>
    <dgm:pt modelId="{9B208F2B-9E63-4AA0-8724-31157732C90B}" type="pres">
      <dgm:prSet presAssocID="{257B4DC6-E135-436C-B6D2-477A5448970C}" presName="textRect" presStyleLbl="revTx" presStyleIdx="4" presStyleCnt="10">
        <dgm:presLayoutVars>
          <dgm:chMax val="1"/>
          <dgm:chPref val="1"/>
        </dgm:presLayoutVars>
      </dgm:prSet>
      <dgm:spPr/>
    </dgm:pt>
    <dgm:pt modelId="{061A5669-0375-4D4C-A8FC-669D73D8BD73}" type="pres">
      <dgm:prSet presAssocID="{02BD16A9-F074-465F-91B9-1A2D78B95AA9}" presName="sibTrans" presStyleCnt="0"/>
      <dgm:spPr/>
    </dgm:pt>
    <dgm:pt modelId="{DB91DD43-C50C-4A88-B0C7-F577DF1614C5}" type="pres">
      <dgm:prSet presAssocID="{B5548CAB-BC2A-47E9-B648-F5F4C65F4E19}" presName="compNode" presStyleCnt="0"/>
      <dgm:spPr/>
    </dgm:pt>
    <dgm:pt modelId="{3E02DB20-365D-49A5-BC6F-45938825AFDE}" type="pres">
      <dgm:prSet presAssocID="{B5548CAB-BC2A-47E9-B648-F5F4C65F4E19}" presName="iconBgRect" presStyleLbl="bgShp" presStyleIdx="5" presStyleCnt="10"/>
      <dgm:spPr/>
    </dgm:pt>
    <dgm:pt modelId="{12971114-0DF5-45BF-96C0-EF8AC162C53A}" type="pres">
      <dgm:prSet presAssocID="{B5548CAB-BC2A-47E9-B648-F5F4C65F4E19}" presName="iconRect" presStyleLbl="node1" presStyleIdx="5" presStyleCnt="10"/>
      <dgm:spPr>
        <a:blipFill>
          <a:blip xmlns:r="http://schemas.openxmlformats.org/officeDocument/2006/relationships" r:embed="rId11"/>
          <a:srcRect/>
          <a:stretch>
            <a:fillRect l="-30000" r="-30000"/>
          </a:stretch>
        </a:blipFill>
      </dgm:spPr>
    </dgm:pt>
    <dgm:pt modelId="{D8DF2823-3B81-44EC-B131-0C99001180A0}" type="pres">
      <dgm:prSet presAssocID="{B5548CAB-BC2A-47E9-B648-F5F4C65F4E19}" presName="spaceRect" presStyleCnt="0"/>
      <dgm:spPr/>
    </dgm:pt>
    <dgm:pt modelId="{41431771-24FD-4412-B66F-3609779D3E8C}" type="pres">
      <dgm:prSet presAssocID="{B5548CAB-BC2A-47E9-B648-F5F4C65F4E19}" presName="textRect" presStyleLbl="revTx" presStyleIdx="5" presStyleCnt="10">
        <dgm:presLayoutVars>
          <dgm:chMax val="1"/>
          <dgm:chPref val="1"/>
        </dgm:presLayoutVars>
      </dgm:prSet>
      <dgm:spPr/>
    </dgm:pt>
    <dgm:pt modelId="{CC275862-91B4-4847-A672-ECABAFE6F937}" type="pres">
      <dgm:prSet presAssocID="{345EA689-830E-4BAF-9BFE-A462B5F25F92}" presName="sibTrans" presStyleCnt="0"/>
      <dgm:spPr/>
    </dgm:pt>
    <dgm:pt modelId="{BE2D267B-E8BB-4000-9592-70A15469385E}" type="pres">
      <dgm:prSet presAssocID="{CA7FE90E-129C-4282-A0E1-8BCFF3AC70FF}" presName="compNode" presStyleCnt="0"/>
      <dgm:spPr/>
    </dgm:pt>
    <dgm:pt modelId="{E520E093-C036-4529-B213-551B0BE674A1}" type="pres">
      <dgm:prSet presAssocID="{CA7FE90E-129C-4282-A0E1-8BCFF3AC70FF}" presName="iconBgRect" presStyleLbl="bgShp" presStyleIdx="6" presStyleCnt="10"/>
      <dgm:spPr/>
    </dgm:pt>
    <dgm:pt modelId="{DA816AC2-C9A2-4794-996D-0F39D700DDE1}" type="pres">
      <dgm:prSet presAssocID="{CA7FE90E-129C-4282-A0E1-8BCFF3AC70FF}" presName="iconRect" presStyleLbl="node1" presStyleIdx="6" presStyleCnt="10"/>
      <dgm:spPr>
        <a:blipFill>
          <a:blip xmlns:r="http://schemas.openxmlformats.org/officeDocument/2006/relationships" r:embed="rId12">
            <a:extLst>
              <a:ext uri="{96DAC541-7B7A-43D3-8B79-37D633B846F1}">
                <asvg:svgBlip xmlns:asvg="http://schemas.microsoft.com/office/drawing/2016/SVG/main" r:embed="rId13"/>
              </a:ext>
            </a:extLst>
          </a:blip>
          <a:srcRect/>
          <a:stretch>
            <a:fillRect/>
          </a:stretch>
        </a:blipFill>
      </dgm:spPr>
      <dgm:extLst>
        <a:ext uri="{E40237B7-FDA0-4F09-8148-C483321AD2D9}">
          <dgm14:cNvPr xmlns:dgm14="http://schemas.microsoft.com/office/drawing/2010/diagram" id="0" name="" descr="Bar chart with solid fill"/>
        </a:ext>
      </dgm:extLst>
    </dgm:pt>
    <dgm:pt modelId="{03545F4F-FC94-4E6F-BF9C-4B0D935AB56E}" type="pres">
      <dgm:prSet presAssocID="{CA7FE90E-129C-4282-A0E1-8BCFF3AC70FF}" presName="spaceRect" presStyleCnt="0"/>
      <dgm:spPr/>
    </dgm:pt>
    <dgm:pt modelId="{3F0CA983-912F-46D0-8B8E-2DC1073CD354}" type="pres">
      <dgm:prSet presAssocID="{CA7FE90E-129C-4282-A0E1-8BCFF3AC70FF}" presName="textRect" presStyleLbl="revTx" presStyleIdx="6" presStyleCnt="10">
        <dgm:presLayoutVars>
          <dgm:chMax val="1"/>
          <dgm:chPref val="1"/>
        </dgm:presLayoutVars>
      </dgm:prSet>
      <dgm:spPr/>
    </dgm:pt>
    <dgm:pt modelId="{329765C7-F50F-4A87-B299-BA4A80902441}" type="pres">
      <dgm:prSet presAssocID="{6530AB04-D99A-4EF0-9C06-BBF9E9557AA0}" presName="sibTrans" presStyleCnt="0"/>
      <dgm:spPr/>
    </dgm:pt>
    <dgm:pt modelId="{467E4A98-28E6-4235-B7CA-0FB2CA7DBE56}" type="pres">
      <dgm:prSet presAssocID="{121675FA-F578-4780-8CAE-E1EE3A1C4E21}" presName="compNode" presStyleCnt="0"/>
      <dgm:spPr/>
    </dgm:pt>
    <dgm:pt modelId="{FD4159FC-2E58-4A1B-ABFA-B1D5A449192F}" type="pres">
      <dgm:prSet presAssocID="{121675FA-F578-4780-8CAE-E1EE3A1C4E21}" presName="iconBgRect" presStyleLbl="bgShp" presStyleIdx="7" presStyleCnt="10" custLinFactNeighborX="-1703" custLinFactNeighborY="252"/>
      <dgm:spPr/>
    </dgm:pt>
    <dgm:pt modelId="{D35C33E0-0EC9-4DDC-BBAC-7F204A920586}" type="pres">
      <dgm:prSet presAssocID="{121675FA-F578-4780-8CAE-E1EE3A1C4E21}" presName="iconRect" presStyleLbl="node1" presStyleIdx="7" presStyleCnt="10"/>
      <dgm:spPr>
        <a:blipFill>
          <a:blip xmlns:r="http://schemas.openxmlformats.org/officeDocument/2006/relationships" r:embed="rId14">
            <a:extLst>
              <a:ext uri="{96DAC541-7B7A-43D3-8B79-37D633B846F1}">
                <asvg:svgBlip xmlns:asvg="http://schemas.microsoft.com/office/drawing/2016/SVG/main" r:embed="rId15"/>
              </a:ext>
            </a:extLst>
          </a:blip>
          <a:srcRect/>
          <a:stretch>
            <a:fillRect/>
          </a:stretch>
        </a:blipFill>
      </dgm:spPr>
      <dgm:extLst>
        <a:ext uri="{E40237B7-FDA0-4F09-8148-C483321AD2D9}">
          <dgm14:cNvPr xmlns:dgm14="http://schemas.microsoft.com/office/drawing/2010/diagram" id="0" name="" descr="Social network with solid fill"/>
        </a:ext>
      </dgm:extLst>
    </dgm:pt>
    <dgm:pt modelId="{5AD46E9C-59BB-49D5-95F1-F515D41CFE14}" type="pres">
      <dgm:prSet presAssocID="{121675FA-F578-4780-8CAE-E1EE3A1C4E21}" presName="spaceRect" presStyleCnt="0"/>
      <dgm:spPr/>
    </dgm:pt>
    <dgm:pt modelId="{9CA7A1BE-FFB3-455F-87B9-8C8191DBDEB0}" type="pres">
      <dgm:prSet presAssocID="{121675FA-F578-4780-8CAE-E1EE3A1C4E21}" presName="textRect" presStyleLbl="revTx" presStyleIdx="7" presStyleCnt="10">
        <dgm:presLayoutVars>
          <dgm:chMax val="1"/>
          <dgm:chPref val="1"/>
        </dgm:presLayoutVars>
      </dgm:prSet>
      <dgm:spPr/>
    </dgm:pt>
    <dgm:pt modelId="{F49C44E8-8C1C-4462-AE1A-736AFB2082D0}" type="pres">
      <dgm:prSet presAssocID="{0BD53A7D-E8CF-46E4-A184-4BAE5A47AF52}" presName="sibTrans" presStyleCnt="0"/>
      <dgm:spPr/>
    </dgm:pt>
    <dgm:pt modelId="{4541CB08-689B-4BC6-9525-21F438307D36}" type="pres">
      <dgm:prSet presAssocID="{21BEA0EC-9E8B-4B97-96F8-A9947F4F4BBE}" presName="compNode" presStyleCnt="0"/>
      <dgm:spPr/>
    </dgm:pt>
    <dgm:pt modelId="{37D94E30-5CCC-4768-8516-AD9F8394E082}" type="pres">
      <dgm:prSet presAssocID="{21BEA0EC-9E8B-4B97-96F8-A9947F4F4BBE}" presName="iconBgRect" presStyleLbl="bgShp" presStyleIdx="8" presStyleCnt="10"/>
      <dgm:spPr/>
    </dgm:pt>
    <dgm:pt modelId="{A2E249D6-7F0F-43DF-854B-0DED79EE00C9}" type="pres">
      <dgm:prSet presAssocID="{21BEA0EC-9E8B-4B97-96F8-A9947F4F4BBE}" presName="iconRect" presStyleLbl="node1" presStyleIdx="8" presStyleCnt="10"/>
      <dgm:spPr>
        <a:blipFill>
          <a:blip xmlns:r="http://schemas.openxmlformats.org/officeDocument/2006/relationships" r:embed="rId16">
            <a:extLst>
              <a:ext uri="{96DAC541-7B7A-43D3-8B79-37D633B846F1}">
                <asvg:svgBlip xmlns:asvg="http://schemas.microsoft.com/office/drawing/2016/SVG/main" r:embed="rId17"/>
              </a:ext>
            </a:extLst>
          </a:blip>
          <a:srcRect/>
          <a:stretch>
            <a:fillRect/>
          </a:stretch>
        </a:blipFill>
      </dgm:spPr>
      <dgm:extLst>
        <a:ext uri="{E40237B7-FDA0-4F09-8148-C483321AD2D9}">
          <dgm14:cNvPr xmlns:dgm14="http://schemas.microsoft.com/office/drawing/2010/diagram" id="0" name="" descr="Chat bubble with solid fill"/>
        </a:ext>
      </dgm:extLst>
    </dgm:pt>
    <dgm:pt modelId="{771E23E9-24A7-4EB3-901C-A3D8A891331C}" type="pres">
      <dgm:prSet presAssocID="{21BEA0EC-9E8B-4B97-96F8-A9947F4F4BBE}" presName="spaceRect" presStyleCnt="0"/>
      <dgm:spPr/>
    </dgm:pt>
    <dgm:pt modelId="{C8143E28-3401-42BC-B4B9-DA868E1E252D}" type="pres">
      <dgm:prSet presAssocID="{21BEA0EC-9E8B-4B97-96F8-A9947F4F4BBE}" presName="textRect" presStyleLbl="revTx" presStyleIdx="8" presStyleCnt="10">
        <dgm:presLayoutVars>
          <dgm:chMax val="1"/>
          <dgm:chPref val="1"/>
        </dgm:presLayoutVars>
      </dgm:prSet>
      <dgm:spPr/>
    </dgm:pt>
    <dgm:pt modelId="{969603B0-C21C-4164-804D-28A16EE9A065}" type="pres">
      <dgm:prSet presAssocID="{D09989CE-41CD-4957-8455-16CAB6D5AE88}" presName="sibTrans" presStyleCnt="0"/>
      <dgm:spPr/>
    </dgm:pt>
    <dgm:pt modelId="{12853C35-039D-44EE-8453-6BF67B4A1297}" type="pres">
      <dgm:prSet presAssocID="{FC43DD59-FEEE-4CFE-9BEF-DC0D39DDFAEF}" presName="compNode" presStyleCnt="0"/>
      <dgm:spPr/>
    </dgm:pt>
    <dgm:pt modelId="{DA725F30-B103-4B49-9019-8ACC54FE079A}" type="pres">
      <dgm:prSet presAssocID="{FC43DD59-FEEE-4CFE-9BEF-DC0D39DDFAEF}" presName="iconBgRect" presStyleLbl="bgShp" presStyleIdx="9" presStyleCnt="10"/>
      <dgm:spPr/>
    </dgm:pt>
    <dgm:pt modelId="{AE15732E-3F6B-4EE5-A251-0DDA3BC7B294}" type="pres">
      <dgm:prSet presAssocID="{FC43DD59-FEEE-4CFE-9BEF-DC0D39DDFAEF}" presName="iconRect" presStyleLbl="node1" presStyleIdx="9" presStyleCnt="10"/>
      <dgm:spPr>
        <a:blipFill>
          <a:blip xmlns:r="http://schemas.openxmlformats.org/officeDocument/2006/relationships"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a:blipFill>
        <a:ln>
          <a:noFill/>
        </a:ln>
      </dgm:spPr>
      <dgm:extLst>
        <a:ext uri="{E40237B7-FDA0-4F09-8148-C483321AD2D9}">
          <dgm14:cNvPr xmlns:dgm14="http://schemas.microsoft.com/office/drawing/2010/diagram" id="0" name="" descr="Gavel"/>
        </a:ext>
      </dgm:extLst>
    </dgm:pt>
    <dgm:pt modelId="{ECB20E0C-63AF-4E48-AD5D-7FC2FBD604DC}" type="pres">
      <dgm:prSet presAssocID="{FC43DD59-FEEE-4CFE-9BEF-DC0D39DDFAEF}" presName="spaceRect" presStyleCnt="0"/>
      <dgm:spPr/>
    </dgm:pt>
    <dgm:pt modelId="{A6998A72-4481-4B3E-AFA5-CB7E79284DA0}" type="pres">
      <dgm:prSet presAssocID="{FC43DD59-FEEE-4CFE-9BEF-DC0D39DDFAEF}" presName="textRect" presStyleLbl="revTx" presStyleIdx="9" presStyleCnt="10">
        <dgm:presLayoutVars>
          <dgm:chMax val="1"/>
          <dgm:chPref val="1"/>
        </dgm:presLayoutVars>
      </dgm:prSet>
      <dgm:spPr/>
    </dgm:pt>
  </dgm:ptLst>
  <dgm:cxnLst>
    <dgm:cxn modelId="{05056806-B0F5-49DB-A4FF-0598D7094E98}" type="presOf" srcId="{C3F44777-C1C8-40C3-9BB1-1051BE44DA49}" destId="{4A2CB8A1-5B18-4AC0-93AF-F77513019641}" srcOrd="0" destOrd="0" presId="urn:microsoft.com/office/officeart/2018/5/layout/IconCircleLabelList"/>
    <dgm:cxn modelId="{1E6F1F0A-6364-4852-9E05-3F9507B386AE}" srcId="{C3F44777-C1C8-40C3-9BB1-1051BE44DA49}" destId="{21BEA0EC-9E8B-4B97-96F8-A9947F4F4BBE}" srcOrd="8" destOrd="0" parTransId="{5853D981-C1D9-44F6-9F28-7D84E612BFF1}" sibTransId="{D09989CE-41CD-4957-8455-16CAB6D5AE88}"/>
    <dgm:cxn modelId="{1E69890E-DE9F-415B-BC6B-894502C0AFDE}" type="presOf" srcId="{CA7FE90E-129C-4282-A0E1-8BCFF3AC70FF}" destId="{3F0CA983-912F-46D0-8B8E-2DC1073CD354}" srcOrd="0" destOrd="0" presId="urn:microsoft.com/office/officeart/2018/5/layout/IconCircleLabelList"/>
    <dgm:cxn modelId="{0313F610-94A9-4482-840C-AFD5C79647BE}" srcId="{C3F44777-C1C8-40C3-9BB1-1051BE44DA49}" destId="{257B4DC6-E135-436C-B6D2-477A5448970C}" srcOrd="4" destOrd="0" parTransId="{AA320821-62FE-465F-B9F8-CB0BE2F4FF0F}" sibTransId="{02BD16A9-F074-465F-91B9-1A2D78B95AA9}"/>
    <dgm:cxn modelId="{224A4F20-1584-4414-8F51-4F4E561C412C}" srcId="{C3F44777-C1C8-40C3-9BB1-1051BE44DA49}" destId="{5EDDC125-FA53-44AA-B765-C14CB64FE0BC}" srcOrd="0" destOrd="0" parTransId="{311585A7-86CE-4C66-8AC8-D4D02399A4E6}" sibTransId="{BF7F9B0B-9F1D-4716-9AE5-BF4A242B4843}"/>
    <dgm:cxn modelId="{CFB60C36-06D8-47FB-AAA2-BE8701AC8BE4}" type="presOf" srcId="{F3BDD5AB-8B97-4F41-99A3-0A9F04747F0B}" destId="{E1636535-90BC-40F3-A0B6-BCC8BC1EB09B}" srcOrd="0" destOrd="0" presId="urn:microsoft.com/office/officeart/2018/5/layout/IconCircleLabelList"/>
    <dgm:cxn modelId="{F5952C5D-07A9-40BA-AA48-101E332CBE5B}" srcId="{C3F44777-C1C8-40C3-9BB1-1051BE44DA49}" destId="{5C8B8490-8C1B-47D8-AB4E-B1EEEB393DBA}" srcOrd="2" destOrd="0" parTransId="{E4CD12E4-525F-4B34-8269-36A71D900625}" sibTransId="{044C2F60-D7A7-4935-93CD-4C29CE85B617}"/>
    <dgm:cxn modelId="{36F3CA41-47D6-481E-8A57-3F85213D7F51}" srcId="{C3F44777-C1C8-40C3-9BB1-1051BE44DA49}" destId="{121675FA-F578-4780-8CAE-E1EE3A1C4E21}" srcOrd="7" destOrd="0" parTransId="{9864AD9B-DCC5-410A-AD00-75284BD493B7}" sibTransId="{0BD53A7D-E8CF-46E4-A184-4BAE5A47AF52}"/>
    <dgm:cxn modelId="{608E2662-703F-48CB-9173-5788440734D3}" srcId="{C3F44777-C1C8-40C3-9BB1-1051BE44DA49}" destId="{CA7FE90E-129C-4282-A0E1-8BCFF3AC70FF}" srcOrd="6" destOrd="0" parTransId="{E168B71C-7F82-4444-A029-3D2355B45EB8}" sibTransId="{6530AB04-D99A-4EF0-9C06-BBF9E9557AA0}"/>
    <dgm:cxn modelId="{4DAC8F64-ACA1-43D6-99A6-FB118C2ED6DA}" type="presOf" srcId="{121675FA-F578-4780-8CAE-E1EE3A1C4E21}" destId="{9CA7A1BE-FFB3-455F-87B9-8C8191DBDEB0}" srcOrd="0" destOrd="0" presId="urn:microsoft.com/office/officeart/2018/5/layout/IconCircleLabelList"/>
    <dgm:cxn modelId="{70967466-BF29-4EF9-8C36-9AFF6C75B957}" type="presOf" srcId="{257B4DC6-E135-436C-B6D2-477A5448970C}" destId="{9B208F2B-9E63-4AA0-8724-31157732C90B}" srcOrd="0" destOrd="0" presId="urn:microsoft.com/office/officeart/2018/5/layout/IconCircleLabelList"/>
    <dgm:cxn modelId="{A0D98449-208C-47EC-9544-0B9B77773FAF}" type="presOf" srcId="{5C8B8490-8C1B-47D8-AB4E-B1EEEB393DBA}" destId="{DCED6147-35CE-449D-A814-9D95814B85CB}" srcOrd="0" destOrd="0" presId="urn:microsoft.com/office/officeart/2018/5/layout/IconCircleLabelList"/>
    <dgm:cxn modelId="{F9B01B72-0D4F-4181-976B-D6CFFE652258}" type="presOf" srcId="{FC43DD59-FEEE-4CFE-9BEF-DC0D39DDFAEF}" destId="{A6998A72-4481-4B3E-AFA5-CB7E79284DA0}" srcOrd="0" destOrd="0" presId="urn:microsoft.com/office/officeart/2018/5/layout/IconCircleLabelList"/>
    <dgm:cxn modelId="{8DB85F72-E151-4302-8EDB-FBB5A635C36E}" type="presOf" srcId="{5EDDC125-FA53-44AA-B765-C14CB64FE0BC}" destId="{05F04FA3-1618-4611-90A7-0CD03C3D5134}" srcOrd="0" destOrd="0" presId="urn:microsoft.com/office/officeart/2018/5/layout/IconCircleLabelList"/>
    <dgm:cxn modelId="{20E8B553-165B-4DAA-BA0E-A4EC8C30E716}" type="presOf" srcId="{B0181575-2AF5-4837-88D0-7A22FE8CF29D}" destId="{51C79D51-A329-4CEB-8FDB-A921E8D3AE65}" srcOrd="0" destOrd="0" presId="urn:microsoft.com/office/officeart/2018/5/layout/IconCircleLabelList"/>
    <dgm:cxn modelId="{7BAC2786-1529-491C-A8FA-379285FFF464}" srcId="{C3F44777-C1C8-40C3-9BB1-1051BE44DA49}" destId="{B0181575-2AF5-4837-88D0-7A22FE8CF29D}" srcOrd="3" destOrd="0" parTransId="{E68B6DCA-EA1F-4EA0-88BA-91FF12D8E989}" sibTransId="{F21F5807-3180-4EA2-A0B6-33966D24B2FA}"/>
    <dgm:cxn modelId="{04D25587-0479-4B11-A124-E161ACBBB034}" srcId="{C3F44777-C1C8-40C3-9BB1-1051BE44DA49}" destId="{FC43DD59-FEEE-4CFE-9BEF-DC0D39DDFAEF}" srcOrd="9" destOrd="0" parTransId="{162255FB-B871-45E7-944E-74F546F68C60}" sibTransId="{E6987B89-3BB9-47B9-907C-90FC83EB806B}"/>
    <dgm:cxn modelId="{259F10A3-22D9-4CCF-8DB5-8A621F69B257}" type="presOf" srcId="{21BEA0EC-9E8B-4B97-96F8-A9947F4F4BBE}" destId="{C8143E28-3401-42BC-B4B9-DA868E1E252D}" srcOrd="0" destOrd="0" presId="urn:microsoft.com/office/officeart/2018/5/layout/IconCircleLabelList"/>
    <dgm:cxn modelId="{376356B2-A8F1-437F-8D30-C57252FAAFAD}" srcId="{C3F44777-C1C8-40C3-9BB1-1051BE44DA49}" destId="{F3BDD5AB-8B97-4F41-99A3-0A9F04747F0B}" srcOrd="1" destOrd="0" parTransId="{F7B2D793-F85E-4C97-BDF4-6B79FE7A26D3}" sibTransId="{8124F44C-A7E2-44B6-8777-F14D551ED248}"/>
    <dgm:cxn modelId="{75482CC8-C470-43FF-8533-B4E4F627F7C1}" srcId="{C3F44777-C1C8-40C3-9BB1-1051BE44DA49}" destId="{B5548CAB-BC2A-47E9-B648-F5F4C65F4E19}" srcOrd="5" destOrd="0" parTransId="{147ACB18-8B7D-4DBD-A3CF-24531B67C3E3}" sibTransId="{345EA689-830E-4BAF-9BFE-A462B5F25F92}"/>
    <dgm:cxn modelId="{B484CBF3-7BEE-4FED-81A6-0083DE367A93}" type="presOf" srcId="{B5548CAB-BC2A-47E9-B648-F5F4C65F4E19}" destId="{41431771-24FD-4412-B66F-3609779D3E8C}" srcOrd="0" destOrd="0" presId="urn:microsoft.com/office/officeart/2018/5/layout/IconCircleLabelList"/>
    <dgm:cxn modelId="{8F1F1A9F-BCAC-491C-931E-649795B2BCEA}" type="presParOf" srcId="{4A2CB8A1-5B18-4AC0-93AF-F77513019641}" destId="{08AB6D1A-4A98-4CDC-BAB9-07E89AAA1AD8}" srcOrd="0" destOrd="0" presId="urn:microsoft.com/office/officeart/2018/5/layout/IconCircleLabelList"/>
    <dgm:cxn modelId="{6AF60D2C-1775-4EBC-94FD-DAA303FC4D40}" type="presParOf" srcId="{08AB6D1A-4A98-4CDC-BAB9-07E89AAA1AD8}" destId="{31D6A78C-DBE1-4203-8EE5-9CA4AE436FC2}" srcOrd="0" destOrd="0" presId="urn:microsoft.com/office/officeart/2018/5/layout/IconCircleLabelList"/>
    <dgm:cxn modelId="{53AF5330-292A-4C5C-8077-02243F7881BE}" type="presParOf" srcId="{08AB6D1A-4A98-4CDC-BAB9-07E89AAA1AD8}" destId="{98A25054-D274-4684-8068-7ECBC9141ED3}" srcOrd="1" destOrd="0" presId="urn:microsoft.com/office/officeart/2018/5/layout/IconCircleLabelList"/>
    <dgm:cxn modelId="{D269DDEA-4190-4AFB-B469-978E8F7B44C2}" type="presParOf" srcId="{08AB6D1A-4A98-4CDC-BAB9-07E89AAA1AD8}" destId="{8C8239BA-6718-464B-9875-B323FC2F9EED}" srcOrd="2" destOrd="0" presId="urn:microsoft.com/office/officeart/2018/5/layout/IconCircleLabelList"/>
    <dgm:cxn modelId="{7C2C0FDD-8EFA-4E50-8C96-61FD4AF67C4B}" type="presParOf" srcId="{08AB6D1A-4A98-4CDC-BAB9-07E89AAA1AD8}" destId="{05F04FA3-1618-4611-90A7-0CD03C3D5134}" srcOrd="3" destOrd="0" presId="urn:microsoft.com/office/officeart/2018/5/layout/IconCircleLabelList"/>
    <dgm:cxn modelId="{64856836-B030-4147-8502-2CB217229BE5}" type="presParOf" srcId="{4A2CB8A1-5B18-4AC0-93AF-F77513019641}" destId="{BEDA18BE-0888-4681-899E-C911C7877971}" srcOrd="1" destOrd="0" presId="urn:microsoft.com/office/officeart/2018/5/layout/IconCircleLabelList"/>
    <dgm:cxn modelId="{AD215FB5-658C-4624-B1A2-BACBA324A595}" type="presParOf" srcId="{4A2CB8A1-5B18-4AC0-93AF-F77513019641}" destId="{7FFD087F-BCCB-47B4-9D7F-332073B334BA}" srcOrd="2" destOrd="0" presId="urn:microsoft.com/office/officeart/2018/5/layout/IconCircleLabelList"/>
    <dgm:cxn modelId="{95AB8529-BD54-4DF2-8BB4-A30FE2B00B9B}" type="presParOf" srcId="{7FFD087F-BCCB-47B4-9D7F-332073B334BA}" destId="{BAA2AC98-07B4-4482-AC2D-B8D4B9B492CE}" srcOrd="0" destOrd="0" presId="urn:microsoft.com/office/officeart/2018/5/layout/IconCircleLabelList"/>
    <dgm:cxn modelId="{5648B0C5-9045-4877-968F-10965E16A076}" type="presParOf" srcId="{7FFD087F-BCCB-47B4-9D7F-332073B334BA}" destId="{76BE55BE-256F-4262-8CB6-72E54C3D4C18}" srcOrd="1" destOrd="0" presId="urn:microsoft.com/office/officeart/2018/5/layout/IconCircleLabelList"/>
    <dgm:cxn modelId="{4594733D-5018-4C14-9A51-EB40D7C6A7F9}" type="presParOf" srcId="{7FFD087F-BCCB-47B4-9D7F-332073B334BA}" destId="{DC9CEC8D-4B40-4980-93D5-E4869C92FBF5}" srcOrd="2" destOrd="0" presId="urn:microsoft.com/office/officeart/2018/5/layout/IconCircleLabelList"/>
    <dgm:cxn modelId="{41AB23A6-6565-4545-B591-81CD44FDD6FE}" type="presParOf" srcId="{7FFD087F-BCCB-47B4-9D7F-332073B334BA}" destId="{E1636535-90BC-40F3-A0B6-BCC8BC1EB09B}" srcOrd="3" destOrd="0" presId="urn:microsoft.com/office/officeart/2018/5/layout/IconCircleLabelList"/>
    <dgm:cxn modelId="{673414C3-49E3-4B41-AF13-6A26C696E8A6}" type="presParOf" srcId="{4A2CB8A1-5B18-4AC0-93AF-F77513019641}" destId="{4D391806-D87B-4F45-9EE3-CFAEF8F8ED92}" srcOrd="3" destOrd="0" presId="urn:microsoft.com/office/officeart/2018/5/layout/IconCircleLabelList"/>
    <dgm:cxn modelId="{7C60CA30-7AEA-43D3-9535-F745E3BE1EA5}" type="presParOf" srcId="{4A2CB8A1-5B18-4AC0-93AF-F77513019641}" destId="{C41DB346-01C3-4795-A2D2-563810B7384C}" srcOrd="4" destOrd="0" presId="urn:microsoft.com/office/officeart/2018/5/layout/IconCircleLabelList"/>
    <dgm:cxn modelId="{75E9F55B-527E-4869-9FDE-936956301D2C}" type="presParOf" srcId="{C41DB346-01C3-4795-A2D2-563810B7384C}" destId="{55044F2C-83D4-479B-9557-B7435CF352B2}" srcOrd="0" destOrd="0" presId="urn:microsoft.com/office/officeart/2018/5/layout/IconCircleLabelList"/>
    <dgm:cxn modelId="{E488A098-F9CE-426E-9E91-E88A8F7AD448}" type="presParOf" srcId="{C41DB346-01C3-4795-A2D2-563810B7384C}" destId="{C6DA3EEB-2959-44FE-AD24-0032A2D9D9D0}" srcOrd="1" destOrd="0" presId="urn:microsoft.com/office/officeart/2018/5/layout/IconCircleLabelList"/>
    <dgm:cxn modelId="{97DD9BFD-D458-4D69-8EF0-79A4EC4D3BDF}" type="presParOf" srcId="{C41DB346-01C3-4795-A2D2-563810B7384C}" destId="{F7487AB8-4D48-44EB-8D48-8F374B786016}" srcOrd="2" destOrd="0" presId="urn:microsoft.com/office/officeart/2018/5/layout/IconCircleLabelList"/>
    <dgm:cxn modelId="{69BD0D2D-4615-41D2-869A-1298169688D2}" type="presParOf" srcId="{C41DB346-01C3-4795-A2D2-563810B7384C}" destId="{DCED6147-35CE-449D-A814-9D95814B85CB}" srcOrd="3" destOrd="0" presId="urn:microsoft.com/office/officeart/2018/5/layout/IconCircleLabelList"/>
    <dgm:cxn modelId="{8CB5978D-BF0F-4628-B06D-CCE23A200F0C}" type="presParOf" srcId="{4A2CB8A1-5B18-4AC0-93AF-F77513019641}" destId="{33B0038D-302D-4808-9743-A504B36AE357}" srcOrd="5" destOrd="0" presId="urn:microsoft.com/office/officeart/2018/5/layout/IconCircleLabelList"/>
    <dgm:cxn modelId="{0EFF0BB3-EC59-440C-8FE6-BC906B9636A2}" type="presParOf" srcId="{4A2CB8A1-5B18-4AC0-93AF-F77513019641}" destId="{B48697A5-648A-40EC-93C5-A3D113F7AA9F}" srcOrd="6" destOrd="0" presId="urn:microsoft.com/office/officeart/2018/5/layout/IconCircleLabelList"/>
    <dgm:cxn modelId="{EFB182D7-3ACB-415B-88D9-49E08C964E36}" type="presParOf" srcId="{B48697A5-648A-40EC-93C5-A3D113F7AA9F}" destId="{909C6195-8C56-4A12-A143-A62E77D56B70}" srcOrd="0" destOrd="0" presId="urn:microsoft.com/office/officeart/2018/5/layout/IconCircleLabelList"/>
    <dgm:cxn modelId="{D1E72F00-6B0B-452B-AFED-A7991B66E2EF}" type="presParOf" srcId="{B48697A5-648A-40EC-93C5-A3D113F7AA9F}" destId="{4942AA94-8234-4AFC-B2E7-A8231EBC5D61}" srcOrd="1" destOrd="0" presId="urn:microsoft.com/office/officeart/2018/5/layout/IconCircleLabelList"/>
    <dgm:cxn modelId="{2817590E-68C7-4977-8C4D-7FBCF6CDB640}" type="presParOf" srcId="{B48697A5-648A-40EC-93C5-A3D113F7AA9F}" destId="{AFC66CF1-9CB7-4547-8290-B3FF1DFEC89D}" srcOrd="2" destOrd="0" presId="urn:microsoft.com/office/officeart/2018/5/layout/IconCircleLabelList"/>
    <dgm:cxn modelId="{4B60A52B-7CDE-4DF7-8C3F-85322014CD47}" type="presParOf" srcId="{B48697A5-648A-40EC-93C5-A3D113F7AA9F}" destId="{51C79D51-A329-4CEB-8FDB-A921E8D3AE65}" srcOrd="3" destOrd="0" presId="urn:microsoft.com/office/officeart/2018/5/layout/IconCircleLabelList"/>
    <dgm:cxn modelId="{8CFE6BEE-524C-4B0E-A16B-589EEAD5279E}" type="presParOf" srcId="{4A2CB8A1-5B18-4AC0-93AF-F77513019641}" destId="{DDCA3766-1D3F-47C8-82C9-BAD0EE53E9A3}" srcOrd="7" destOrd="0" presId="urn:microsoft.com/office/officeart/2018/5/layout/IconCircleLabelList"/>
    <dgm:cxn modelId="{AC54FED3-C797-4BDF-B60F-9B16EFAC12A3}" type="presParOf" srcId="{4A2CB8A1-5B18-4AC0-93AF-F77513019641}" destId="{2776681D-9BE1-4585-8865-1E0F7AB6A0F4}" srcOrd="8" destOrd="0" presId="urn:microsoft.com/office/officeart/2018/5/layout/IconCircleLabelList"/>
    <dgm:cxn modelId="{50EDD947-214A-4848-B0DA-CEDDE8CAB55E}" type="presParOf" srcId="{2776681D-9BE1-4585-8865-1E0F7AB6A0F4}" destId="{C40AF3C9-04D7-41C8-AE6E-ECA421CE6CE0}" srcOrd="0" destOrd="0" presId="urn:microsoft.com/office/officeart/2018/5/layout/IconCircleLabelList"/>
    <dgm:cxn modelId="{271EBFF7-EBCB-417C-A2F4-A2E8684D9CBD}" type="presParOf" srcId="{2776681D-9BE1-4585-8865-1E0F7AB6A0F4}" destId="{62B3DC14-661D-42BF-AB45-F9FED1BE4A95}" srcOrd="1" destOrd="0" presId="urn:microsoft.com/office/officeart/2018/5/layout/IconCircleLabelList"/>
    <dgm:cxn modelId="{EC03C007-BFA6-475B-880A-5970B64B33CD}" type="presParOf" srcId="{2776681D-9BE1-4585-8865-1E0F7AB6A0F4}" destId="{72F9AA3D-1E15-441A-80ED-21E3D0F85705}" srcOrd="2" destOrd="0" presId="urn:microsoft.com/office/officeart/2018/5/layout/IconCircleLabelList"/>
    <dgm:cxn modelId="{A2BC590F-37C1-4E70-BFD2-DAB26E437A08}" type="presParOf" srcId="{2776681D-9BE1-4585-8865-1E0F7AB6A0F4}" destId="{9B208F2B-9E63-4AA0-8724-31157732C90B}" srcOrd="3" destOrd="0" presId="urn:microsoft.com/office/officeart/2018/5/layout/IconCircleLabelList"/>
    <dgm:cxn modelId="{697BB16F-0058-4CC8-8568-9F34414E5774}" type="presParOf" srcId="{4A2CB8A1-5B18-4AC0-93AF-F77513019641}" destId="{061A5669-0375-4D4C-A8FC-669D73D8BD73}" srcOrd="9" destOrd="0" presId="urn:microsoft.com/office/officeart/2018/5/layout/IconCircleLabelList"/>
    <dgm:cxn modelId="{7770C9F1-33D7-4B49-89C8-58F433ADD218}" type="presParOf" srcId="{4A2CB8A1-5B18-4AC0-93AF-F77513019641}" destId="{DB91DD43-C50C-4A88-B0C7-F577DF1614C5}" srcOrd="10" destOrd="0" presId="urn:microsoft.com/office/officeart/2018/5/layout/IconCircleLabelList"/>
    <dgm:cxn modelId="{A7E7C22A-060E-4A23-8C4E-0BDBF9A9D659}" type="presParOf" srcId="{DB91DD43-C50C-4A88-B0C7-F577DF1614C5}" destId="{3E02DB20-365D-49A5-BC6F-45938825AFDE}" srcOrd="0" destOrd="0" presId="urn:microsoft.com/office/officeart/2018/5/layout/IconCircleLabelList"/>
    <dgm:cxn modelId="{FFC7599B-4FE8-4167-842C-15B59A150629}" type="presParOf" srcId="{DB91DD43-C50C-4A88-B0C7-F577DF1614C5}" destId="{12971114-0DF5-45BF-96C0-EF8AC162C53A}" srcOrd="1" destOrd="0" presId="urn:microsoft.com/office/officeart/2018/5/layout/IconCircleLabelList"/>
    <dgm:cxn modelId="{FCCE0D58-4A7C-4F20-856F-B86CD404C3DB}" type="presParOf" srcId="{DB91DD43-C50C-4A88-B0C7-F577DF1614C5}" destId="{D8DF2823-3B81-44EC-B131-0C99001180A0}" srcOrd="2" destOrd="0" presId="urn:microsoft.com/office/officeart/2018/5/layout/IconCircleLabelList"/>
    <dgm:cxn modelId="{57ECDA1E-64D4-4053-AEF3-8898F5A6EE2F}" type="presParOf" srcId="{DB91DD43-C50C-4A88-B0C7-F577DF1614C5}" destId="{41431771-24FD-4412-B66F-3609779D3E8C}" srcOrd="3" destOrd="0" presId="urn:microsoft.com/office/officeart/2018/5/layout/IconCircleLabelList"/>
    <dgm:cxn modelId="{E7635A36-C596-4B57-B048-1DDCF5F9AFB8}" type="presParOf" srcId="{4A2CB8A1-5B18-4AC0-93AF-F77513019641}" destId="{CC275862-91B4-4847-A672-ECABAFE6F937}" srcOrd="11" destOrd="0" presId="urn:microsoft.com/office/officeart/2018/5/layout/IconCircleLabelList"/>
    <dgm:cxn modelId="{342053F7-9AA9-4097-B209-7E5C0B01934E}" type="presParOf" srcId="{4A2CB8A1-5B18-4AC0-93AF-F77513019641}" destId="{BE2D267B-E8BB-4000-9592-70A15469385E}" srcOrd="12" destOrd="0" presId="urn:microsoft.com/office/officeart/2018/5/layout/IconCircleLabelList"/>
    <dgm:cxn modelId="{045998E4-6FE7-4E3C-BA05-CD56B49FC675}" type="presParOf" srcId="{BE2D267B-E8BB-4000-9592-70A15469385E}" destId="{E520E093-C036-4529-B213-551B0BE674A1}" srcOrd="0" destOrd="0" presId="urn:microsoft.com/office/officeart/2018/5/layout/IconCircleLabelList"/>
    <dgm:cxn modelId="{7E779FF3-B78F-4D37-A5BF-D119F8A00852}" type="presParOf" srcId="{BE2D267B-E8BB-4000-9592-70A15469385E}" destId="{DA816AC2-C9A2-4794-996D-0F39D700DDE1}" srcOrd="1" destOrd="0" presId="urn:microsoft.com/office/officeart/2018/5/layout/IconCircleLabelList"/>
    <dgm:cxn modelId="{67E5625C-7804-479C-89DA-C719313A7E3D}" type="presParOf" srcId="{BE2D267B-E8BB-4000-9592-70A15469385E}" destId="{03545F4F-FC94-4E6F-BF9C-4B0D935AB56E}" srcOrd="2" destOrd="0" presId="urn:microsoft.com/office/officeart/2018/5/layout/IconCircleLabelList"/>
    <dgm:cxn modelId="{BF064428-2454-4E94-B1CC-AFE767BF5E01}" type="presParOf" srcId="{BE2D267B-E8BB-4000-9592-70A15469385E}" destId="{3F0CA983-912F-46D0-8B8E-2DC1073CD354}" srcOrd="3" destOrd="0" presId="urn:microsoft.com/office/officeart/2018/5/layout/IconCircleLabelList"/>
    <dgm:cxn modelId="{0EFCE8D3-643F-481C-8F34-27C4EAE79B3F}" type="presParOf" srcId="{4A2CB8A1-5B18-4AC0-93AF-F77513019641}" destId="{329765C7-F50F-4A87-B299-BA4A80902441}" srcOrd="13" destOrd="0" presId="urn:microsoft.com/office/officeart/2018/5/layout/IconCircleLabelList"/>
    <dgm:cxn modelId="{EB014E00-95D3-407B-AA57-B5E2624AABB6}" type="presParOf" srcId="{4A2CB8A1-5B18-4AC0-93AF-F77513019641}" destId="{467E4A98-28E6-4235-B7CA-0FB2CA7DBE56}" srcOrd="14" destOrd="0" presId="urn:microsoft.com/office/officeart/2018/5/layout/IconCircleLabelList"/>
    <dgm:cxn modelId="{B88A5F77-3779-4C0B-B4FB-E8FE1C2C63DF}" type="presParOf" srcId="{467E4A98-28E6-4235-B7CA-0FB2CA7DBE56}" destId="{FD4159FC-2E58-4A1B-ABFA-B1D5A449192F}" srcOrd="0" destOrd="0" presId="urn:microsoft.com/office/officeart/2018/5/layout/IconCircleLabelList"/>
    <dgm:cxn modelId="{EDC1AFB5-C7E9-4F04-A3C8-0CE0EDDDBFB0}" type="presParOf" srcId="{467E4A98-28E6-4235-B7CA-0FB2CA7DBE56}" destId="{D35C33E0-0EC9-4DDC-BBAC-7F204A920586}" srcOrd="1" destOrd="0" presId="urn:microsoft.com/office/officeart/2018/5/layout/IconCircleLabelList"/>
    <dgm:cxn modelId="{70FB9692-5E41-4199-99F1-AF2887264C65}" type="presParOf" srcId="{467E4A98-28E6-4235-B7CA-0FB2CA7DBE56}" destId="{5AD46E9C-59BB-49D5-95F1-F515D41CFE14}" srcOrd="2" destOrd="0" presId="urn:microsoft.com/office/officeart/2018/5/layout/IconCircleLabelList"/>
    <dgm:cxn modelId="{C4A38202-3EB6-4760-87D6-6F88D6AFA17A}" type="presParOf" srcId="{467E4A98-28E6-4235-B7CA-0FB2CA7DBE56}" destId="{9CA7A1BE-FFB3-455F-87B9-8C8191DBDEB0}" srcOrd="3" destOrd="0" presId="urn:microsoft.com/office/officeart/2018/5/layout/IconCircleLabelList"/>
    <dgm:cxn modelId="{17D1EC62-6E98-481F-BCF0-BF86FC52F109}" type="presParOf" srcId="{4A2CB8A1-5B18-4AC0-93AF-F77513019641}" destId="{F49C44E8-8C1C-4462-AE1A-736AFB2082D0}" srcOrd="15" destOrd="0" presId="urn:microsoft.com/office/officeart/2018/5/layout/IconCircleLabelList"/>
    <dgm:cxn modelId="{0353205B-DCF3-4312-B0FF-2352C2EABCB6}" type="presParOf" srcId="{4A2CB8A1-5B18-4AC0-93AF-F77513019641}" destId="{4541CB08-689B-4BC6-9525-21F438307D36}" srcOrd="16" destOrd="0" presId="urn:microsoft.com/office/officeart/2018/5/layout/IconCircleLabelList"/>
    <dgm:cxn modelId="{04DF8632-C14D-45EE-9223-8EDF06FDCC41}" type="presParOf" srcId="{4541CB08-689B-4BC6-9525-21F438307D36}" destId="{37D94E30-5CCC-4768-8516-AD9F8394E082}" srcOrd="0" destOrd="0" presId="urn:microsoft.com/office/officeart/2018/5/layout/IconCircleLabelList"/>
    <dgm:cxn modelId="{80DBC473-0C43-4EED-9060-DCBC7579C7B0}" type="presParOf" srcId="{4541CB08-689B-4BC6-9525-21F438307D36}" destId="{A2E249D6-7F0F-43DF-854B-0DED79EE00C9}" srcOrd="1" destOrd="0" presId="urn:microsoft.com/office/officeart/2018/5/layout/IconCircleLabelList"/>
    <dgm:cxn modelId="{2E21029E-1C2E-4585-B830-C3D93278CEB6}" type="presParOf" srcId="{4541CB08-689B-4BC6-9525-21F438307D36}" destId="{771E23E9-24A7-4EB3-901C-A3D8A891331C}" srcOrd="2" destOrd="0" presId="urn:microsoft.com/office/officeart/2018/5/layout/IconCircleLabelList"/>
    <dgm:cxn modelId="{ABAD04BD-663F-4E92-9BAD-70AF715F6B58}" type="presParOf" srcId="{4541CB08-689B-4BC6-9525-21F438307D36}" destId="{C8143E28-3401-42BC-B4B9-DA868E1E252D}" srcOrd="3" destOrd="0" presId="urn:microsoft.com/office/officeart/2018/5/layout/IconCircleLabelList"/>
    <dgm:cxn modelId="{1D09C069-FF65-48B7-9CDB-D4591ED7F274}" type="presParOf" srcId="{4A2CB8A1-5B18-4AC0-93AF-F77513019641}" destId="{969603B0-C21C-4164-804D-28A16EE9A065}" srcOrd="17" destOrd="0" presId="urn:microsoft.com/office/officeart/2018/5/layout/IconCircleLabelList"/>
    <dgm:cxn modelId="{111E2161-EAB4-4627-AF38-A8D06CE16F4F}" type="presParOf" srcId="{4A2CB8A1-5B18-4AC0-93AF-F77513019641}" destId="{12853C35-039D-44EE-8453-6BF67B4A1297}" srcOrd="18" destOrd="0" presId="urn:microsoft.com/office/officeart/2018/5/layout/IconCircleLabelList"/>
    <dgm:cxn modelId="{4525B5CB-2175-46C2-9C39-C0E0FEF92060}" type="presParOf" srcId="{12853C35-039D-44EE-8453-6BF67B4A1297}" destId="{DA725F30-B103-4B49-9019-8ACC54FE079A}" srcOrd="0" destOrd="0" presId="urn:microsoft.com/office/officeart/2018/5/layout/IconCircleLabelList"/>
    <dgm:cxn modelId="{9C70D171-2F96-44FE-A7B7-B1831BDAA6C1}" type="presParOf" srcId="{12853C35-039D-44EE-8453-6BF67B4A1297}" destId="{AE15732E-3F6B-4EE5-A251-0DDA3BC7B294}" srcOrd="1" destOrd="0" presId="urn:microsoft.com/office/officeart/2018/5/layout/IconCircleLabelList"/>
    <dgm:cxn modelId="{BC1B4D3A-06EC-4772-8CF7-3E9F01B13EA8}" type="presParOf" srcId="{12853C35-039D-44EE-8453-6BF67B4A1297}" destId="{ECB20E0C-63AF-4E48-AD5D-7FC2FBD604DC}" srcOrd="2" destOrd="0" presId="urn:microsoft.com/office/officeart/2018/5/layout/IconCircleLabelList"/>
    <dgm:cxn modelId="{7B99F639-9599-4B6B-8529-5213658EF135}" type="presParOf" srcId="{12853C35-039D-44EE-8453-6BF67B4A1297}" destId="{A6998A72-4481-4B3E-AFA5-CB7E79284DA0}" srcOrd="3" destOrd="0" presId="urn:microsoft.com/office/officeart/2018/5/layout/IconCircleLabel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524A02EE-A935-4994-A720-35A2C1F56739}"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5F7FB74E-9550-47FB-B5BA-330A5D329747}">
      <dgm:prSet/>
      <dgm:spPr/>
      <dgm:t>
        <a:bodyPr/>
        <a:lstStyle/>
        <a:p>
          <a:pPr>
            <a:lnSpc>
              <a:spcPct val="100000"/>
            </a:lnSpc>
          </a:pPr>
          <a:r>
            <a:rPr lang="en-US"/>
            <a:t>This project investigates the relationship between lifestyle factors, health metrics, and the diagnosis of Coronary Heart Disease (CHD).</a:t>
          </a:r>
        </a:p>
      </dgm:t>
    </dgm:pt>
    <dgm:pt modelId="{B07C3572-9494-48EB-A919-BD3671AB7377}" type="parTrans" cxnId="{16DAD8DD-7F32-4EB7-AF72-DC888B8BAC07}">
      <dgm:prSet/>
      <dgm:spPr/>
      <dgm:t>
        <a:bodyPr/>
        <a:lstStyle/>
        <a:p>
          <a:endParaRPr lang="en-US"/>
        </a:p>
      </dgm:t>
    </dgm:pt>
    <dgm:pt modelId="{780B351D-463F-4C73-BDE7-60AE7AFB0EF3}" type="sibTrans" cxnId="{16DAD8DD-7F32-4EB7-AF72-DC888B8BAC07}">
      <dgm:prSet/>
      <dgm:spPr/>
      <dgm:t>
        <a:bodyPr/>
        <a:lstStyle/>
        <a:p>
          <a:endParaRPr lang="en-US"/>
        </a:p>
      </dgm:t>
    </dgm:pt>
    <dgm:pt modelId="{84D7ECF4-924A-408A-8242-4B82B09F1053}">
      <dgm:prSet/>
      <dgm:spPr/>
      <dgm:t>
        <a:bodyPr/>
        <a:lstStyle/>
        <a:p>
          <a:pPr>
            <a:lnSpc>
              <a:spcPct val="100000"/>
            </a:lnSpc>
          </a:pPr>
          <a:r>
            <a:rPr lang="en-US" dirty="0"/>
            <a:t>To </a:t>
          </a:r>
          <a:r>
            <a:rPr lang="en-US" dirty="0" err="1"/>
            <a:t>analyse</a:t>
          </a:r>
          <a:r>
            <a:rPr lang="en-US" dirty="0"/>
            <a:t> key CHD predictors using statistical tests and developed two models Random Forest and Decision Tree to evaluate CHD Risk. </a:t>
          </a:r>
        </a:p>
      </dgm:t>
    </dgm:pt>
    <dgm:pt modelId="{938BF010-6093-454D-8862-93B72EBDBF8C}" type="parTrans" cxnId="{8F46DB26-3457-45DE-B58B-46C2DD142213}">
      <dgm:prSet/>
      <dgm:spPr/>
      <dgm:t>
        <a:bodyPr/>
        <a:lstStyle/>
        <a:p>
          <a:endParaRPr lang="en-US"/>
        </a:p>
      </dgm:t>
    </dgm:pt>
    <dgm:pt modelId="{712A2398-0F21-4476-873A-B861C71ABC78}" type="sibTrans" cxnId="{8F46DB26-3457-45DE-B58B-46C2DD142213}">
      <dgm:prSet/>
      <dgm:spPr/>
      <dgm:t>
        <a:bodyPr/>
        <a:lstStyle/>
        <a:p>
          <a:endParaRPr lang="en-US"/>
        </a:p>
      </dgm:t>
    </dgm:pt>
    <dgm:pt modelId="{225F193A-3ADB-43E1-A513-EF3C0E52D790}">
      <dgm:prSet/>
      <dgm:spPr/>
      <dgm:t>
        <a:bodyPr/>
        <a:lstStyle/>
        <a:p>
          <a:pPr>
            <a:lnSpc>
              <a:spcPct val="100000"/>
            </a:lnSpc>
          </a:pPr>
          <a:r>
            <a:rPr lang="en-US"/>
            <a:t>The dataset was obtained from the CDC's Behavioral Risk Factor Surveillance System (BRFSS) 2024 annual data, which is publicly available at this link: </a:t>
          </a:r>
          <a:r>
            <a:rPr lang="en-US">
              <a:hlinkClick xmlns:r="http://schemas.openxmlformats.org/officeDocument/2006/relationships" r:id="rId1"/>
            </a:rPr>
            <a:t>Behavioral Risk Factor Survelliance System</a:t>
          </a:r>
          <a:endParaRPr lang="en-US"/>
        </a:p>
      </dgm:t>
    </dgm:pt>
    <dgm:pt modelId="{6E7AA619-4619-4F97-AA3E-DF332A071E35}" type="parTrans" cxnId="{4B7035F9-F45E-45F3-8320-DA7A62D19665}">
      <dgm:prSet/>
      <dgm:spPr/>
      <dgm:t>
        <a:bodyPr/>
        <a:lstStyle/>
        <a:p>
          <a:endParaRPr lang="en-US"/>
        </a:p>
      </dgm:t>
    </dgm:pt>
    <dgm:pt modelId="{B8848D6B-4489-49E6-9BE3-251A00096E4C}" type="sibTrans" cxnId="{4B7035F9-F45E-45F3-8320-DA7A62D19665}">
      <dgm:prSet/>
      <dgm:spPr/>
      <dgm:t>
        <a:bodyPr/>
        <a:lstStyle/>
        <a:p>
          <a:endParaRPr lang="en-US"/>
        </a:p>
      </dgm:t>
    </dgm:pt>
    <dgm:pt modelId="{C125A56F-153B-4899-91DF-6AD6D1DFBDD2}">
      <dgm:prSet/>
      <dgm:spPr/>
      <dgm:t>
        <a:bodyPr/>
        <a:lstStyle/>
        <a:p>
          <a:pPr>
            <a:lnSpc>
              <a:spcPct val="100000"/>
            </a:lnSpc>
          </a:pPr>
          <a:r>
            <a:rPr lang="en-US"/>
            <a:t>The goal is to provide evidence-based insights that can support public health strategies to mitigate CHD risk factors.</a:t>
          </a:r>
        </a:p>
      </dgm:t>
    </dgm:pt>
    <dgm:pt modelId="{BB904818-AB2A-47A9-8E07-83EF0AD2B7D5}" type="parTrans" cxnId="{344DB9A5-5EFF-432E-89AE-9E9CB65E4EB6}">
      <dgm:prSet/>
      <dgm:spPr/>
      <dgm:t>
        <a:bodyPr/>
        <a:lstStyle/>
        <a:p>
          <a:endParaRPr lang="en-US"/>
        </a:p>
      </dgm:t>
    </dgm:pt>
    <dgm:pt modelId="{4F2692AD-BFCB-451A-B898-45A5AA8829DF}" type="sibTrans" cxnId="{344DB9A5-5EFF-432E-89AE-9E9CB65E4EB6}">
      <dgm:prSet/>
      <dgm:spPr/>
      <dgm:t>
        <a:bodyPr/>
        <a:lstStyle/>
        <a:p>
          <a:endParaRPr lang="en-US"/>
        </a:p>
      </dgm:t>
    </dgm:pt>
    <dgm:pt modelId="{6110A589-BBF8-4ED6-9613-E9870CC497FE}" type="pres">
      <dgm:prSet presAssocID="{524A02EE-A935-4994-A720-35A2C1F56739}" presName="root" presStyleCnt="0">
        <dgm:presLayoutVars>
          <dgm:dir/>
          <dgm:resizeHandles val="exact"/>
        </dgm:presLayoutVars>
      </dgm:prSet>
      <dgm:spPr/>
    </dgm:pt>
    <dgm:pt modelId="{6FFF226F-01EA-4D82-B740-DFD261E09374}" type="pres">
      <dgm:prSet presAssocID="{5F7FB74E-9550-47FB-B5BA-330A5D329747}" presName="compNode" presStyleCnt="0"/>
      <dgm:spPr/>
    </dgm:pt>
    <dgm:pt modelId="{F460304F-5ED0-4A03-AFC6-0BE3641B009D}" type="pres">
      <dgm:prSet presAssocID="{5F7FB74E-9550-47FB-B5BA-330A5D329747}" presName="bgRect" presStyleLbl="bgShp" presStyleIdx="0" presStyleCnt="4"/>
      <dgm:spPr/>
    </dgm:pt>
    <dgm:pt modelId="{8512962C-04DA-452B-B3D6-8D19D1DAA8CD}" type="pres">
      <dgm:prSet presAssocID="{5F7FB74E-9550-47FB-B5BA-330A5D329747}" presName="iconRect" presStyleLbl="node1" presStyleIdx="0" presStyleCnt="4"/>
      <dgm:spPr>
        <a:blipFill>
          <a:blip xmlns:r="http://schemas.openxmlformats.org/officeDocument/2006/relationships"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Heart Organ"/>
        </a:ext>
      </dgm:extLst>
    </dgm:pt>
    <dgm:pt modelId="{5FD945F6-658A-4AE3-AA21-5593FD5D1F74}" type="pres">
      <dgm:prSet presAssocID="{5F7FB74E-9550-47FB-B5BA-330A5D329747}" presName="spaceRect" presStyleCnt="0"/>
      <dgm:spPr/>
    </dgm:pt>
    <dgm:pt modelId="{7FD31817-848A-41C6-85DE-5059FFD16394}" type="pres">
      <dgm:prSet presAssocID="{5F7FB74E-9550-47FB-B5BA-330A5D329747}" presName="parTx" presStyleLbl="revTx" presStyleIdx="0" presStyleCnt="4">
        <dgm:presLayoutVars>
          <dgm:chMax val="0"/>
          <dgm:chPref val="0"/>
        </dgm:presLayoutVars>
      </dgm:prSet>
      <dgm:spPr/>
    </dgm:pt>
    <dgm:pt modelId="{CB4DA6B1-4459-4836-9D5D-52379C845A11}" type="pres">
      <dgm:prSet presAssocID="{780B351D-463F-4C73-BDE7-60AE7AFB0EF3}" presName="sibTrans" presStyleCnt="0"/>
      <dgm:spPr/>
    </dgm:pt>
    <dgm:pt modelId="{52BD37CB-16E2-48BC-B3B4-1C6CC2A5E320}" type="pres">
      <dgm:prSet presAssocID="{84D7ECF4-924A-408A-8242-4B82B09F1053}" presName="compNode" presStyleCnt="0"/>
      <dgm:spPr/>
    </dgm:pt>
    <dgm:pt modelId="{3ADCAA36-0D0D-4F38-9530-42A3A2FAC09F}" type="pres">
      <dgm:prSet presAssocID="{84D7ECF4-924A-408A-8242-4B82B09F1053}" presName="bgRect" presStyleLbl="bgShp" presStyleIdx="1" presStyleCnt="4"/>
      <dgm:spPr/>
    </dgm:pt>
    <dgm:pt modelId="{062F87E8-F3C5-4D40-83D8-BCB2219AF24D}" type="pres">
      <dgm:prSet presAssocID="{84D7ECF4-924A-408A-8242-4B82B09F1053}" presName="iconRect" presStyleLbl="node1" presStyleIdx="1" presStyleCnt="4"/>
      <dgm:spPr>
        <a:blipFill>
          <a:blip xmlns:r="http://schemas.openxmlformats.org/officeDocument/2006/relationships"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Statistics"/>
        </a:ext>
      </dgm:extLst>
    </dgm:pt>
    <dgm:pt modelId="{19F98EC7-619A-4776-B4EB-6AE01BF0F3A8}" type="pres">
      <dgm:prSet presAssocID="{84D7ECF4-924A-408A-8242-4B82B09F1053}" presName="spaceRect" presStyleCnt="0"/>
      <dgm:spPr/>
    </dgm:pt>
    <dgm:pt modelId="{5F869C13-6386-498F-A261-A29723BE15CB}" type="pres">
      <dgm:prSet presAssocID="{84D7ECF4-924A-408A-8242-4B82B09F1053}" presName="parTx" presStyleLbl="revTx" presStyleIdx="1" presStyleCnt="4">
        <dgm:presLayoutVars>
          <dgm:chMax val="0"/>
          <dgm:chPref val="0"/>
        </dgm:presLayoutVars>
      </dgm:prSet>
      <dgm:spPr/>
    </dgm:pt>
    <dgm:pt modelId="{8B8E7B68-10F3-4AFD-A438-744EFF9CC0CA}" type="pres">
      <dgm:prSet presAssocID="{712A2398-0F21-4476-873A-B861C71ABC78}" presName="sibTrans" presStyleCnt="0"/>
      <dgm:spPr/>
    </dgm:pt>
    <dgm:pt modelId="{EE8F35B4-2034-4812-A2AA-982E54CB4BC2}" type="pres">
      <dgm:prSet presAssocID="{225F193A-3ADB-43E1-A513-EF3C0E52D790}" presName="compNode" presStyleCnt="0"/>
      <dgm:spPr/>
    </dgm:pt>
    <dgm:pt modelId="{2A641AD0-CCB8-433E-B9D0-5EA08BE521DC}" type="pres">
      <dgm:prSet presAssocID="{225F193A-3ADB-43E1-A513-EF3C0E52D790}" presName="bgRect" presStyleLbl="bgShp" presStyleIdx="2" presStyleCnt="4"/>
      <dgm:spPr/>
    </dgm:pt>
    <dgm:pt modelId="{7D20B611-D930-4ADB-8B09-473FAC0ABAAF}" type="pres">
      <dgm:prSet presAssocID="{225F193A-3ADB-43E1-A513-EF3C0E52D790}" presName="iconRect" presStyleLbl="node1" presStyleIdx="2" presStyleCnt="4"/>
      <dgm:spPr>
        <a:blipFill>
          <a:blip xmlns:r="http://schemas.openxmlformats.org/officeDocument/2006/relationships"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a:noFill/>
        </a:ln>
      </dgm:spPr>
      <dgm:extLst>
        <a:ext uri="{E40237B7-FDA0-4F09-8148-C483321AD2D9}">
          <dgm14:cNvPr xmlns:dgm14="http://schemas.microsoft.com/office/drawing/2010/diagram" id="0" name="" descr="Database"/>
        </a:ext>
      </dgm:extLst>
    </dgm:pt>
    <dgm:pt modelId="{8EC05E35-6CBB-4371-B533-69269E737A0E}" type="pres">
      <dgm:prSet presAssocID="{225F193A-3ADB-43E1-A513-EF3C0E52D790}" presName="spaceRect" presStyleCnt="0"/>
      <dgm:spPr/>
    </dgm:pt>
    <dgm:pt modelId="{9A7D33F4-DFF3-48FB-BF89-A6EF862AA172}" type="pres">
      <dgm:prSet presAssocID="{225F193A-3ADB-43E1-A513-EF3C0E52D790}" presName="parTx" presStyleLbl="revTx" presStyleIdx="2" presStyleCnt="4">
        <dgm:presLayoutVars>
          <dgm:chMax val="0"/>
          <dgm:chPref val="0"/>
        </dgm:presLayoutVars>
      </dgm:prSet>
      <dgm:spPr/>
    </dgm:pt>
    <dgm:pt modelId="{C45EF142-CAFC-45E3-8903-C3C0BABCC799}" type="pres">
      <dgm:prSet presAssocID="{B8848D6B-4489-49E6-9BE3-251A00096E4C}" presName="sibTrans" presStyleCnt="0"/>
      <dgm:spPr/>
    </dgm:pt>
    <dgm:pt modelId="{93F0921D-2777-4557-B2F0-31B364ADC82B}" type="pres">
      <dgm:prSet presAssocID="{C125A56F-153B-4899-91DF-6AD6D1DFBDD2}" presName="compNode" presStyleCnt="0"/>
      <dgm:spPr/>
    </dgm:pt>
    <dgm:pt modelId="{C7FC2A9F-4BA8-421C-B72A-1A961C7362F7}" type="pres">
      <dgm:prSet presAssocID="{C125A56F-153B-4899-91DF-6AD6D1DFBDD2}" presName="bgRect" presStyleLbl="bgShp" presStyleIdx="3" presStyleCnt="4"/>
      <dgm:spPr/>
    </dgm:pt>
    <dgm:pt modelId="{64B3C6EC-C417-4DE0-8F54-7F8B750E1223}" type="pres">
      <dgm:prSet presAssocID="{C125A56F-153B-4899-91DF-6AD6D1DFBDD2}" presName="iconRect" presStyleLbl="node1" presStyleIdx="3" presStyleCnt="4"/>
      <dgm:spPr>
        <a:blipFill>
          <a:blip xmlns:r="http://schemas.openxmlformats.org/officeDocument/2006/relationships"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a:blipFill>
        <a:ln>
          <a:noFill/>
        </a:ln>
      </dgm:spPr>
      <dgm:extLst>
        <a:ext uri="{E40237B7-FDA0-4F09-8148-C483321AD2D9}">
          <dgm14:cNvPr xmlns:dgm14="http://schemas.microsoft.com/office/drawing/2010/diagram" id="0" name="" descr="Bullseye"/>
        </a:ext>
      </dgm:extLst>
    </dgm:pt>
    <dgm:pt modelId="{B339DF4E-B772-4E77-8294-3EAB0375CF0A}" type="pres">
      <dgm:prSet presAssocID="{C125A56F-153B-4899-91DF-6AD6D1DFBDD2}" presName="spaceRect" presStyleCnt="0"/>
      <dgm:spPr/>
    </dgm:pt>
    <dgm:pt modelId="{4F599309-80EE-4BD1-B0FC-5F31B1F37A73}" type="pres">
      <dgm:prSet presAssocID="{C125A56F-153B-4899-91DF-6AD6D1DFBDD2}" presName="parTx" presStyleLbl="revTx" presStyleIdx="3" presStyleCnt="4">
        <dgm:presLayoutVars>
          <dgm:chMax val="0"/>
          <dgm:chPref val="0"/>
        </dgm:presLayoutVars>
      </dgm:prSet>
      <dgm:spPr/>
    </dgm:pt>
  </dgm:ptLst>
  <dgm:cxnLst>
    <dgm:cxn modelId="{2BC9DD0B-A06C-4F89-B2A6-E0000B5802F1}" type="presOf" srcId="{225F193A-3ADB-43E1-A513-EF3C0E52D790}" destId="{9A7D33F4-DFF3-48FB-BF89-A6EF862AA172}" srcOrd="0" destOrd="0" presId="urn:microsoft.com/office/officeart/2018/2/layout/IconVerticalSolidList"/>
    <dgm:cxn modelId="{8F46DB26-3457-45DE-B58B-46C2DD142213}" srcId="{524A02EE-A935-4994-A720-35A2C1F56739}" destId="{84D7ECF4-924A-408A-8242-4B82B09F1053}" srcOrd="1" destOrd="0" parTransId="{938BF010-6093-454D-8862-93B72EBDBF8C}" sibTransId="{712A2398-0F21-4476-873A-B861C71ABC78}"/>
    <dgm:cxn modelId="{7EC1B33B-C563-4143-8663-BF4B3E8D96ED}" type="presOf" srcId="{C125A56F-153B-4899-91DF-6AD6D1DFBDD2}" destId="{4F599309-80EE-4BD1-B0FC-5F31B1F37A73}" srcOrd="0" destOrd="0" presId="urn:microsoft.com/office/officeart/2018/2/layout/IconVerticalSolidList"/>
    <dgm:cxn modelId="{EEDAB261-0692-4121-A286-CFBBE1DFC97F}" type="presOf" srcId="{524A02EE-A935-4994-A720-35A2C1F56739}" destId="{6110A589-BBF8-4ED6-9613-E9870CC497FE}" srcOrd="0" destOrd="0" presId="urn:microsoft.com/office/officeart/2018/2/layout/IconVerticalSolidList"/>
    <dgm:cxn modelId="{344DB9A5-5EFF-432E-89AE-9E9CB65E4EB6}" srcId="{524A02EE-A935-4994-A720-35A2C1F56739}" destId="{C125A56F-153B-4899-91DF-6AD6D1DFBDD2}" srcOrd="3" destOrd="0" parTransId="{BB904818-AB2A-47A9-8E07-83EF0AD2B7D5}" sibTransId="{4F2692AD-BFCB-451A-B898-45A5AA8829DF}"/>
    <dgm:cxn modelId="{FC2709AB-AF02-498F-933D-0C844C7EACDD}" type="presOf" srcId="{5F7FB74E-9550-47FB-B5BA-330A5D329747}" destId="{7FD31817-848A-41C6-85DE-5059FFD16394}" srcOrd="0" destOrd="0" presId="urn:microsoft.com/office/officeart/2018/2/layout/IconVerticalSolidList"/>
    <dgm:cxn modelId="{59ED74CE-2696-4D98-8E2E-D34EEA0361CE}" type="presOf" srcId="{84D7ECF4-924A-408A-8242-4B82B09F1053}" destId="{5F869C13-6386-498F-A261-A29723BE15CB}" srcOrd="0" destOrd="0" presId="urn:microsoft.com/office/officeart/2018/2/layout/IconVerticalSolidList"/>
    <dgm:cxn modelId="{16DAD8DD-7F32-4EB7-AF72-DC888B8BAC07}" srcId="{524A02EE-A935-4994-A720-35A2C1F56739}" destId="{5F7FB74E-9550-47FB-B5BA-330A5D329747}" srcOrd="0" destOrd="0" parTransId="{B07C3572-9494-48EB-A919-BD3671AB7377}" sibTransId="{780B351D-463F-4C73-BDE7-60AE7AFB0EF3}"/>
    <dgm:cxn modelId="{4B7035F9-F45E-45F3-8320-DA7A62D19665}" srcId="{524A02EE-A935-4994-A720-35A2C1F56739}" destId="{225F193A-3ADB-43E1-A513-EF3C0E52D790}" srcOrd="2" destOrd="0" parTransId="{6E7AA619-4619-4F97-AA3E-DF332A071E35}" sibTransId="{B8848D6B-4489-49E6-9BE3-251A00096E4C}"/>
    <dgm:cxn modelId="{86840D7E-AA73-41D4-A71D-0A54760F5ACF}" type="presParOf" srcId="{6110A589-BBF8-4ED6-9613-E9870CC497FE}" destId="{6FFF226F-01EA-4D82-B740-DFD261E09374}" srcOrd="0" destOrd="0" presId="urn:microsoft.com/office/officeart/2018/2/layout/IconVerticalSolidList"/>
    <dgm:cxn modelId="{EEAA28E1-38D0-4D7B-81AF-AD08F8CD9636}" type="presParOf" srcId="{6FFF226F-01EA-4D82-B740-DFD261E09374}" destId="{F460304F-5ED0-4A03-AFC6-0BE3641B009D}" srcOrd="0" destOrd="0" presId="urn:microsoft.com/office/officeart/2018/2/layout/IconVerticalSolidList"/>
    <dgm:cxn modelId="{82A97D19-4D30-4F2E-8645-69C0AF92749C}" type="presParOf" srcId="{6FFF226F-01EA-4D82-B740-DFD261E09374}" destId="{8512962C-04DA-452B-B3D6-8D19D1DAA8CD}" srcOrd="1" destOrd="0" presId="urn:microsoft.com/office/officeart/2018/2/layout/IconVerticalSolidList"/>
    <dgm:cxn modelId="{F7BA0172-0E5D-40DB-A04C-F4A0FD079ED4}" type="presParOf" srcId="{6FFF226F-01EA-4D82-B740-DFD261E09374}" destId="{5FD945F6-658A-4AE3-AA21-5593FD5D1F74}" srcOrd="2" destOrd="0" presId="urn:microsoft.com/office/officeart/2018/2/layout/IconVerticalSolidList"/>
    <dgm:cxn modelId="{4D680748-A2A8-4F6E-B81B-FC7B3C9665D8}" type="presParOf" srcId="{6FFF226F-01EA-4D82-B740-DFD261E09374}" destId="{7FD31817-848A-41C6-85DE-5059FFD16394}" srcOrd="3" destOrd="0" presId="urn:microsoft.com/office/officeart/2018/2/layout/IconVerticalSolidList"/>
    <dgm:cxn modelId="{7253A94C-496F-4714-9BF9-424BA03BC34C}" type="presParOf" srcId="{6110A589-BBF8-4ED6-9613-E9870CC497FE}" destId="{CB4DA6B1-4459-4836-9D5D-52379C845A11}" srcOrd="1" destOrd="0" presId="urn:microsoft.com/office/officeart/2018/2/layout/IconVerticalSolidList"/>
    <dgm:cxn modelId="{2AC80D66-318C-4D2A-B687-BD307E6D7FBF}" type="presParOf" srcId="{6110A589-BBF8-4ED6-9613-E9870CC497FE}" destId="{52BD37CB-16E2-48BC-B3B4-1C6CC2A5E320}" srcOrd="2" destOrd="0" presId="urn:microsoft.com/office/officeart/2018/2/layout/IconVerticalSolidList"/>
    <dgm:cxn modelId="{78CB479A-83EE-4E19-98B4-E17DDFADBF82}" type="presParOf" srcId="{52BD37CB-16E2-48BC-B3B4-1C6CC2A5E320}" destId="{3ADCAA36-0D0D-4F38-9530-42A3A2FAC09F}" srcOrd="0" destOrd="0" presId="urn:microsoft.com/office/officeart/2018/2/layout/IconVerticalSolidList"/>
    <dgm:cxn modelId="{FDD32379-9A0F-4027-A314-343CA30A7566}" type="presParOf" srcId="{52BD37CB-16E2-48BC-B3B4-1C6CC2A5E320}" destId="{062F87E8-F3C5-4D40-83D8-BCB2219AF24D}" srcOrd="1" destOrd="0" presId="urn:microsoft.com/office/officeart/2018/2/layout/IconVerticalSolidList"/>
    <dgm:cxn modelId="{A3044AEA-BCFA-4C84-89BF-DD9113EE6832}" type="presParOf" srcId="{52BD37CB-16E2-48BC-B3B4-1C6CC2A5E320}" destId="{19F98EC7-619A-4776-B4EB-6AE01BF0F3A8}" srcOrd="2" destOrd="0" presId="urn:microsoft.com/office/officeart/2018/2/layout/IconVerticalSolidList"/>
    <dgm:cxn modelId="{768624DA-A009-4B12-B0D9-1812573ABF76}" type="presParOf" srcId="{52BD37CB-16E2-48BC-B3B4-1C6CC2A5E320}" destId="{5F869C13-6386-498F-A261-A29723BE15CB}" srcOrd="3" destOrd="0" presId="urn:microsoft.com/office/officeart/2018/2/layout/IconVerticalSolidList"/>
    <dgm:cxn modelId="{05260F01-1151-4947-8758-316DD4B370BF}" type="presParOf" srcId="{6110A589-BBF8-4ED6-9613-E9870CC497FE}" destId="{8B8E7B68-10F3-4AFD-A438-744EFF9CC0CA}" srcOrd="3" destOrd="0" presId="urn:microsoft.com/office/officeart/2018/2/layout/IconVerticalSolidList"/>
    <dgm:cxn modelId="{127E7AE7-AB15-4EAF-997D-81DD46E66E24}" type="presParOf" srcId="{6110A589-BBF8-4ED6-9613-E9870CC497FE}" destId="{EE8F35B4-2034-4812-A2AA-982E54CB4BC2}" srcOrd="4" destOrd="0" presId="urn:microsoft.com/office/officeart/2018/2/layout/IconVerticalSolidList"/>
    <dgm:cxn modelId="{552F34A6-C795-4597-A99C-6AD5F4F1D677}" type="presParOf" srcId="{EE8F35B4-2034-4812-A2AA-982E54CB4BC2}" destId="{2A641AD0-CCB8-433E-B9D0-5EA08BE521DC}" srcOrd="0" destOrd="0" presId="urn:microsoft.com/office/officeart/2018/2/layout/IconVerticalSolidList"/>
    <dgm:cxn modelId="{D137F9CB-2EFC-4758-9C3D-BC94D44A9AA6}" type="presParOf" srcId="{EE8F35B4-2034-4812-A2AA-982E54CB4BC2}" destId="{7D20B611-D930-4ADB-8B09-473FAC0ABAAF}" srcOrd="1" destOrd="0" presId="urn:microsoft.com/office/officeart/2018/2/layout/IconVerticalSolidList"/>
    <dgm:cxn modelId="{81FB72C4-98E3-40ED-83AA-F5B0A310DA34}" type="presParOf" srcId="{EE8F35B4-2034-4812-A2AA-982E54CB4BC2}" destId="{8EC05E35-6CBB-4371-B533-69269E737A0E}" srcOrd="2" destOrd="0" presId="urn:microsoft.com/office/officeart/2018/2/layout/IconVerticalSolidList"/>
    <dgm:cxn modelId="{B187BC8A-83D0-49D4-B891-8FDDE097569B}" type="presParOf" srcId="{EE8F35B4-2034-4812-A2AA-982E54CB4BC2}" destId="{9A7D33F4-DFF3-48FB-BF89-A6EF862AA172}" srcOrd="3" destOrd="0" presId="urn:microsoft.com/office/officeart/2018/2/layout/IconVerticalSolidList"/>
    <dgm:cxn modelId="{4EAB2ADA-E021-4718-9E28-7743C1044D4A}" type="presParOf" srcId="{6110A589-BBF8-4ED6-9613-E9870CC497FE}" destId="{C45EF142-CAFC-45E3-8903-C3C0BABCC799}" srcOrd="5" destOrd="0" presId="urn:microsoft.com/office/officeart/2018/2/layout/IconVerticalSolidList"/>
    <dgm:cxn modelId="{01794524-CD65-411F-B697-DA02CB826EB7}" type="presParOf" srcId="{6110A589-BBF8-4ED6-9613-E9870CC497FE}" destId="{93F0921D-2777-4557-B2F0-31B364ADC82B}" srcOrd="6" destOrd="0" presId="urn:microsoft.com/office/officeart/2018/2/layout/IconVerticalSolidList"/>
    <dgm:cxn modelId="{8D8F8244-228D-49EB-A5A0-9D48074A17C2}" type="presParOf" srcId="{93F0921D-2777-4557-B2F0-31B364ADC82B}" destId="{C7FC2A9F-4BA8-421C-B72A-1A961C7362F7}" srcOrd="0" destOrd="0" presId="urn:microsoft.com/office/officeart/2018/2/layout/IconVerticalSolidList"/>
    <dgm:cxn modelId="{223BCB11-D195-4913-B79C-D772CDD29F7A}" type="presParOf" srcId="{93F0921D-2777-4557-B2F0-31B364ADC82B}" destId="{64B3C6EC-C417-4DE0-8F54-7F8B750E1223}" srcOrd="1" destOrd="0" presId="urn:microsoft.com/office/officeart/2018/2/layout/IconVerticalSolidList"/>
    <dgm:cxn modelId="{1E9A6B6A-1852-45BC-9960-74D12547490B}" type="presParOf" srcId="{93F0921D-2777-4557-B2F0-31B364ADC82B}" destId="{B339DF4E-B772-4E77-8294-3EAB0375CF0A}" srcOrd="2" destOrd="0" presId="urn:microsoft.com/office/officeart/2018/2/layout/IconVerticalSolidList"/>
    <dgm:cxn modelId="{7837E04F-4BBD-4E73-8D5A-5127A753ED4D}" type="presParOf" srcId="{93F0921D-2777-4557-B2F0-31B364ADC82B}" destId="{4F599309-80EE-4BD1-B0FC-5F31B1F37A73}"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C4AFDD9-7D71-4F0B-B7C4-82703CA10BE1}" type="doc">
      <dgm:prSet loTypeId="urn:microsoft.com/office/officeart/2016/7/layout/BasicTimeline" loCatId="timeline" qsTypeId="urn:microsoft.com/office/officeart/2005/8/quickstyle/simple1" qsCatId="simple" csTypeId="urn:microsoft.com/office/officeart/2005/8/colors/accent3_2" csCatId="accent3" phldr="1"/>
      <dgm:spPr/>
      <dgm:t>
        <a:bodyPr/>
        <a:lstStyle/>
        <a:p>
          <a:endParaRPr lang="en-US"/>
        </a:p>
      </dgm:t>
    </dgm:pt>
    <dgm:pt modelId="{064A155E-A328-4939-AE4E-E119D7EDBABF}">
      <dgm:prSet/>
      <dgm:spPr/>
      <dgm:t>
        <a:bodyPr/>
        <a:lstStyle/>
        <a:p>
          <a:r>
            <a:rPr lang="en-US" b="1" dirty="0">
              <a:latin typeface="Avenir Next LT Pro"/>
            </a:rPr>
            <a:t>RAW DATA IMPORT FROM US CDC WEBSITE</a:t>
          </a:r>
          <a:endParaRPr lang="en-IN" dirty="0"/>
        </a:p>
      </dgm:t>
    </dgm:pt>
    <dgm:pt modelId="{5DB20CEF-16D1-4221-AAC8-79DA6A0A181A}" type="parTrans" cxnId="{61B8EDC2-BD77-4098-B1DA-39AF24281F54}">
      <dgm:prSet/>
      <dgm:spPr/>
      <dgm:t>
        <a:bodyPr/>
        <a:lstStyle/>
        <a:p>
          <a:endParaRPr lang="en-IN"/>
        </a:p>
      </dgm:t>
    </dgm:pt>
    <dgm:pt modelId="{4C602E2B-CCD4-466D-B9CB-A0AC99E07A02}" type="sibTrans" cxnId="{61B8EDC2-BD77-4098-B1DA-39AF24281F54}">
      <dgm:prSet/>
      <dgm:spPr/>
      <dgm:t>
        <a:bodyPr/>
        <a:lstStyle/>
        <a:p>
          <a:endParaRPr lang="en-IN"/>
        </a:p>
      </dgm:t>
    </dgm:pt>
    <dgm:pt modelId="{85721749-4CBD-4624-95D6-94A624541F98}">
      <dgm:prSet/>
      <dgm:spPr/>
      <dgm:t>
        <a:bodyPr/>
        <a:lstStyle/>
        <a:p>
          <a:r>
            <a:rPr lang="en-US" b="1">
              <a:latin typeface="Avenir Next LT Pro"/>
            </a:rPr>
            <a:t>TRANSFORM DATA INTO READABLE CSV FORMAT</a:t>
          </a:r>
          <a:endParaRPr lang="en-IN"/>
        </a:p>
      </dgm:t>
    </dgm:pt>
    <dgm:pt modelId="{32918457-0A2D-4CD4-83DC-9A2745AF9C45}" type="parTrans" cxnId="{3852C798-E9A3-4AAA-B83D-0561E17A6A51}">
      <dgm:prSet/>
      <dgm:spPr/>
      <dgm:t>
        <a:bodyPr/>
        <a:lstStyle/>
        <a:p>
          <a:endParaRPr lang="en-IN"/>
        </a:p>
      </dgm:t>
    </dgm:pt>
    <dgm:pt modelId="{C1B0B1C1-26F4-44F6-A1F6-D82883B254FA}" type="sibTrans" cxnId="{3852C798-E9A3-4AAA-B83D-0561E17A6A51}">
      <dgm:prSet/>
      <dgm:spPr/>
      <dgm:t>
        <a:bodyPr/>
        <a:lstStyle/>
        <a:p>
          <a:endParaRPr lang="en-IN"/>
        </a:p>
      </dgm:t>
    </dgm:pt>
    <dgm:pt modelId="{C8296DCB-C604-4A0F-A1F7-FF9A402ECC3E}">
      <dgm:prSet/>
      <dgm:spPr/>
      <dgm:t>
        <a:bodyPr/>
        <a:lstStyle/>
        <a:p>
          <a:r>
            <a:rPr lang="en-US" b="1">
              <a:latin typeface="Avenir Next LT Pro"/>
            </a:rPr>
            <a:t>CLEAN &amp; FILTER DATA FOR EDA</a:t>
          </a:r>
          <a:endParaRPr lang="en-IN"/>
        </a:p>
      </dgm:t>
    </dgm:pt>
    <dgm:pt modelId="{D6976185-DEDA-429F-B29B-44E8A0D0C625}" type="parTrans" cxnId="{E55EEF48-D87F-4999-A972-C5E070A15264}">
      <dgm:prSet/>
      <dgm:spPr/>
      <dgm:t>
        <a:bodyPr/>
        <a:lstStyle/>
        <a:p>
          <a:endParaRPr lang="en-IN"/>
        </a:p>
      </dgm:t>
    </dgm:pt>
    <dgm:pt modelId="{2B3F91CA-565A-4F11-B071-EB125E6331D7}" type="sibTrans" cxnId="{E55EEF48-D87F-4999-A972-C5E070A15264}">
      <dgm:prSet/>
      <dgm:spPr/>
      <dgm:t>
        <a:bodyPr/>
        <a:lstStyle/>
        <a:p>
          <a:endParaRPr lang="en-IN"/>
        </a:p>
      </dgm:t>
    </dgm:pt>
    <dgm:pt modelId="{351B0E52-1E8C-4DE3-A938-53077B3EE870}">
      <dgm:prSet/>
      <dgm:spPr/>
      <dgm:t>
        <a:bodyPr/>
        <a:lstStyle/>
        <a:p>
          <a:r>
            <a:rPr lang="en-US" b="1">
              <a:latin typeface="Avenir Next LT Pro"/>
            </a:rPr>
            <a:t>CHECK DATA INTEGRITY &amp; NORMALITY DISTRIBUTION</a:t>
          </a:r>
          <a:endParaRPr lang="en-IN"/>
        </a:p>
      </dgm:t>
    </dgm:pt>
    <dgm:pt modelId="{20ED4B0A-D499-47DD-93DA-F645CB58A858}" type="parTrans" cxnId="{D7A517ED-4162-418F-91F8-DD2E790187FA}">
      <dgm:prSet/>
      <dgm:spPr/>
      <dgm:t>
        <a:bodyPr/>
        <a:lstStyle/>
        <a:p>
          <a:endParaRPr lang="en-IN"/>
        </a:p>
      </dgm:t>
    </dgm:pt>
    <dgm:pt modelId="{111271FA-E096-4F64-8DC0-B27D947F7DA2}" type="sibTrans" cxnId="{D7A517ED-4162-418F-91F8-DD2E790187FA}">
      <dgm:prSet/>
      <dgm:spPr/>
      <dgm:t>
        <a:bodyPr/>
        <a:lstStyle/>
        <a:p>
          <a:endParaRPr lang="en-IN"/>
        </a:p>
      </dgm:t>
    </dgm:pt>
    <dgm:pt modelId="{8F99FF8E-CA28-4C81-9D3A-846E8BB235A0}">
      <dgm:prSet/>
      <dgm:spPr/>
      <dgm:t>
        <a:bodyPr/>
        <a:lstStyle/>
        <a:p>
          <a:r>
            <a:rPr lang="en-US" b="1">
              <a:latin typeface="Avenir Next LT Pro"/>
            </a:rPr>
            <a:t>GRAPHICAL ANALYSIS (HISTROGRAMS, QQPLOT, GGPLOT, Etc)</a:t>
          </a:r>
          <a:endParaRPr lang="en-IN"/>
        </a:p>
      </dgm:t>
    </dgm:pt>
    <dgm:pt modelId="{B205980B-E2B4-4D9A-B104-E6D324EEC7C6}" type="parTrans" cxnId="{368F8658-AA2B-4151-9924-128F3850EDCA}">
      <dgm:prSet/>
      <dgm:spPr/>
      <dgm:t>
        <a:bodyPr/>
        <a:lstStyle/>
        <a:p>
          <a:endParaRPr lang="en-IN"/>
        </a:p>
      </dgm:t>
    </dgm:pt>
    <dgm:pt modelId="{D0D89D0A-5890-49BC-B737-F879C57AE7B1}" type="sibTrans" cxnId="{368F8658-AA2B-4151-9924-128F3850EDCA}">
      <dgm:prSet/>
      <dgm:spPr/>
      <dgm:t>
        <a:bodyPr/>
        <a:lstStyle/>
        <a:p>
          <a:endParaRPr lang="en-IN"/>
        </a:p>
      </dgm:t>
    </dgm:pt>
    <dgm:pt modelId="{729ED178-EF77-449D-A2D7-8C3C62C1D2FC}">
      <dgm:prSet/>
      <dgm:spPr/>
      <dgm:t>
        <a:bodyPr/>
        <a:lstStyle/>
        <a:p>
          <a:r>
            <a:rPr lang="en-US" b="1">
              <a:latin typeface="Avenir Next LT Pro"/>
            </a:rPr>
            <a:t>HYPOTHENISIS TESTING (T-TEST, Z-TEST, CHI-TEST, ANOVA)</a:t>
          </a:r>
          <a:endParaRPr lang="en-IN"/>
        </a:p>
      </dgm:t>
    </dgm:pt>
    <dgm:pt modelId="{A65F768B-A47B-4714-84B6-B6038B9741B6}" type="parTrans" cxnId="{B9862D48-B47B-48FE-9728-6537470410C8}">
      <dgm:prSet/>
      <dgm:spPr/>
      <dgm:t>
        <a:bodyPr/>
        <a:lstStyle/>
        <a:p>
          <a:endParaRPr lang="en-IN"/>
        </a:p>
      </dgm:t>
    </dgm:pt>
    <dgm:pt modelId="{394640C9-F1B8-4672-9046-ADEAF7C161AA}" type="sibTrans" cxnId="{B9862D48-B47B-48FE-9728-6537470410C8}">
      <dgm:prSet/>
      <dgm:spPr/>
      <dgm:t>
        <a:bodyPr/>
        <a:lstStyle/>
        <a:p>
          <a:endParaRPr lang="en-IN"/>
        </a:p>
      </dgm:t>
    </dgm:pt>
    <dgm:pt modelId="{139C8155-978E-4831-931C-E77E2939CD13}">
      <dgm:prSet/>
      <dgm:spPr/>
      <dgm:t>
        <a:bodyPr/>
        <a:lstStyle/>
        <a:p>
          <a:r>
            <a:rPr lang="en-US" b="1">
              <a:latin typeface="Avenir Next LT Pro"/>
            </a:rPr>
            <a:t>SUMMARIZE RESULTS AND CONCLUDE MEDICAL FACTORS PREDICTION </a:t>
          </a:r>
          <a:endParaRPr lang="en-IN"/>
        </a:p>
      </dgm:t>
    </dgm:pt>
    <dgm:pt modelId="{3E9C468B-1BC3-4A16-83E3-9D9AD72E0EA5}" type="parTrans" cxnId="{0D90C582-6535-4061-94E5-3CB7C680A95E}">
      <dgm:prSet/>
      <dgm:spPr/>
      <dgm:t>
        <a:bodyPr/>
        <a:lstStyle/>
        <a:p>
          <a:endParaRPr lang="en-IN"/>
        </a:p>
      </dgm:t>
    </dgm:pt>
    <dgm:pt modelId="{CC892E7E-4376-492E-91FA-284B44C4A29C}" type="sibTrans" cxnId="{0D90C582-6535-4061-94E5-3CB7C680A95E}">
      <dgm:prSet/>
      <dgm:spPr/>
      <dgm:t>
        <a:bodyPr/>
        <a:lstStyle/>
        <a:p>
          <a:endParaRPr lang="en-IN"/>
        </a:p>
      </dgm:t>
    </dgm:pt>
    <dgm:pt modelId="{0CD63117-D6AD-4EF2-A7CF-D18CA0E82751}">
      <dgm:prSet/>
      <dgm:spPr/>
      <dgm:t>
        <a:bodyPr/>
        <a:lstStyle/>
        <a:p>
          <a:r>
            <a:rPr lang="en-US" b="1"/>
            <a:t>FORMULATE NEW SMART QUESTION</a:t>
          </a:r>
          <a:endParaRPr lang="en-IN"/>
        </a:p>
      </dgm:t>
    </dgm:pt>
    <dgm:pt modelId="{60F7E8D6-21C5-43B2-9584-276334DD614A}" type="parTrans" cxnId="{80665E4B-3904-4110-8611-25571A0A6D1E}">
      <dgm:prSet/>
      <dgm:spPr/>
      <dgm:t>
        <a:bodyPr/>
        <a:lstStyle/>
        <a:p>
          <a:endParaRPr lang="en-IN"/>
        </a:p>
      </dgm:t>
    </dgm:pt>
    <dgm:pt modelId="{1937BADF-FC13-423F-8CA8-A609E394611F}" type="sibTrans" cxnId="{80665E4B-3904-4110-8611-25571A0A6D1E}">
      <dgm:prSet/>
      <dgm:spPr/>
      <dgm:t>
        <a:bodyPr/>
        <a:lstStyle/>
        <a:p>
          <a:endParaRPr lang="en-IN"/>
        </a:p>
      </dgm:t>
    </dgm:pt>
    <dgm:pt modelId="{8BE08995-9938-4DB5-A538-E83F0DEA7E7D}">
      <dgm:prSet/>
      <dgm:spPr/>
      <dgm:t>
        <a:bodyPr/>
        <a:lstStyle/>
        <a:p>
          <a:r>
            <a:rPr lang="en-US" b="1"/>
            <a:t>ADVANCED EXPLORATORY DATA ANALYSIS</a:t>
          </a:r>
          <a:endParaRPr lang="en-IN"/>
        </a:p>
      </dgm:t>
    </dgm:pt>
    <dgm:pt modelId="{27529A7D-7634-4B7B-82BC-7E5296502212}" type="parTrans" cxnId="{BD01F7EA-FD48-43F7-BFE7-4569897B24CA}">
      <dgm:prSet/>
      <dgm:spPr/>
      <dgm:t>
        <a:bodyPr/>
        <a:lstStyle/>
        <a:p>
          <a:endParaRPr lang="en-IN"/>
        </a:p>
      </dgm:t>
    </dgm:pt>
    <dgm:pt modelId="{D0567CE7-4F8B-4C2F-9DE5-1839F0DD7A0A}" type="sibTrans" cxnId="{BD01F7EA-FD48-43F7-BFE7-4569897B24CA}">
      <dgm:prSet/>
      <dgm:spPr/>
      <dgm:t>
        <a:bodyPr/>
        <a:lstStyle/>
        <a:p>
          <a:endParaRPr lang="en-IN"/>
        </a:p>
      </dgm:t>
    </dgm:pt>
    <dgm:pt modelId="{0CDFCBAF-AA30-40E6-AFA5-318273D2D1A9}">
      <dgm:prSet/>
      <dgm:spPr/>
      <dgm:t>
        <a:bodyPr/>
        <a:lstStyle/>
        <a:p>
          <a:r>
            <a:rPr lang="en-US" b="1"/>
            <a:t>BUILD MACHINE LEARNING MODELS</a:t>
          </a:r>
          <a:endParaRPr lang="en-IN"/>
        </a:p>
      </dgm:t>
    </dgm:pt>
    <dgm:pt modelId="{F5C3E9E8-1D3E-4FB5-9603-95310CDA6EC7}" type="parTrans" cxnId="{F12A9E73-32EF-4B82-A229-5C1E7EA873B4}">
      <dgm:prSet/>
      <dgm:spPr/>
      <dgm:t>
        <a:bodyPr/>
        <a:lstStyle/>
        <a:p>
          <a:endParaRPr lang="en-IN"/>
        </a:p>
      </dgm:t>
    </dgm:pt>
    <dgm:pt modelId="{BDBFCFE1-489C-4C91-B08F-8CA029EDDEC3}" type="sibTrans" cxnId="{F12A9E73-32EF-4B82-A229-5C1E7EA873B4}">
      <dgm:prSet/>
      <dgm:spPr/>
      <dgm:t>
        <a:bodyPr/>
        <a:lstStyle/>
        <a:p>
          <a:endParaRPr lang="en-IN"/>
        </a:p>
      </dgm:t>
    </dgm:pt>
    <dgm:pt modelId="{218D9694-9FE7-45C9-A888-6CB45A5F8207}">
      <dgm:prSet/>
      <dgm:spPr/>
      <dgm:t>
        <a:bodyPr/>
        <a:lstStyle/>
        <a:p>
          <a:r>
            <a:rPr lang="en-US" b="1"/>
            <a:t>EVALUATE &amp; COMPARE MODEL PERFORMANCE</a:t>
          </a:r>
          <a:endParaRPr lang="en-IN"/>
        </a:p>
      </dgm:t>
    </dgm:pt>
    <dgm:pt modelId="{A3962C2F-9C69-487E-9F3C-33DDCCF8E18F}" type="parTrans" cxnId="{1AF33F1D-CDDF-4C82-A8D0-42109ECAB6C5}">
      <dgm:prSet/>
      <dgm:spPr/>
      <dgm:t>
        <a:bodyPr/>
        <a:lstStyle/>
        <a:p>
          <a:endParaRPr lang="en-IN"/>
        </a:p>
      </dgm:t>
    </dgm:pt>
    <dgm:pt modelId="{152C4BED-3D2B-4D3B-A82D-9ECD99EB3B87}" type="sibTrans" cxnId="{1AF33F1D-CDDF-4C82-A8D0-42109ECAB6C5}">
      <dgm:prSet/>
      <dgm:spPr/>
      <dgm:t>
        <a:bodyPr/>
        <a:lstStyle/>
        <a:p>
          <a:endParaRPr lang="en-IN"/>
        </a:p>
      </dgm:t>
    </dgm:pt>
    <dgm:pt modelId="{64CEDF71-3A71-4270-A1AA-97C57A0FCDFD}">
      <dgm:prSet/>
      <dgm:spPr/>
      <dgm:t>
        <a:bodyPr/>
        <a:lstStyle/>
        <a:p>
          <a:r>
            <a:rPr lang="en-US" b="1"/>
            <a:t>DEPLOY MODEL INTO WEB APP</a:t>
          </a:r>
          <a:endParaRPr lang="en-IN"/>
        </a:p>
      </dgm:t>
    </dgm:pt>
    <dgm:pt modelId="{44F4AA45-2A1E-472D-B79B-942C09F1B66D}" type="parTrans" cxnId="{D3CFFCED-59C2-4C73-8AE7-048AE0686941}">
      <dgm:prSet/>
      <dgm:spPr/>
      <dgm:t>
        <a:bodyPr/>
        <a:lstStyle/>
        <a:p>
          <a:endParaRPr lang="en-IN"/>
        </a:p>
      </dgm:t>
    </dgm:pt>
    <dgm:pt modelId="{181C5A34-9BAB-4DCD-AC68-D347696D6DB6}" type="sibTrans" cxnId="{D3CFFCED-59C2-4C73-8AE7-048AE0686941}">
      <dgm:prSet/>
      <dgm:spPr/>
      <dgm:t>
        <a:bodyPr/>
        <a:lstStyle/>
        <a:p>
          <a:endParaRPr lang="en-IN"/>
        </a:p>
      </dgm:t>
    </dgm:pt>
    <dgm:pt modelId="{0A2AA8D9-43FB-4BBE-8217-B641687EBC8A}">
      <dgm:prSet phldrT="[Text]" phldr="0" custT="0"/>
      <dgm:spPr/>
      <dgm:t>
        <a:bodyPr/>
        <a:lstStyle/>
        <a:p>
          <a:pPr>
            <a:defRPr b="1"/>
          </a:pPr>
          <a:endParaRPr lang="en-US" b="1" dirty="0">
            <a:latin typeface="Avenir Next LT Pro"/>
          </a:endParaRPr>
        </a:p>
      </dgm:t>
    </dgm:pt>
    <dgm:pt modelId="{471544FE-0AF0-433F-8700-1907BCEDADDF}" type="sibTrans" cxnId="{8BE9AFD1-4B97-4CE8-B929-723980CFF950}">
      <dgm:prSet/>
      <dgm:spPr/>
      <dgm:t>
        <a:bodyPr/>
        <a:lstStyle/>
        <a:p>
          <a:endParaRPr lang="en-US"/>
        </a:p>
      </dgm:t>
    </dgm:pt>
    <dgm:pt modelId="{B3513740-8FAF-4CCC-BEBA-0AB42B2100F7}" type="parTrans" cxnId="{8BE9AFD1-4B97-4CE8-B929-723980CFF950}">
      <dgm:prSet/>
      <dgm:spPr/>
      <dgm:t>
        <a:bodyPr/>
        <a:lstStyle/>
        <a:p>
          <a:endParaRPr lang="en-US"/>
        </a:p>
      </dgm:t>
    </dgm:pt>
    <dgm:pt modelId="{D31EE92D-FD9A-4C42-AF2A-E11C5332319D}">
      <dgm:prSet phldr="0"/>
      <dgm:spPr/>
      <dgm:t>
        <a:bodyPr/>
        <a:lstStyle/>
        <a:p>
          <a:pPr>
            <a:defRPr b="1"/>
          </a:pPr>
          <a:endParaRPr lang="en-US" b="1" dirty="0"/>
        </a:p>
      </dgm:t>
    </dgm:pt>
    <dgm:pt modelId="{D9F9F81F-46AD-4830-A8A5-5EE128A887F9}" type="sibTrans" cxnId="{69B47557-4EFD-4CC0-B588-CDCA0450E061}">
      <dgm:prSet/>
      <dgm:spPr/>
      <dgm:t>
        <a:bodyPr/>
        <a:lstStyle/>
        <a:p>
          <a:endParaRPr lang="en-US"/>
        </a:p>
      </dgm:t>
    </dgm:pt>
    <dgm:pt modelId="{D74CA2CA-E5A2-4038-A697-71EC68BCE278}" type="parTrans" cxnId="{69B47557-4EFD-4CC0-B588-CDCA0450E061}">
      <dgm:prSet/>
      <dgm:spPr/>
      <dgm:t>
        <a:bodyPr/>
        <a:lstStyle/>
        <a:p>
          <a:endParaRPr lang="en-US"/>
        </a:p>
      </dgm:t>
    </dgm:pt>
    <dgm:pt modelId="{2FC861A4-853E-48BA-A4D6-3D4937B06BA0}">
      <dgm:prSet phldrT="[Text]" phldr="0"/>
      <dgm:spPr/>
      <dgm:t>
        <a:bodyPr/>
        <a:lstStyle/>
        <a:p>
          <a:pPr>
            <a:defRPr b="1"/>
          </a:pPr>
          <a:endParaRPr lang="en-US" b="1" dirty="0"/>
        </a:p>
      </dgm:t>
    </dgm:pt>
    <dgm:pt modelId="{35BD52E0-D944-4455-94F1-855CE3206422}" type="sibTrans" cxnId="{445D9EE7-F169-4130-B9EA-070664445F65}">
      <dgm:prSet/>
      <dgm:spPr/>
      <dgm:t>
        <a:bodyPr/>
        <a:lstStyle/>
        <a:p>
          <a:endParaRPr lang="en-US"/>
        </a:p>
      </dgm:t>
    </dgm:pt>
    <dgm:pt modelId="{0FE8C6D5-FEAF-4E6E-9917-5F637B1144D7}" type="parTrans" cxnId="{445D9EE7-F169-4130-B9EA-070664445F65}">
      <dgm:prSet/>
      <dgm:spPr/>
      <dgm:t>
        <a:bodyPr/>
        <a:lstStyle/>
        <a:p>
          <a:endParaRPr lang="en-US"/>
        </a:p>
      </dgm:t>
    </dgm:pt>
    <dgm:pt modelId="{B8DF112F-046A-40BF-A22A-BCEED3EFEA2B}">
      <dgm:prSet phldrT="[Text]" phldr="0"/>
      <dgm:spPr/>
      <dgm:t>
        <a:bodyPr/>
        <a:lstStyle/>
        <a:p>
          <a:pPr>
            <a:defRPr b="1"/>
          </a:pPr>
          <a:endParaRPr lang="en-US" b="1" dirty="0"/>
        </a:p>
      </dgm:t>
    </dgm:pt>
    <dgm:pt modelId="{AC9F9C5B-7B99-4EA1-A934-9CCC6E3A26E6}" type="sibTrans" cxnId="{A0DF10D7-8091-417C-8581-E9EE66601A4E}">
      <dgm:prSet/>
      <dgm:spPr/>
      <dgm:t>
        <a:bodyPr/>
        <a:lstStyle/>
        <a:p>
          <a:endParaRPr lang="en-US"/>
        </a:p>
      </dgm:t>
    </dgm:pt>
    <dgm:pt modelId="{C2A2E9B8-64E0-49E1-BBA4-79930D7021AA}" type="parTrans" cxnId="{A0DF10D7-8091-417C-8581-E9EE66601A4E}">
      <dgm:prSet/>
      <dgm:spPr/>
      <dgm:t>
        <a:bodyPr/>
        <a:lstStyle/>
        <a:p>
          <a:endParaRPr lang="en-US"/>
        </a:p>
      </dgm:t>
    </dgm:pt>
    <dgm:pt modelId="{E708DB21-2644-4A8A-A0B6-DEAF9F6FA224}">
      <dgm:prSet phldrT="[Text]" phldr="0"/>
      <dgm:spPr/>
      <dgm:t>
        <a:bodyPr/>
        <a:lstStyle/>
        <a:p>
          <a:pPr>
            <a:defRPr b="1"/>
          </a:pPr>
          <a:endParaRPr lang="en-US" b="1" dirty="0"/>
        </a:p>
      </dgm:t>
    </dgm:pt>
    <dgm:pt modelId="{382AA33A-5AF6-4DEA-B86B-B989F1A455FF}" type="sibTrans" cxnId="{E57B19B8-1453-4112-9290-72D9C128F45C}">
      <dgm:prSet/>
      <dgm:spPr/>
      <dgm:t>
        <a:bodyPr/>
        <a:lstStyle/>
        <a:p>
          <a:endParaRPr lang="en-US"/>
        </a:p>
      </dgm:t>
    </dgm:pt>
    <dgm:pt modelId="{9CABDB7D-2335-4CC9-ABEE-BCB445562510}" type="parTrans" cxnId="{E57B19B8-1453-4112-9290-72D9C128F45C}">
      <dgm:prSet/>
      <dgm:spPr/>
      <dgm:t>
        <a:bodyPr/>
        <a:lstStyle/>
        <a:p>
          <a:endParaRPr lang="en-US"/>
        </a:p>
      </dgm:t>
    </dgm:pt>
    <dgm:pt modelId="{F0A4FCA3-3BCE-48D7-A54E-D12F1C7B745D}">
      <dgm:prSet phldrT="[Text]" phldr="0"/>
      <dgm:spPr/>
      <dgm:t>
        <a:bodyPr/>
        <a:lstStyle/>
        <a:p>
          <a:pPr>
            <a:defRPr b="1"/>
          </a:pPr>
          <a:endParaRPr lang="en-US" b="1" dirty="0"/>
        </a:p>
      </dgm:t>
    </dgm:pt>
    <dgm:pt modelId="{A81B11A8-2D2C-492F-961C-21612F555456}" type="sibTrans" cxnId="{E85E847C-CFF7-4274-9E05-1CD1657FC6E9}">
      <dgm:prSet/>
      <dgm:spPr/>
      <dgm:t>
        <a:bodyPr/>
        <a:lstStyle/>
        <a:p>
          <a:endParaRPr lang="en-US"/>
        </a:p>
      </dgm:t>
    </dgm:pt>
    <dgm:pt modelId="{23540941-7AF0-442B-B900-0C791C47502E}" type="parTrans" cxnId="{E85E847C-CFF7-4274-9E05-1CD1657FC6E9}">
      <dgm:prSet/>
      <dgm:spPr/>
      <dgm:t>
        <a:bodyPr/>
        <a:lstStyle/>
        <a:p>
          <a:endParaRPr lang="en-US"/>
        </a:p>
      </dgm:t>
    </dgm:pt>
    <dgm:pt modelId="{0DAE2AC4-A03C-4785-AD60-D0494A60E0CE}">
      <dgm:prSet phldr="0"/>
      <dgm:spPr/>
      <dgm:t>
        <a:bodyPr/>
        <a:lstStyle/>
        <a:p>
          <a:pPr>
            <a:defRPr b="1"/>
          </a:pPr>
          <a:r>
            <a:rPr lang="en-US" b="1" dirty="0">
              <a:latin typeface="Avenir Next LT Pro"/>
            </a:rPr>
            <a:t> </a:t>
          </a:r>
          <a:endParaRPr lang="en-US" b="1" dirty="0"/>
        </a:p>
      </dgm:t>
    </dgm:pt>
    <dgm:pt modelId="{1220476A-5445-48CF-BD72-BC6F123C1741}" type="sibTrans" cxnId="{CFDBE386-E4F2-40DE-94DB-492FF8C2E23B}">
      <dgm:prSet/>
      <dgm:spPr/>
      <dgm:t>
        <a:bodyPr/>
        <a:lstStyle/>
        <a:p>
          <a:endParaRPr lang="en-US"/>
        </a:p>
      </dgm:t>
    </dgm:pt>
    <dgm:pt modelId="{DC910F10-CC9B-4D35-A261-529BCE4833A9}" type="parTrans" cxnId="{CFDBE386-E4F2-40DE-94DB-492FF8C2E23B}">
      <dgm:prSet/>
      <dgm:spPr/>
      <dgm:t>
        <a:bodyPr/>
        <a:lstStyle/>
        <a:p>
          <a:endParaRPr lang="en-US"/>
        </a:p>
      </dgm:t>
    </dgm:pt>
    <dgm:pt modelId="{2369D34B-42F8-426A-8EA5-E75D768767D4}">
      <dgm:prSet phldr="0"/>
      <dgm:spPr/>
      <dgm:t>
        <a:bodyPr/>
        <a:lstStyle/>
        <a:p>
          <a:pPr>
            <a:defRPr b="1"/>
          </a:pPr>
          <a:endParaRPr lang="en-US" b="1" dirty="0">
            <a:latin typeface="Avenir Next LT Pro"/>
          </a:endParaRPr>
        </a:p>
      </dgm:t>
    </dgm:pt>
    <dgm:pt modelId="{48C3E368-127E-4778-AE69-EFF1EF9C949B}" type="sibTrans" cxnId="{48598211-027F-4850-A647-74817DB0FC9F}">
      <dgm:prSet/>
      <dgm:spPr/>
      <dgm:t>
        <a:bodyPr/>
        <a:lstStyle/>
        <a:p>
          <a:endParaRPr lang="en-US"/>
        </a:p>
      </dgm:t>
    </dgm:pt>
    <dgm:pt modelId="{4D34602C-0359-4FFA-835F-0FADE50CBF37}" type="parTrans" cxnId="{48598211-027F-4850-A647-74817DB0FC9F}">
      <dgm:prSet/>
      <dgm:spPr/>
      <dgm:t>
        <a:bodyPr/>
        <a:lstStyle/>
        <a:p>
          <a:endParaRPr lang="en-IN"/>
        </a:p>
      </dgm:t>
    </dgm:pt>
    <dgm:pt modelId="{65B90E1B-222E-430A-9264-24E15FFB0626}">
      <dgm:prSet phldr="0"/>
      <dgm:spPr/>
      <dgm:t>
        <a:bodyPr/>
        <a:lstStyle/>
        <a:p>
          <a:pPr>
            <a:defRPr b="1"/>
          </a:pPr>
          <a:endParaRPr lang="en-US" b="1" dirty="0">
            <a:latin typeface="Avenir Next LT Pro"/>
          </a:endParaRPr>
        </a:p>
      </dgm:t>
    </dgm:pt>
    <dgm:pt modelId="{FEE4D3E2-4FD2-44B7-BF47-7AEC27F01FCE}" type="sibTrans" cxnId="{6428E1D3-2F23-4341-9B63-331B1EE0AB5A}">
      <dgm:prSet/>
      <dgm:spPr/>
      <dgm:t>
        <a:bodyPr/>
        <a:lstStyle/>
        <a:p>
          <a:endParaRPr lang="en-US"/>
        </a:p>
      </dgm:t>
    </dgm:pt>
    <dgm:pt modelId="{BCFB1413-6FD3-44B9-8A09-5B674B5D31D4}" type="parTrans" cxnId="{6428E1D3-2F23-4341-9B63-331B1EE0AB5A}">
      <dgm:prSet/>
      <dgm:spPr/>
      <dgm:t>
        <a:bodyPr/>
        <a:lstStyle/>
        <a:p>
          <a:endParaRPr lang="en-IN"/>
        </a:p>
      </dgm:t>
    </dgm:pt>
    <dgm:pt modelId="{B9E75044-61EC-4E92-A091-3E91CEAEE573}">
      <dgm:prSet phldr="0"/>
      <dgm:spPr/>
      <dgm:t>
        <a:bodyPr/>
        <a:lstStyle/>
        <a:p>
          <a:pPr>
            <a:defRPr b="1"/>
          </a:pPr>
          <a:endParaRPr lang="en-US" b="1" dirty="0">
            <a:latin typeface="Avenir Next LT Pro"/>
          </a:endParaRPr>
        </a:p>
      </dgm:t>
    </dgm:pt>
    <dgm:pt modelId="{725E7D26-A83A-4C10-B80B-2FCF12923BC0}" type="sibTrans" cxnId="{0D173E5E-B4EE-4C1A-ABEE-3D6720991108}">
      <dgm:prSet/>
      <dgm:spPr/>
      <dgm:t>
        <a:bodyPr/>
        <a:lstStyle/>
        <a:p>
          <a:endParaRPr lang="en-US"/>
        </a:p>
      </dgm:t>
    </dgm:pt>
    <dgm:pt modelId="{8C41CD02-07F5-42CE-A50D-8DC2203555EA}" type="parTrans" cxnId="{0D173E5E-B4EE-4C1A-ABEE-3D6720991108}">
      <dgm:prSet/>
      <dgm:spPr/>
      <dgm:t>
        <a:bodyPr/>
        <a:lstStyle/>
        <a:p>
          <a:endParaRPr lang="en-IN"/>
        </a:p>
      </dgm:t>
    </dgm:pt>
    <dgm:pt modelId="{432E39F1-10C7-4853-A7D5-E0DAE08548BD}">
      <dgm:prSet phldr="0"/>
      <dgm:spPr/>
      <dgm:t>
        <a:bodyPr/>
        <a:lstStyle/>
        <a:p>
          <a:pPr>
            <a:defRPr b="1"/>
          </a:pPr>
          <a:endParaRPr lang="en-US" b="1" dirty="0">
            <a:latin typeface="Avenir Next LT Pro"/>
          </a:endParaRPr>
        </a:p>
      </dgm:t>
    </dgm:pt>
    <dgm:pt modelId="{3D06124F-2CA2-4B06-A4CD-D493FC2492DE}" type="sibTrans" cxnId="{06374D4F-A04F-4D7F-A63C-8C6EDB2DBD2B}">
      <dgm:prSet/>
      <dgm:spPr/>
      <dgm:t>
        <a:bodyPr/>
        <a:lstStyle/>
        <a:p>
          <a:endParaRPr lang="en-US"/>
        </a:p>
      </dgm:t>
    </dgm:pt>
    <dgm:pt modelId="{54F8ADA2-B04F-4431-860D-47FBF853E3BB}" type="parTrans" cxnId="{06374D4F-A04F-4D7F-A63C-8C6EDB2DBD2B}">
      <dgm:prSet/>
      <dgm:spPr/>
      <dgm:t>
        <a:bodyPr/>
        <a:lstStyle/>
        <a:p>
          <a:endParaRPr lang="en-IN"/>
        </a:p>
      </dgm:t>
    </dgm:pt>
    <dgm:pt modelId="{C295489D-1691-42C7-90B8-09B831248741}">
      <dgm:prSet phldr="0"/>
      <dgm:spPr/>
      <dgm:t>
        <a:bodyPr/>
        <a:lstStyle/>
        <a:p>
          <a:pPr>
            <a:defRPr b="1"/>
          </a:pPr>
          <a:endParaRPr lang="en-US" b="1" dirty="0">
            <a:latin typeface="Avenir Next LT Pro"/>
          </a:endParaRPr>
        </a:p>
      </dgm:t>
    </dgm:pt>
    <dgm:pt modelId="{CA7DB624-262A-4DEE-9B63-19744C010D2B}" type="sibTrans" cxnId="{1128F9C4-321D-47E1-81E1-0F1D03631B6B}">
      <dgm:prSet/>
      <dgm:spPr/>
      <dgm:t>
        <a:bodyPr/>
        <a:lstStyle/>
        <a:p>
          <a:endParaRPr lang="en-US"/>
        </a:p>
      </dgm:t>
    </dgm:pt>
    <dgm:pt modelId="{AE566CD1-9D98-409C-85EA-67E37B8449E8}" type="parTrans" cxnId="{1128F9C4-321D-47E1-81E1-0F1D03631B6B}">
      <dgm:prSet/>
      <dgm:spPr/>
      <dgm:t>
        <a:bodyPr/>
        <a:lstStyle/>
        <a:p>
          <a:endParaRPr lang="en-IN"/>
        </a:p>
      </dgm:t>
    </dgm:pt>
    <dgm:pt modelId="{7D43E077-CA79-40CF-A08F-5ACC59FAECD4}" type="pres">
      <dgm:prSet presAssocID="{FC4AFDD9-7D71-4F0B-B7C4-82703CA10BE1}" presName="root" presStyleCnt="0">
        <dgm:presLayoutVars>
          <dgm:chMax/>
          <dgm:chPref/>
          <dgm:animLvl val="lvl"/>
        </dgm:presLayoutVars>
      </dgm:prSet>
      <dgm:spPr/>
    </dgm:pt>
    <dgm:pt modelId="{06E68683-F150-4CF7-9FE1-B623F44EC359}" type="pres">
      <dgm:prSet presAssocID="{FC4AFDD9-7D71-4F0B-B7C4-82703CA10BE1}" presName="divider" presStyleLbl="fgAccFollowNode1" presStyleIdx="0" presStyleCnt="1"/>
      <dgm:spPr>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tailEnd type="triangle" w="lg" len="lg"/>
        </a:ln>
        <a:effectLst/>
      </dgm:spPr>
    </dgm:pt>
    <dgm:pt modelId="{F4EBD763-5355-4563-A3F5-043A8A92EF96}" type="pres">
      <dgm:prSet presAssocID="{FC4AFDD9-7D71-4F0B-B7C4-82703CA10BE1}" presName="nodes" presStyleCnt="0">
        <dgm:presLayoutVars>
          <dgm:chMax/>
          <dgm:chPref/>
          <dgm:animLvl val="lvl"/>
        </dgm:presLayoutVars>
      </dgm:prSet>
      <dgm:spPr/>
    </dgm:pt>
    <dgm:pt modelId="{330ACE29-B9E0-4A25-9A6F-82A2A6280FDC}" type="pres">
      <dgm:prSet presAssocID="{0A2AA8D9-43FB-4BBE-8217-B641687EBC8A}" presName="composite" presStyleCnt="0"/>
      <dgm:spPr/>
    </dgm:pt>
    <dgm:pt modelId="{0809CFBA-2637-4701-A0F6-B51C9368BE48}" type="pres">
      <dgm:prSet presAssocID="{0A2AA8D9-43FB-4BBE-8217-B641687EBC8A}" presName="L1TextContainer" presStyleLbl="revTx" presStyleIdx="0" presStyleCnt="12" custLinFactNeighborX="764" custLinFactNeighborY="-8755">
        <dgm:presLayoutVars>
          <dgm:chMax val="1"/>
          <dgm:chPref val="1"/>
          <dgm:bulletEnabled val="1"/>
        </dgm:presLayoutVars>
      </dgm:prSet>
      <dgm:spPr/>
    </dgm:pt>
    <dgm:pt modelId="{F64E6C46-0011-4ED3-B3F0-38F669693C82}" type="pres">
      <dgm:prSet presAssocID="{0A2AA8D9-43FB-4BBE-8217-B641687EBC8A}" presName="L2TextContainerWrapper" presStyleCnt="0">
        <dgm:presLayoutVars>
          <dgm:chMax val="0"/>
          <dgm:chPref val="0"/>
          <dgm:bulletEnabled val="1"/>
        </dgm:presLayoutVars>
      </dgm:prSet>
      <dgm:spPr/>
    </dgm:pt>
    <dgm:pt modelId="{9EC40022-CA44-4844-A68F-70B489A53E25}" type="pres">
      <dgm:prSet presAssocID="{0A2AA8D9-43FB-4BBE-8217-B641687EBC8A}" presName="L2TextContainer" presStyleLbl="bgAcc1" presStyleIdx="0" presStyleCnt="12" custLinFactNeighborX="2882" custLinFactNeighborY="-1653"/>
      <dgm:spPr/>
    </dgm:pt>
    <dgm:pt modelId="{8E3F596A-4BC3-44C0-A99F-6B21C5CF23C1}" type="pres">
      <dgm:prSet presAssocID="{0A2AA8D9-43FB-4BBE-8217-B641687EBC8A}" presName="FlexibleEmptyPlaceHolder" presStyleCnt="0"/>
      <dgm:spPr/>
    </dgm:pt>
    <dgm:pt modelId="{697B8948-32D1-483A-A6D9-A0B621CAA27A}" type="pres">
      <dgm:prSet presAssocID="{0A2AA8D9-43FB-4BBE-8217-B641687EBC8A}" presName="ConnectLine" presStyleLbl="sibTrans1D1" presStyleIdx="0" presStyleCnt="12"/>
      <dgm:spPr>
        <a:noFill/>
        <a:ln w="6350" cap="flat" cmpd="sng" algn="ctr">
          <a:solidFill>
            <a:schemeClr val="accent3">
              <a:hueOff val="0"/>
              <a:satOff val="0"/>
              <a:lumOff val="0"/>
              <a:alphaOff val="0"/>
            </a:schemeClr>
          </a:solidFill>
          <a:prstDash val="dash"/>
          <a:miter lim="800000"/>
        </a:ln>
        <a:effectLst/>
      </dgm:spPr>
    </dgm:pt>
    <dgm:pt modelId="{69DE02F4-91BA-43FE-A7BA-F3CE970C3539}" type="pres">
      <dgm:prSet presAssocID="{0A2AA8D9-43FB-4BBE-8217-B641687EBC8A}" presName="ConnectorPoint" presStyleLbl="alignNode1" presStyleIdx="0" presStyleCnt="12"/>
      <dgm:spPr/>
    </dgm:pt>
    <dgm:pt modelId="{4D307404-66DD-496A-AFF2-45B4235B0DC9}" type="pres">
      <dgm:prSet presAssocID="{0A2AA8D9-43FB-4BBE-8217-B641687EBC8A}" presName="EmptyPlaceHolder" presStyleCnt="0"/>
      <dgm:spPr/>
    </dgm:pt>
    <dgm:pt modelId="{4330F68F-C633-42DD-B361-216FC4F73796}" type="pres">
      <dgm:prSet presAssocID="{471544FE-0AF0-433F-8700-1907BCEDADDF}" presName="spaceBetweenRectangles" presStyleCnt="0"/>
      <dgm:spPr/>
    </dgm:pt>
    <dgm:pt modelId="{CBB7AED9-3398-4A9E-B966-4F520AC28E9D}" type="pres">
      <dgm:prSet presAssocID="{D31EE92D-FD9A-4C42-AF2A-E11C5332319D}" presName="composite" presStyleCnt="0"/>
      <dgm:spPr/>
    </dgm:pt>
    <dgm:pt modelId="{01AB89FF-FD91-4061-825B-24E07505EBF1}" type="pres">
      <dgm:prSet presAssocID="{D31EE92D-FD9A-4C42-AF2A-E11C5332319D}" presName="L1TextContainer" presStyleLbl="revTx" presStyleIdx="1" presStyleCnt="12" custLinFactNeighborX="764" custLinFactNeighborY="-8755">
        <dgm:presLayoutVars>
          <dgm:chMax val="1"/>
          <dgm:chPref val="1"/>
          <dgm:bulletEnabled val="1"/>
        </dgm:presLayoutVars>
      </dgm:prSet>
      <dgm:spPr/>
    </dgm:pt>
    <dgm:pt modelId="{77A1C1D5-380E-4970-B9D9-B74F2F29CB9E}" type="pres">
      <dgm:prSet presAssocID="{D31EE92D-FD9A-4C42-AF2A-E11C5332319D}" presName="L2TextContainerWrapper" presStyleCnt="0">
        <dgm:presLayoutVars>
          <dgm:chMax val="0"/>
          <dgm:chPref val="0"/>
          <dgm:bulletEnabled val="1"/>
        </dgm:presLayoutVars>
      </dgm:prSet>
      <dgm:spPr/>
    </dgm:pt>
    <dgm:pt modelId="{DB8E2ED8-1FFC-45CC-BAD4-AE032D7A4E72}" type="pres">
      <dgm:prSet presAssocID="{D31EE92D-FD9A-4C42-AF2A-E11C5332319D}" presName="L2TextContainer" presStyleLbl="bgAcc1" presStyleIdx="1" presStyleCnt="12" custLinFactNeighborX="6181" custLinFactNeighborY="-5036"/>
      <dgm:spPr/>
    </dgm:pt>
    <dgm:pt modelId="{84AA69FE-49D9-4E01-AA3B-7621845C1B94}" type="pres">
      <dgm:prSet presAssocID="{D31EE92D-FD9A-4C42-AF2A-E11C5332319D}" presName="FlexibleEmptyPlaceHolder" presStyleCnt="0"/>
      <dgm:spPr/>
    </dgm:pt>
    <dgm:pt modelId="{D631FEFD-A32B-48B7-BBB2-3C1FF7B0744A}" type="pres">
      <dgm:prSet presAssocID="{D31EE92D-FD9A-4C42-AF2A-E11C5332319D}" presName="ConnectLine" presStyleLbl="sibTrans1D1" presStyleIdx="1" presStyleCnt="12"/>
      <dgm:spPr>
        <a:noFill/>
        <a:ln w="6350" cap="flat" cmpd="sng" algn="ctr">
          <a:solidFill>
            <a:schemeClr val="accent3">
              <a:hueOff val="0"/>
              <a:satOff val="0"/>
              <a:lumOff val="0"/>
              <a:alphaOff val="0"/>
            </a:schemeClr>
          </a:solidFill>
          <a:prstDash val="dash"/>
          <a:miter lim="800000"/>
        </a:ln>
        <a:effectLst/>
      </dgm:spPr>
    </dgm:pt>
    <dgm:pt modelId="{4C953EFB-5539-4813-B8B3-FD9577771DFC}" type="pres">
      <dgm:prSet presAssocID="{D31EE92D-FD9A-4C42-AF2A-E11C5332319D}" presName="ConnectorPoint" presStyleLbl="alignNode1" presStyleIdx="1" presStyleCnt="12"/>
      <dgm:spPr/>
    </dgm:pt>
    <dgm:pt modelId="{38022288-230E-4617-8EB5-89C01AD3D878}" type="pres">
      <dgm:prSet presAssocID="{D31EE92D-FD9A-4C42-AF2A-E11C5332319D}" presName="EmptyPlaceHolder" presStyleCnt="0"/>
      <dgm:spPr/>
    </dgm:pt>
    <dgm:pt modelId="{D9700645-E296-4534-B710-536D070D8C72}" type="pres">
      <dgm:prSet presAssocID="{D9F9F81F-46AD-4830-A8A5-5EE128A887F9}" presName="spaceBetweenRectangles" presStyleCnt="0"/>
      <dgm:spPr/>
    </dgm:pt>
    <dgm:pt modelId="{345C4A99-9396-43A9-A984-AB6DEE1141E3}" type="pres">
      <dgm:prSet presAssocID="{2FC861A4-853E-48BA-A4D6-3D4937B06BA0}" presName="composite" presStyleCnt="0"/>
      <dgm:spPr/>
    </dgm:pt>
    <dgm:pt modelId="{5DF2DB41-E134-4516-889E-A4838A1A0A96}" type="pres">
      <dgm:prSet presAssocID="{2FC861A4-853E-48BA-A4D6-3D4937B06BA0}" presName="L1TextContainer" presStyleLbl="revTx" presStyleIdx="2" presStyleCnt="12" custLinFactNeighborX="764" custLinFactNeighborY="-8755">
        <dgm:presLayoutVars>
          <dgm:chMax val="1"/>
          <dgm:chPref val="1"/>
          <dgm:bulletEnabled val="1"/>
        </dgm:presLayoutVars>
      </dgm:prSet>
      <dgm:spPr/>
    </dgm:pt>
    <dgm:pt modelId="{7841DDF9-9ED0-4983-9C7C-BECE5124CA30}" type="pres">
      <dgm:prSet presAssocID="{2FC861A4-853E-48BA-A4D6-3D4937B06BA0}" presName="L2TextContainerWrapper" presStyleCnt="0">
        <dgm:presLayoutVars>
          <dgm:chMax val="0"/>
          <dgm:chPref val="0"/>
          <dgm:bulletEnabled val="1"/>
        </dgm:presLayoutVars>
      </dgm:prSet>
      <dgm:spPr/>
    </dgm:pt>
    <dgm:pt modelId="{AE8E2E01-3981-4E81-BBD8-701D4DCA39A4}" type="pres">
      <dgm:prSet presAssocID="{2FC861A4-853E-48BA-A4D6-3D4937B06BA0}" presName="L2TextContainer" presStyleLbl="bgAcc1" presStyleIdx="2" presStyleCnt="12"/>
      <dgm:spPr/>
    </dgm:pt>
    <dgm:pt modelId="{37F57261-C925-4E3A-9DC3-C19A859F55B8}" type="pres">
      <dgm:prSet presAssocID="{2FC861A4-853E-48BA-A4D6-3D4937B06BA0}" presName="FlexibleEmptyPlaceHolder" presStyleCnt="0"/>
      <dgm:spPr/>
    </dgm:pt>
    <dgm:pt modelId="{2AC857E0-86E8-45CC-95ED-BB184BD602B9}" type="pres">
      <dgm:prSet presAssocID="{2FC861A4-853E-48BA-A4D6-3D4937B06BA0}" presName="ConnectLine" presStyleLbl="sibTrans1D1" presStyleIdx="2" presStyleCnt="12"/>
      <dgm:spPr>
        <a:noFill/>
        <a:ln w="6350" cap="flat" cmpd="sng" algn="ctr">
          <a:solidFill>
            <a:schemeClr val="accent3">
              <a:hueOff val="0"/>
              <a:satOff val="0"/>
              <a:lumOff val="0"/>
              <a:alphaOff val="0"/>
            </a:schemeClr>
          </a:solidFill>
          <a:prstDash val="dash"/>
          <a:miter lim="800000"/>
        </a:ln>
        <a:effectLst/>
      </dgm:spPr>
    </dgm:pt>
    <dgm:pt modelId="{0053F144-964F-494C-B677-000C03DBE814}" type="pres">
      <dgm:prSet presAssocID="{2FC861A4-853E-48BA-A4D6-3D4937B06BA0}" presName="ConnectorPoint" presStyleLbl="alignNode1" presStyleIdx="2" presStyleCnt="12"/>
      <dgm:spPr/>
    </dgm:pt>
    <dgm:pt modelId="{5CE5E8D0-870E-4936-82FA-DE892EDAEDF3}" type="pres">
      <dgm:prSet presAssocID="{2FC861A4-853E-48BA-A4D6-3D4937B06BA0}" presName="EmptyPlaceHolder" presStyleCnt="0"/>
      <dgm:spPr/>
    </dgm:pt>
    <dgm:pt modelId="{7C503586-38A8-4541-B598-0FC88302B2D8}" type="pres">
      <dgm:prSet presAssocID="{35BD52E0-D944-4455-94F1-855CE3206422}" presName="spaceBetweenRectangles" presStyleCnt="0"/>
      <dgm:spPr/>
    </dgm:pt>
    <dgm:pt modelId="{24EBC4A7-9315-4B08-937A-26C84D7CAFE1}" type="pres">
      <dgm:prSet presAssocID="{B8DF112F-046A-40BF-A22A-BCEED3EFEA2B}" presName="composite" presStyleCnt="0"/>
      <dgm:spPr/>
    </dgm:pt>
    <dgm:pt modelId="{F1C6B120-5C5E-40E0-84D7-5D73AEC1D44E}" type="pres">
      <dgm:prSet presAssocID="{B8DF112F-046A-40BF-A22A-BCEED3EFEA2B}" presName="L1TextContainer" presStyleLbl="revTx" presStyleIdx="3" presStyleCnt="12" custLinFactNeighborX="764" custLinFactNeighborY="-8755">
        <dgm:presLayoutVars>
          <dgm:chMax val="1"/>
          <dgm:chPref val="1"/>
          <dgm:bulletEnabled val="1"/>
        </dgm:presLayoutVars>
      </dgm:prSet>
      <dgm:spPr/>
    </dgm:pt>
    <dgm:pt modelId="{B2DD4C65-10FF-425E-8751-69C290791EAE}" type="pres">
      <dgm:prSet presAssocID="{B8DF112F-046A-40BF-A22A-BCEED3EFEA2B}" presName="L2TextContainerWrapper" presStyleCnt="0">
        <dgm:presLayoutVars>
          <dgm:chMax val="0"/>
          <dgm:chPref val="0"/>
          <dgm:bulletEnabled val="1"/>
        </dgm:presLayoutVars>
      </dgm:prSet>
      <dgm:spPr/>
    </dgm:pt>
    <dgm:pt modelId="{15A477E1-0CA6-4CAC-B26D-0E6957D83C69}" type="pres">
      <dgm:prSet presAssocID="{B8DF112F-046A-40BF-A22A-BCEED3EFEA2B}" presName="L2TextContainer" presStyleLbl="bgAcc1" presStyleIdx="3" presStyleCnt="12"/>
      <dgm:spPr/>
    </dgm:pt>
    <dgm:pt modelId="{519BA5E6-B7A4-477E-880E-9670B99EE418}" type="pres">
      <dgm:prSet presAssocID="{B8DF112F-046A-40BF-A22A-BCEED3EFEA2B}" presName="FlexibleEmptyPlaceHolder" presStyleCnt="0"/>
      <dgm:spPr/>
    </dgm:pt>
    <dgm:pt modelId="{0104A535-6449-4D36-A035-959728D0F1A9}" type="pres">
      <dgm:prSet presAssocID="{B8DF112F-046A-40BF-A22A-BCEED3EFEA2B}" presName="ConnectLine" presStyleLbl="sibTrans1D1" presStyleIdx="3" presStyleCnt="12"/>
      <dgm:spPr>
        <a:noFill/>
        <a:ln w="6350" cap="flat" cmpd="sng" algn="ctr">
          <a:solidFill>
            <a:schemeClr val="accent3">
              <a:hueOff val="0"/>
              <a:satOff val="0"/>
              <a:lumOff val="0"/>
              <a:alphaOff val="0"/>
            </a:schemeClr>
          </a:solidFill>
          <a:prstDash val="dash"/>
          <a:miter lim="800000"/>
        </a:ln>
        <a:effectLst/>
      </dgm:spPr>
    </dgm:pt>
    <dgm:pt modelId="{FDD8D4BF-1544-4C52-9568-9BF80FF75D16}" type="pres">
      <dgm:prSet presAssocID="{B8DF112F-046A-40BF-A22A-BCEED3EFEA2B}" presName="ConnectorPoint" presStyleLbl="alignNode1" presStyleIdx="3" presStyleCnt="12"/>
      <dgm:spPr/>
    </dgm:pt>
    <dgm:pt modelId="{2A34B0D5-4E85-4F91-AD86-E5086A6F5435}" type="pres">
      <dgm:prSet presAssocID="{B8DF112F-046A-40BF-A22A-BCEED3EFEA2B}" presName="EmptyPlaceHolder" presStyleCnt="0"/>
      <dgm:spPr/>
    </dgm:pt>
    <dgm:pt modelId="{860C9A29-4AC2-445C-921C-E2DCDB9215F0}" type="pres">
      <dgm:prSet presAssocID="{AC9F9C5B-7B99-4EA1-A934-9CCC6E3A26E6}" presName="spaceBetweenRectangles" presStyleCnt="0"/>
      <dgm:spPr/>
    </dgm:pt>
    <dgm:pt modelId="{33403F91-BE10-41C8-B53F-3A26E0C99DFD}" type="pres">
      <dgm:prSet presAssocID="{E708DB21-2644-4A8A-A0B6-DEAF9F6FA224}" presName="composite" presStyleCnt="0"/>
      <dgm:spPr/>
    </dgm:pt>
    <dgm:pt modelId="{B87A2CF1-6AE6-4DB8-BF76-04DD52BD8BEF}" type="pres">
      <dgm:prSet presAssocID="{E708DB21-2644-4A8A-A0B6-DEAF9F6FA224}" presName="L1TextContainer" presStyleLbl="revTx" presStyleIdx="4" presStyleCnt="12" custLinFactNeighborX="764" custLinFactNeighborY="-8755">
        <dgm:presLayoutVars>
          <dgm:chMax val="1"/>
          <dgm:chPref val="1"/>
          <dgm:bulletEnabled val="1"/>
        </dgm:presLayoutVars>
      </dgm:prSet>
      <dgm:spPr/>
    </dgm:pt>
    <dgm:pt modelId="{40BFE4CF-FB92-4231-AF3D-99CD8767CFF4}" type="pres">
      <dgm:prSet presAssocID="{E708DB21-2644-4A8A-A0B6-DEAF9F6FA224}" presName="L2TextContainerWrapper" presStyleCnt="0">
        <dgm:presLayoutVars>
          <dgm:chMax val="0"/>
          <dgm:chPref val="0"/>
          <dgm:bulletEnabled val="1"/>
        </dgm:presLayoutVars>
      </dgm:prSet>
      <dgm:spPr/>
    </dgm:pt>
    <dgm:pt modelId="{B5C6C3D6-4F0F-4886-90D9-47FFD4A65FAB}" type="pres">
      <dgm:prSet presAssocID="{E708DB21-2644-4A8A-A0B6-DEAF9F6FA224}" presName="L2TextContainer" presStyleLbl="bgAcc1" presStyleIdx="4" presStyleCnt="12" custLinFactNeighborX="0" custLinFactNeighborY="-1652"/>
      <dgm:spPr/>
    </dgm:pt>
    <dgm:pt modelId="{2619C2C6-4CBA-4C89-9890-43A13D731C4E}" type="pres">
      <dgm:prSet presAssocID="{E708DB21-2644-4A8A-A0B6-DEAF9F6FA224}" presName="FlexibleEmptyPlaceHolder" presStyleCnt="0"/>
      <dgm:spPr/>
    </dgm:pt>
    <dgm:pt modelId="{E8CB2225-1877-4C37-BC0D-C53365254D01}" type="pres">
      <dgm:prSet presAssocID="{E708DB21-2644-4A8A-A0B6-DEAF9F6FA224}" presName="ConnectLine" presStyleLbl="sibTrans1D1" presStyleIdx="4" presStyleCnt="12"/>
      <dgm:spPr>
        <a:noFill/>
        <a:ln w="6350" cap="flat" cmpd="sng" algn="ctr">
          <a:solidFill>
            <a:schemeClr val="accent3">
              <a:hueOff val="0"/>
              <a:satOff val="0"/>
              <a:lumOff val="0"/>
              <a:alphaOff val="0"/>
            </a:schemeClr>
          </a:solidFill>
          <a:prstDash val="dash"/>
          <a:miter lim="800000"/>
        </a:ln>
        <a:effectLst/>
      </dgm:spPr>
    </dgm:pt>
    <dgm:pt modelId="{C2CC0490-2CF4-4130-B9CB-FB981CD416C0}" type="pres">
      <dgm:prSet presAssocID="{E708DB21-2644-4A8A-A0B6-DEAF9F6FA224}" presName="ConnectorPoint" presStyleLbl="alignNode1" presStyleIdx="4" presStyleCnt="12"/>
      <dgm:spPr/>
    </dgm:pt>
    <dgm:pt modelId="{D0CCE179-AFBE-411E-AF91-435A70573C6B}" type="pres">
      <dgm:prSet presAssocID="{E708DB21-2644-4A8A-A0B6-DEAF9F6FA224}" presName="EmptyPlaceHolder" presStyleCnt="0"/>
      <dgm:spPr/>
    </dgm:pt>
    <dgm:pt modelId="{CF2B5364-DA99-4A71-8852-59C92E4F08A0}" type="pres">
      <dgm:prSet presAssocID="{382AA33A-5AF6-4DEA-B86B-B989F1A455FF}" presName="spaceBetweenRectangles" presStyleCnt="0"/>
      <dgm:spPr/>
    </dgm:pt>
    <dgm:pt modelId="{AA9DB61F-524D-47D1-BD09-1519BD13EE53}" type="pres">
      <dgm:prSet presAssocID="{F0A4FCA3-3BCE-48D7-A54E-D12F1C7B745D}" presName="composite" presStyleCnt="0"/>
      <dgm:spPr/>
    </dgm:pt>
    <dgm:pt modelId="{2A3A6201-4B99-4CD4-9834-6F0E9E7B1F40}" type="pres">
      <dgm:prSet presAssocID="{F0A4FCA3-3BCE-48D7-A54E-D12F1C7B745D}" presName="L1TextContainer" presStyleLbl="revTx" presStyleIdx="5" presStyleCnt="12" custLinFactNeighborX="764" custLinFactNeighborY="-8755">
        <dgm:presLayoutVars>
          <dgm:chMax val="1"/>
          <dgm:chPref val="1"/>
          <dgm:bulletEnabled val="1"/>
        </dgm:presLayoutVars>
      </dgm:prSet>
      <dgm:spPr/>
    </dgm:pt>
    <dgm:pt modelId="{AA80FC48-6DFE-4461-9420-2A6F3121DC27}" type="pres">
      <dgm:prSet presAssocID="{F0A4FCA3-3BCE-48D7-A54E-D12F1C7B745D}" presName="L2TextContainerWrapper" presStyleCnt="0">
        <dgm:presLayoutVars>
          <dgm:chMax val="0"/>
          <dgm:chPref val="0"/>
          <dgm:bulletEnabled val="1"/>
        </dgm:presLayoutVars>
      </dgm:prSet>
      <dgm:spPr/>
    </dgm:pt>
    <dgm:pt modelId="{2E021445-E902-4F07-8E0A-3941633B3160}" type="pres">
      <dgm:prSet presAssocID="{F0A4FCA3-3BCE-48D7-A54E-D12F1C7B745D}" presName="L2TextContainer" presStyleLbl="bgAcc1" presStyleIdx="5" presStyleCnt="12" custLinFactNeighborX="-1470" custLinFactNeighborY="-4918"/>
      <dgm:spPr/>
    </dgm:pt>
    <dgm:pt modelId="{1239A77D-956D-46D0-B8B0-A3DF715091C8}" type="pres">
      <dgm:prSet presAssocID="{F0A4FCA3-3BCE-48D7-A54E-D12F1C7B745D}" presName="FlexibleEmptyPlaceHolder" presStyleCnt="0"/>
      <dgm:spPr/>
    </dgm:pt>
    <dgm:pt modelId="{E9E1A867-9143-4950-A036-34D8B624C2B4}" type="pres">
      <dgm:prSet presAssocID="{F0A4FCA3-3BCE-48D7-A54E-D12F1C7B745D}" presName="ConnectLine" presStyleLbl="sibTrans1D1" presStyleIdx="5" presStyleCnt="12"/>
      <dgm:spPr>
        <a:noFill/>
        <a:ln w="6350" cap="flat" cmpd="sng" algn="ctr">
          <a:solidFill>
            <a:schemeClr val="accent3">
              <a:hueOff val="0"/>
              <a:satOff val="0"/>
              <a:lumOff val="0"/>
              <a:alphaOff val="0"/>
            </a:schemeClr>
          </a:solidFill>
          <a:prstDash val="dash"/>
          <a:miter lim="800000"/>
        </a:ln>
        <a:effectLst/>
      </dgm:spPr>
    </dgm:pt>
    <dgm:pt modelId="{CAA750A9-0A98-4F4D-A1E0-E5DE9066C227}" type="pres">
      <dgm:prSet presAssocID="{F0A4FCA3-3BCE-48D7-A54E-D12F1C7B745D}" presName="ConnectorPoint" presStyleLbl="alignNode1" presStyleIdx="5" presStyleCnt="12"/>
      <dgm:spPr/>
    </dgm:pt>
    <dgm:pt modelId="{3D1EA71F-BE73-418A-955E-FC0C1CB45E8C}" type="pres">
      <dgm:prSet presAssocID="{F0A4FCA3-3BCE-48D7-A54E-D12F1C7B745D}" presName="EmptyPlaceHolder" presStyleCnt="0"/>
      <dgm:spPr/>
    </dgm:pt>
    <dgm:pt modelId="{9A447E15-C10C-4C44-9D49-E53098740900}" type="pres">
      <dgm:prSet presAssocID="{A81B11A8-2D2C-492F-961C-21612F555456}" presName="spaceBetweenRectangles" presStyleCnt="0"/>
      <dgm:spPr/>
    </dgm:pt>
    <dgm:pt modelId="{6D56EAB6-C6AA-4D75-B72B-27C32C9B5F16}" type="pres">
      <dgm:prSet presAssocID="{0DAE2AC4-A03C-4785-AD60-D0494A60E0CE}" presName="composite" presStyleCnt="0"/>
      <dgm:spPr/>
    </dgm:pt>
    <dgm:pt modelId="{3F7A4435-701A-4230-8A8F-03FF0B63A0FD}" type="pres">
      <dgm:prSet presAssocID="{0DAE2AC4-A03C-4785-AD60-D0494A60E0CE}" presName="L1TextContainer" presStyleLbl="revTx" presStyleIdx="6" presStyleCnt="12" custLinFactNeighborX="764" custLinFactNeighborY="-8755">
        <dgm:presLayoutVars>
          <dgm:chMax val="1"/>
          <dgm:chPref val="1"/>
          <dgm:bulletEnabled val="1"/>
        </dgm:presLayoutVars>
      </dgm:prSet>
      <dgm:spPr/>
    </dgm:pt>
    <dgm:pt modelId="{22DA6517-0435-4C0C-8439-7946E2DC09EE}" type="pres">
      <dgm:prSet presAssocID="{0DAE2AC4-A03C-4785-AD60-D0494A60E0CE}" presName="L2TextContainerWrapper" presStyleCnt="0">
        <dgm:presLayoutVars>
          <dgm:chMax val="0"/>
          <dgm:chPref val="0"/>
          <dgm:bulletEnabled val="1"/>
        </dgm:presLayoutVars>
      </dgm:prSet>
      <dgm:spPr/>
    </dgm:pt>
    <dgm:pt modelId="{DB596B3D-5796-4199-8D4E-F25498BBF348}" type="pres">
      <dgm:prSet presAssocID="{0DAE2AC4-A03C-4785-AD60-D0494A60E0CE}" presName="L2TextContainer" presStyleLbl="bgAcc1" presStyleIdx="6" presStyleCnt="12" custLinFactNeighborX="2681" custLinFactNeighborY="-1653"/>
      <dgm:spPr/>
    </dgm:pt>
    <dgm:pt modelId="{B8C2255B-0853-472C-AB34-C0B0CAE5A704}" type="pres">
      <dgm:prSet presAssocID="{0DAE2AC4-A03C-4785-AD60-D0494A60E0CE}" presName="FlexibleEmptyPlaceHolder" presStyleCnt="0"/>
      <dgm:spPr/>
    </dgm:pt>
    <dgm:pt modelId="{67DF7070-8BCA-4922-8228-4897B02ED137}" type="pres">
      <dgm:prSet presAssocID="{0DAE2AC4-A03C-4785-AD60-D0494A60E0CE}" presName="ConnectLine" presStyleLbl="sibTrans1D1" presStyleIdx="6" presStyleCnt="12"/>
      <dgm:spPr>
        <a:noFill/>
        <a:ln w="6350" cap="flat" cmpd="sng" algn="ctr">
          <a:solidFill>
            <a:schemeClr val="accent3">
              <a:hueOff val="0"/>
              <a:satOff val="0"/>
              <a:lumOff val="0"/>
              <a:alphaOff val="0"/>
            </a:schemeClr>
          </a:solidFill>
          <a:prstDash val="dash"/>
          <a:miter lim="800000"/>
        </a:ln>
        <a:effectLst/>
      </dgm:spPr>
    </dgm:pt>
    <dgm:pt modelId="{7D37AF36-30ED-484D-A6D1-5FFBC2297A57}" type="pres">
      <dgm:prSet presAssocID="{0DAE2AC4-A03C-4785-AD60-D0494A60E0CE}" presName="ConnectorPoint" presStyleLbl="alignNode1" presStyleIdx="6" presStyleCnt="12"/>
      <dgm:spPr/>
    </dgm:pt>
    <dgm:pt modelId="{3B394486-E2D5-42B0-A3A6-55A1F68AC133}" type="pres">
      <dgm:prSet presAssocID="{0DAE2AC4-A03C-4785-AD60-D0494A60E0CE}" presName="EmptyPlaceHolder" presStyleCnt="0"/>
      <dgm:spPr/>
    </dgm:pt>
    <dgm:pt modelId="{C93235E0-4602-422B-9399-AFD89D1F5C5B}" type="pres">
      <dgm:prSet presAssocID="{1220476A-5445-48CF-BD72-BC6F123C1741}" presName="spaceBetweenRectangles" presStyleCnt="0"/>
      <dgm:spPr/>
    </dgm:pt>
    <dgm:pt modelId="{3876BF6B-2F83-42BC-8D01-5E47416D7F09}" type="pres">
      <dgm:prSet presAssocID="{2369D34B-42F8-426A-8EA5-E75D768767D4}" presName="composite" presStyleCnt="0"/>
      <dgm:spPr/>
    </dgm:pt>
    <dgm:pt modelId="{5127863B-7825-429B-A790-D5C424B262E3}" type="pres">
      <dgm:prSet presAssocID="{2369D34B-42F8-426A-8EA5-E75D768767D4}" presName="L1TextContainer" presStyleLbl="revTx" presStyleIdx="7" presStyleCnt="12" custLinFactNeighborX="764" custLinFactNeighborY="-8755">
        <dgm:presLayoutVars>
          <dgm:chMax val="1"/>
          <dgm:chPref val="1"/>
          <dgm:bulletEnabled val="1"/>
        </dgm:presLayoutVars>
      </dgm:prSet>
      <dgm:spPr/>
    </dgm:pt>
    <dgm:pt modelId="{EE6773FE-990B-44D4-977D-54DCFAD905B0}" type="pres">
      <dgm:prSet presAssocID="{2369D34B-42F8-426A-8EA5-E75D768767D4}" presName="L2TextContainerWrapper" presStyleCnt="0">
        <dgm:presLayoutVars>
          <dgm:chMax val="0"/>
          <dgm:chPref val="0"/>
          <dgm:bulletEnabled val="1"/>
        </dgm:presLayoutVars>
      </dgm:prSet>
      <dgm:spPr/>
    </dgm:pt>
    <dgm:pt modelId="{2F759559-0661-4A40-90C3-7305045628B5}" type="pres">
      <dgm:prSet presAssocID="{2369D34B-42F8-426A-8EA5-E75D768767D4}" presName="L2TextContainer" presStyleLbl="bgAcc1" presStyleIdx="7" presStyleCnt="12"/>
      <dgm:spPr/>
    </dgm:pt>
    <dgm:pt modelId="{4DADEFF8-022E-4F0C-9482-0D65A8B78B20}" type="pres">
      <dgm:prSet presAssocID="{2369D34B-42F8-426A-8EA5-E75D768767D4}" presName="FlexibleEmptyPlaceHolder" presStyleCnt="0"/>
      <dgm:spPr/>
    </dgm:pt>
    <dgm:pt modelId="{C55DB084-8CD4-4F44-9048-62E79B8ED8E3}" type="pres">
      <dgm:prSet presAssocID="{2369D34B-42F8-426A-8EA5-E75D768767D4}" presName="ConnectLine" presStyleLbl="sibTrans1D1" presStyleIdx="7" presStyleCnt="12"/>
      <dgm:spPr>
        <a:noFill/>
        <a:ln w="6350" cap="flat" cmpd="sng" algn="ctr">
          <a:solidFill>
            <a:schemeClr val="accent3">
              <a:hueOff val="0"/>
              <a:satOff val="0"/>
              <a:lumOff val="0"/>
              <a:alphaOff val="0"/>
            </a:schemeClr>
          </a:solidFill>
          <a:prstDash val="dash"/>
          <a:miter lim="800000"/>
        </a:ln>
        <a:effectLst/>
      </dgm:spPr>
    </dgm:pt>
    <dgm:pt modelId="{F805C266-B34A-4DD3-8D8D-FBE29FCDE656}" type="pres">
      <dgm:prSet presAssocID="{2369D34B-42F8-426A-8EA5-E75D768767D4}" presName="ConnectorPoint" presStyleLbl="alignNode1" presStyleIdx="7" presStyleCnt="12"/>
      <dgm:spPr/>
    </dgm:pt>
    <dgm:pt modelId="{BDB1512D-B0B6-48D9-8FA1-2664863AD160}" type="pres">
      <dgm:prSet presAssocID="{2369D34B-42F8-426A-8EA5-E75D768767D4}" presName="EmptyPlaceHolder" presStyleCnt="0"/>
      <dgm:spPr/>
    </dgm:pt>
    <dgm:pt modelId="{C973CFC6-4D7A-4BD6-8160-2F17F6F3099A}" type="pres">
      <dgm:prSet presAssocID="{48C3E368-127E-4778-AE69-EFF1EF9C949B}" presName="spaceBetweenRectangles" presStyleCnt="0"/>
      <dgm:spPr/>
    </dgm:pt>
    <dgm:pt modelId="{580243EA-FCFC-464C-B327-684D08DE7C73}" type="pres">
      <dgm:prSet presAssocID="{65B90E1B-222E-430A-9264-24E15FFB0626}" presName="composite" presStyleCnt="0"/>
      <dgm:spPr/>
    </dgm:pt>
    <dgm:pt modelId="{C2930272-1AB9-4C2E-97C9-2628C8AB6816}" type="pres">
      <dgm:prSet presAssocID="{65B90E1B-222E-430A-9264-24E15FFB0626}" presName="L1TextContainer" presStyleLbl="revTx" presStyleIdx="8" presStyleCnt="12" custLinFactNeighborX="1165">
        <dgm:presLayoutVars>
          <dgm:chMax val="1"/>
          <dgm:chPref val="1"/>
          <dgm:bulletEnabled val="1"/>
        </dgm:presLayoutVars>
      </dgm:prSet>
      <dgm:spPr/>
    </dgm:pt>
    <dgm:pt modelId="{98DA684C-2E23-49C6-BB38-90B4A7A463EF}" type="pres">
      <dgm:prSet presAssocID="{65B90E1B-222E-430A-9264-24E15FFB0626}" presName="L2TextContainerWrapper" presStyleCnt="0">
        <dgm:presLayoutVars>
          <dgm:chMax val="0"/>
          <dgm:chPref val="0"/>
          <dgm:bulletEnabled val="1"/>
        </dgm:presLayoutVars>
      </dgm:prSet>
      <dgm:spPr/>
    </dgm:pt>
    <dgm:pt modelId="{7B00AE45-ED4D-4F06-8CBC-03A637A7B6F3}" type="pres">
      <dgm:prSet presAssocID="{65B90E1B-222E-430A-9264-24E15FFB0626}" presName="L2TextContainer" presStyleLbl="bgAcc1" presStyleIdx="8" presStyleCnt="12" custLinFactNeighborX="2940" custLinFactNeighborY="-1652"/>
      <dgm:spPr/>
    </dgm:pt>
    <dgm:pt modelId="{80825FE6-F09F-4DFE-A3EB-F60F486B47CC}" type="pres">
      <dgm:prSet presAssocID="{65B90E1B-222E-430A-9264-24E15FFB0626}" presName="FlexibleEmptyPlaceHolder" presStyleCnt="0"/>
      <dgm:spPr/>
    </dgm:pt>
    <dgm:pt modelId="{39967EEB-F185-4930-8CE4-10BB8F82FB71}" type="pres">
      <dgm:prSet presAssocID="{65B90E1B-222E-430A-9264-24E15FFB0626}" presName="ConnectLine" presStyleLbl="sibTrans1D1" presStyleIdx="8" presStyleCnt="12"/>
      <dgm:spPr>
        <a:noFill/>
        <a:ln w="6350" cap="flat" cmpd="sng" algn="ctr">
          <a:solidFill>
            <a:schemeClr val="accent3">
              <a:hueOff val="0"/>
              <a:satOff val="0"/>
              <a:lumOff val="0"/>
              <a:alphaOff val="0"/>
            </a:schemeClr>
          </a:solidFill>
          <a:prstDash val="dash"/>
          <a:miter lim="800000"/>
        </a:ln>
        <a:effectLst/>
      </dgm:spPr>
    </dgm:pt>
    <dgm:pt modelId="{39E4BD45-8B45-4E7A-92B0-05AFA6253A75}" type="pres">
      <dgm:prSet presAssocID="{65B90E1B-222E-430A-9264-24E15FFB0626}" presName="ConnectorPoint" presStyleLbl="alignNode1" presStyleIdx="8" presStyleCnt="12"/>
      <dgm:spPr/>
    </dgm:pt>
    <dgm:pt modelId="{35585DF1-E207-4769-B847-3DE98C6B9D81}" type="pres">
      <dgm:prSet presAssocID="{65B90E1B-222E-430A-9264-24E15FFB0626}" presName="EmptyPlaceHolder" presStyleCnt="0"/>
      <dgm:spPr/>
    </dgm:pt>
    <dgm:pt modelId="{F254381F-36E5-405B-BCF0-2BD4C437C400}" type="pres">
      <dgm:prSet presAssocID="{FEE4D3E2-4FD2-44B7-BF47-7AEC27F01FCE}" presName="spaceBetweenRectangles" presStyleCnt="0"/>
      <dgm:spPr/>
    </dgm:pt>
    <dgm:pt modelId="{4E798881-902E-451F-943C-C6F2941FE31B}" type="pres">
      <dgm:prSet presAssocID="{B9E75044-61EC-4E92-A091-3E91CEAEE573}" presName="composite" presStyleCnt="0"/>
      <dgm:spPr/>
    </dgm:pt>
    <dgm:pt modelId="{4D2D1DBD-AC4E-4CBE-8ECF-49713CD1999B}" type="pres">
      <dgm:prSet presAssocID="{B9E75044-61EC-4E92-A091-3E91CEAEE573}" presName="L1TextContainer" presStyleLbl="revTx" presStyleIdx="9" presStyleCnt="12" custLinFactNeighborX="1165">
        <dgm:presLayoutVars>
          <dgm:chMax val="1"/>
          <dgm:chPref val="1"/>
          <dgm:bulletEnabled val="1"/>
        </dgm:presLayoutVars>
      </dgm:prSet>
      <dgm:spPr/>
    </dgm:pt>
    <dgm:pt modelId="{2491ACE3-4D22-4B31-9BBC-217D0A9A5E0A}" type="pres">
      <dgm:prSet presAssocID="{B9E75044-61EC-4E92-A091-3E91CEAEE573}" presName="L2TextContainerWrapper" presStyleCnt="0">
        <dgm:presLayoutVars>
          <dgm:chMax val="0"/>
          <dgm:chPref val="0"/>
          <dgm:bulletEnabled val="1"/>
        </dgm:presLayoutVars>
      </dgm:prSet>
      <dgm:spPr/>
    </dgm:pt>
    <dgm:pt modelId="{DA65C079-62BB-4B09-9707-DF65C13B57BE}" type="pres">
      <dgm:prSet presAssocID="{B9E75044-61EC-4E92-A091-3E91CEAEE573}" presName="L2TextContainer" presStyleLbl="bgAcc1" presStyleIdx="9" presStyleCnt="12"/>
      <dgm:spPr/>
    </dgm:pt>
    <dgm:pt modelId="{C2E6B6E3-6431-4AC4-9DEB-C1AF40DA5E0B}" type="pres">
      <dgm:prSet presAssocID="{B9E75044-61EC-4E92-A091-3E91CEAEE573}" presName="FlexibleEmptyPlaceHolder" presStyleCnt="0"/>
      <dgm:spPr/>
    </dgm:pt>
    <dgm:pt modelId="{68554BC5-3581-41F8-9FD3-F802D1AE79F1}" type="pres">
      <dgm:prSet presAssocID="{B9E75044-61EC-4E92-A091-3E91CEAEE573}" presName="ConnectLine" presStyleLbl="sibTrans1D1" presStyleIdx="9" presStyleCnt="12"/>
      <dgm:spPr>
        <a:noFill/>
        <a:ln w="6350" cap="flat" cmpd="sng" algn="ctr">
          <a:solidFill>
            <a:schemeClr val="accent3">
              <a:hueOff val="0"/>
              <a:satOff val="0"/>
              <a:lumOff val="0"/>
              <a:alphaOff val="0"/>
            </a:schemeClr>
          </a:solidFill>
          <a:prstDash val="dash"/>
          <a:miter lim="800000"/>
        </a:ln>
        <a:effectLst/>
      </dgm:spPr>
    </dgm:pt>
    <dgm:pt modelId="{A62C73E6-D156-4F1C-9BAB-DD8E7276BDD9}" type="pres">
      <dgm:prSet presAssocID="{B9E75044-61EC-4E92-A091-3E91CEAEE573}" presName="ConnectorPoint" presStyleLbl="alignNode1" presStyleIdx="9" presStyleCnt="12"/>
      <dgm:spPr/>
    </dgm:pt>
    <dgm:pt modelId="{2CBBA5AD-7D11-4E0E-89B1-4A45F16A583F}" type="pres">
      <dgm:prSet presAssocID="{B9E75044-61EC-4E92-A091-3E91CEAEE573}" presName="EmptyPlaceHolder" presStyleCnt="0"/>
      <dgm:spPr/>
    </dgm:pt>
    <dgm:pt modelId="{47C41E4B-495D-45B6-8F4E-43FFC21CB0A6}" type="pres">
      <dgm:prSet presAssocID="{725E7D26-A83A-4C10-B80B-2FCF12923BC0}" presName="spaceBetweenRectangles" presStyleCnt="0"/>
      <dgm:spPr/>
    </dgm:pt>
    <dgm:pt modelId="{179E35E5-3C2C-447D-ACE0-E42BE4A6B116}" type="pres">
      <dgm:prSet presAssocID="{432E39F1-10C7-4853-A7D5-E0DAE08548BD}" presName="composite" presStyleCnt="0"/>
      <dgm:spPr/>
    </dgm:pt>
    <dgm:pt modelId="{D0803CE3-7560-4DE2-A9F5-B58987E0D4C2}" type="pres">
      <dgm:prSet presAssocID="{432E39F1-10C7-4853-A7D5-E0DAE08548BD}" presName="L1TextContainer" presStyleLbl="revTx" presStyleIdx="10" presStyleCnt="12" custLinFactNeighborX="1165">
        <dgm:presLayoutVars>
          <dgm:chMax val="1"/>
          <dgm:chPref val="1"/>
          <dgm:bulletEnabled val="1"/>
        </dgm:presLayoutVars>
      </dgm:prSet>
      <dgm:spPr/>
    </dgm:pt>
    <dgm:pt modelId="{A3EB4F6C-A8EF-4613-BE1D-FE6466943225}" type="pres">
      <dgm:prSet presAssocID="{432E39F1-10C7-4853-A7D5-E0DAE08548BD}" presName="L2TextContainerWrapper" presStyleCnt="0">
        <dgm:presLayoutVars>
          <dgm:chMax val="0"/>
          <dgm:chPref val="0"/>
          <dgm:bulletEnabled val="1"/>
        </dgm:presLayoutVars>
      </dgm:prSet>
      <dgm:spPr/>
    </dgm:pt>
    <dgm:pt modelId="{97832E46-0CD4-427A-B92C-16F0CCC4B79A}" type="pres">
      <dgm:prSet presAssocID="{432E39F1-10C7-4853-A7D5-E0DAE08548BD}" presName="L2TextContainer" presStyleLbl="bgAcc1" presStyleIdx="10" presStyleCnt="12"/>
      <dgm:spPr/>
    </dgm:pt>
    <dgm:pt modelId="{718CA751-3CC2-41C2-A95C-FD40F63D43E6}" type="pres">
      <dgm:prSet presAssocID="{432E39F1-10C7-4853-A7D5-E0DAE08548BD}" presName="FlexibleEmptyPlaceHolder" presStyleCnt="0"/>
      <dgm:spPr/>
    </dgm:pt>
    <dgm:pt modelId="{3056B55B-2577-4B73-8161-7EEE15000902}" type="pres">
      <dgm:prSet presAssocID="{432E39F1-10C7-4853-A7D5-E0DAE08548BD}" presName="ConnectLine" presStyleLbl="sibTrans1D1" presStyleIdx="10" presStyleCnt="12"/>
      <dgm:spPr>
        <a:noFill/>
        <a:ln w="6350" cap="flat" cmpd="sng" algn="ctr">
          <a:solidFill>
            <a:schemeClr val="accent3">
              <a:hueOff val="0"/>
              <a:satOff val="0"/>
              <a:lumOff val="0"/>
              <a:alphaOff val="0"/>
            </a:schemeClr>
          </a:solidFill>
          <a:prstDash val="dash"/>
          <a:miter lim="800000"/>
        </a:ln>
        <a:effectLst/>
      </dgm:spPr>
    </dgm:pt>
    <dgm:pt modelId="{BF379067-91C4-498F-8FCB-FAE3BC8D6B80}" type="pres">
      <dgm:prSet presAssocID="{432E39F1-10C7-4853-A7D5-E0DAE08548BD}" presName="ConnectorPoint" presStyleLbl="alignNode1" presStyleIdx="10" presStyleCnt="12"/>
      <dgm:spPr/>
    </dgm:pt>
    <dgm:pt modelId="{46C1E870-62F0-41E1-B8CD-BA5689C8D5DA}" type="pres">
      <dgm:prSet presAssocID="{432E39F1-10C7-4853-A7D5-E0DAE08548BD}" presName="EmptyPlaceHolder" presStyleCnt="0"/>
      <dgm:spPr/>
    </dgm:pt>
    <dgm:pt modelId="{89F98F13-11DF-4573-B16A-3A3A28336296}" type="pres">
      <dgm:prSet presAssocID="{3D06124F-2CA2-4B06-A4CD-D493FC2492DE}" presName="spaceBetweenRectangles" presStyleCnt="0"/>
      <dgm:spPr/>
    </dgm:pt>
    <dgm:pt modelId="{EAC34E5C-19BC-4C79-8BCF-992D17C51A87}" type="pres">
      <dgm:prSet presAssocID="{C295489D-1691-42C7-90B8-09B831248741}" presName="composite" presStyleCnt="0"/>
      <dgm:spPr/>
    </dgm:pt>
    <dgm:pt modelId="{39EDAA16-286C-4164-9C20-FEC58D4843DB}" type="pres">
      <dgm:prSet presAssocID="{C295489D-1691-42C7-90B8-09B831248741}" presName="L1TextContainer" presStyleLbl="revTx" presStyleIdx="11" presStyleCnt="12">
        <dgm:presLayoutVars>
          <dgm:chMax val="1"/>
          <dgm:chPref val="1"/>
          <dgm:bulletEnabled val="1"/>
        </dgm:presLayoutVars>
      </dgm:prSet>
      <dgm:spPr/>
    </dgm:pt>
    <dgm:pt modelId="{8439CF42-0084-4994-95E1-0C5CF0D1792C}" type="pres">
      <dgm:prSet presAssocID="{C295489D-1691-42C7-90B8-09B831248741}" presName="L2TextContainerWrapper" presStyleCnt="0">
        <dgm:presLayoutVars>
          <dgm:chMax val="0"/>
          <dgm:chPref val="0"/>
          <dgm:bulletEnabled val="1"/>
        </dgm:presLayoutVars>
      </dgm:prSet>
      <dgm:spPr/>
    </dgm:pt>
    <dgm:pt modelId="{5BF6E3CC-1DB1-449F-8A22-851FB7FE3E11}" type="pres">
      <dgm:prSet presAssocID="{C295489D-1691-42C7-90B8-09B831248741}" presName="L2TextContainer" presStyleLbl="bgAcc1" presStyleIdx="11" presStyleCnt="12"/>
      <dgm:spPr/>
    </dgm:pt>
    <dgm:pt modelId="{0C9293D2-DE09-4A6D-929C-4BD31F08C6DB}" type="pres">
      <dgm:prSet presAssocID="{C295489D-1691-42C7-90B8-09B831248741}" presName="FlexibleEmptyPlaceHolder" presStyleCnt="0"/>
      <dgm:spPr/>
    </dgm:pt>
    <dgm:pt modelId="{F50F06ED-988A-48EC-A64E-3E8E1CDF8067}" type="pres">
      <dgm:prSet presAssocID="{C295489D-1691-42C7-90B8-09B831248741}" presName="ConnectLine" presStyleLbl="sibTrans1D1" presStyleIdx="11" presStyleCnt="12"/>
      <dgm:spPr>
        <a:noFill/>
        <a:ln w="6350" cap="flat" cmpd="sng" algn="ctr">
          <a:solidFill>
            <a:schemeClr val="accent3">
              <a:hueOff val="0"/>
              <a:satOff val="0"/>
              <a:lumOff val="0"/>
              <a:alphaOff val="0"/>
            </a:schemeClr>
          </a:solidFill>
          <a:prstDash val="dash"/>
          <a:miter lim="800000"/>
        </a:ln>
        <a:effectLst/>
      </dgm:spPr>
    </dgm:pt>
    <dgm:pt modelId="{8488E2BF-FA08-4D32-A459-0890912414B2}" type="pres">
      <dgm:prSet presAssocID="{C295489D-1691-42C7-90B8-09B831248741}" presName="ConnectorPoint" presStyleLbl="alignNode1" presStyleIdx="11" presStyleCnt="12"/>
      <dgm:spPr/>
    </dgm:pt>
    <dgm:pt modelId="{796861DA-72A8-477D-A4EA-CB7246DE3596}" type="pres">
      <dgm:prSet presAssocID="{C295489D-1691-42C7-90B8-09B831248741}" presName="EmptyPlaceHolder" presStyleCnt="0"/>
      <dgm:spPr/>
    </dgm:pt>
  </dgm:ptLst>
  <dgm:cxnLst>
    <dgm:cxn modelId="{0144B800-5943-4265-A3B8-9F3FF101312D}" type="presOf" srcId="{064A155E-A328-4939-AE4E-E119D7EDBABF}" destId="{9EC40022-CA44-4844-A68F-70B489A53E25}" srcOrd="0" destOrd="0" presId="urn:microsoft.com/office/officeart/2016/7/layout/BasicTimeline"/>
    <dgm:cxn modelId="{B1884C01-05C9-4884-8BCB-4FC45E08141F}" type="presOf" srcId="{432E39F1-10C7-4853-A7D5-E0DAE08548BD}" destId="{D0803CE3-7560-4DE2-A9F5-B58987E0D4C2}" srcOrd="0" destOrd="0" presId="urn:microsoft.com/office/officeart/2016/7/layout/BasicTimeline"/>
    <dgm:cxn modelId="{26852707-4E41-4038-934C-DAEF03B48253}" type="presOf" srcId="{351B0E52-1E8C-4DE3-A938-53077B3EE870}" destId="{15A477E1-0CA6-4CAC-B26D-0E6957D83C69}" srcOrd="0" destOrd="0" presId="urn:microsoft.com/office/officeart/2016/7/layout/BasicTimeline"/>
    <dgm:cxn modelId="{24A5F20F-EDC6-4883-B95C-857B0373DC3E}" type="presOf" srcId="{B9E75044-61EC-4E92-A091-3E91CEAEE573}" destId="{4D2D1DBD-AC4E-4CBE-8ECF-49713CD1999B}" srcOrd="0" destOrd="0" presId="urn:microsoft.com/office/officeart/2016/7/layout/BasicTimeline"/>
    <dgm:cxn modelId="{1076FC10-AB5E-463A-B7CD-8828B521D172}" type="presOf" srcId="{C295489D-1691-42C7-90B8-09B831248741}" destId="{39EDAA16-286C-4164-9C20-FEC58D4843DB}" srcOrd="0" destOrd="0" presId="urn:microsoft.com/office/officeart/2016/7/layout/BasicTimeline"/>
    <dgm:cxn modelId="{48598211-027F-4850-A647-74817DB0FC9F}" srcId="{FC4AFDD9-7D71-4F0B-B7C4-82703CA10BE1}" destId="{2369D34B-42F8-426A-8EA5-E75D768767D4}" srcOrd="7" destOrd="0" parTransId="{4D34602C-0359-4FFA-835F-0FADE50CBF37}" sibTransId="{48C3E368-127E-4778-AE69-EFF1EF9C949B}"/>
    <dgm:cxn modelId="{1AF33F1D-CDDF-4C82-A8D0-42109ECAB6C5}" srcId="{432E39F1-10C7-4853-A7D5-E0DAE08548BD}" destId="{218D9694-9FE7-45C9-A888-6CB45A5F8207}" srcOrd="0" destOrd="0" parTransId="{A3962C2F-9C69-487E-9F3C-33DDCCF8E18F}" sibTransId="{152C4BED-3D2B-4D3B-A82D-9ECD99EB3B87}"/>
    <dgm:cxn modelId="{1EC2A622-9FCC-42DE-BC37-309011204C77}" type="presOf" srcId="{D31EE92D-FD9A-4C42-AF2A-E11C5332319D}" destId="{01AB89FF-FD91-4061-825B-24E07505EBF1}" srcOrd="0" destOrd="0" presId="urn:microsoft.com/office/officeart/2016/7/layout/BasicTimeline"/>
    <dgm:cxn modelId="{C441933A-B969-4582-B479-E673E19D432A}" type="presOf" srcId="{65B90E1B-222E-430A-9264-24E15FFB0626}" destId="{C2930272-1AB9-4C2E-97C9-2628C8AB6816}" srcOrd="0" destOrd="0" presId="urn:microsoft.com/office/officeart/2016/7/layout/BasicTimeline"/>
    <dgm:cxn modelId="{DDAEA53A-13A0-4350-B697-FCF28B3E856D}" type="presOf" srcId="{2369D34B-42F8-426A-8EA5-E75D768767D4}" destId="{5127863B-7825-429B-A790-D5C424B262E3}" srcOrd="0" destOrd="0" presId="urn:microsoft.com/office/officeart/2016/7/layout/BasicTimeline"/>
    <dgm:cxn modelId="{0B3EB05B-6BEA-4E7D-92C7-444EAE8001C8}" type="presOf" srcId="{85721749-4CBD-4624-95D6-94A624541F98}" destId="{DB8E2ED8-1FFC-45CC-BAD4-AE032D7A4E72}" srcOrd="0" destOrd="0" presId="urn:microsoft.com/office/officeart/2016/7/layout/BasicTimeline"/>
    <dgm:cxn modelId="{0D173E5E-B4EE-4C1A-ABEE-3D6720991108}" srcId="{FC4AFDD9-7D71-4F0B-B7C4-82703CA10BE1}" destId="{B9E75044-61EC-4E92-A091-3E91CEAEE573}" srcOrd="9" destOrd="0" parTransId="{8C41CD02-07F5-42CE-A50D-8DC2203555EA}" sibTransId="{725E7D26-A83A-4C10-B80B-2FCF12923BC0}"/>
    <dgm:cxn modelId="{238B1741-6DBC-4140-AD42-5E8557429FC2}" type="presOf" srcId="{B8DF112F-046A-40BF-A22A-BCEED3EFEA2B}" destId="{F1C6B120-5C5E-40E0-84D7-5D73AEC1D44E}" srcOrd="0" destOrd="0" presId="urn:microsoft.com/office/officeart/2016/7/layout/BasicTimeline"/>
    <dgm:cxn modelId="{116C6F63-33D5-4D40-99A1-C4FFB9DF9A46}" type="presOf" srcId="{0CD63117-D6AD-4EF2-A7CF-D18CA0E82751}" destId="{2F759559-0661-4A40-90C3-7305045628B5}" srcOrd="0" destOrd="0" presId="urn:microsoft.com/office/officeart/2016/7/layout/BasicTimeline"/>
    <dgm:cxn modelId="{EF14FF46-60BE-4D74-92FE-1698DB642181}" type="presOf" srcId="{8BE08995-9938-4DB5-A538-E83F0DEA7E7D}" destId="{7B00AE45-ED4D-4F06-8CBC-03A637A7B6F3}" srcOrd="0" destOrd="0" presId="urn:microsoft.com/office/officeart/2016/7/layout/BasicTimeline"/>
    <dgm:cxn modelId="{B9862D48-B47B-48FE-9728-6537470410C8}" srcId="{F0A4FCA3-3BCE-48D7-A54E-D12F1C7B745D}" destId="{729ED178-EF77-449D-A2D7-8C3C62C1D2FC}" srcOrd="0" destOrd="0" parTransId="{A65F768B-A47B-4714-84B6-B6038B9741B6}" sibTransId="{394640C9-F1B8-4672-9046-ADEAF7C161AA}"/>
    <dgm:cxn modelId="{E55EEF48-D87F-4999-A972-C5E070A15264}" srcId="{2FC861A4-853E-48BA-A4D6-3D4937B06BA0}" destId="{C8296DCB-C604-4A0F-A1F7-FF9A402ECC3E}" srcOrd="0" destOrd="0" parTransId="{D6976185-DEDA-429F-B29B-44E8A0D0C625}" sibTransId="{2B3F91CA-565A-4F11-B071-EB125E6331D7}"/>
    <dgm:cxn modelId="{925EF448-D2B0-46DA-9AE7-040997F0CABB}" type="presOf" srcId="{729ED178-EF77-449D-A2D7-8C3C62C1D2FC}" destId="{2E021445-E902-4F07-8E0A-3941633B3160}" srcOrd="0" destOrd="0" presId="urn:microsoft.com/office/officeart/2016/7/layout/BasicTimeline"/>
    <dgm:cxn modelId="{80665E4B-3904-4110-8611-25571A0A6D1E}" srcId="{2369D34B-42F8-426A-8EA5-E75D768767D4}" destId="{0CD63117-D6AD-4EF2-A7CF-D18CA0E82751}" srcOrd="0" destOrd="0" parTransId="{60F7E8D6-21C5-43B2-9584-276334DD614A}" sibTransId="{1937BADF-FC13-423F-8CA8-A609E394611F}"/>
    <dgm:cxn modelId="{06374D4F-A04F-4D7F-A63C-8C6EDB2DBD2B}" srcId="{FC4AFDD9-7D71-4F0B-B7C4-82703CA10BE1}" destId="{432E39F1-10C7-4853-A7D5-E0DAE08548BD}" srcOrd="10" destOrd="0" parTransId="{54F8ADA2-B04F-4431-860D-47FBF853E3BB}" sibTransId="{3D06124F-2CA2-4B06-A4CD-D493FC2492DE}"/>
    <dgm:cxn modelId="{57C57452-C00A-4E18-A421-DA5526C1D0DA}" type="presOf" srcId="{F0A4FCA3-3BCE-48D7-A54E-D12F1C7B745D}" destId="{2A3A6201-4B99-4CD4-9834-6F0E9E7B1F40}" srcOrd="0" destOrd="0" presId="urn:microsoft.com/office/officeart/2016/7/layout/BasicTimeline"/>
    <dgm:cxn modelId="{F12A9E73-32EF-4B82-A229-5C1E7EA873B4}" srcId="{B9E75044-61EC-4E92-A091-3E91CEAEE573}" destId="{0CDFCBAF-AA30-40E6-AFA5-318273D2D1A9}" srcOrd="0" destOrd="0" parTransId="{F5C3E9E8-1D3E-4FB5-9603-95310CDA6EC7}" sibTransId="{BDBFCFE1-489C-4C91-B08F-8CA029EDDEC3}"/>
    <dgm:cxn modelId="{69B47557-4EFD-4CC0-B588-CDCA0450E061}" srcId="{FC4AFDD9-7D71-4F0B-B7C4-82703CA10BE1}" destId="{D31EE92D-FD9A-4C42-AF2A-E11C5332319D}" srcOrd="1" destOrd="0" parTransId="{D74CA2CA-E5A2-4038-A697-71EC68BCE278}" sibTransId="{D9F9F81F-46AD-4830-A8A5-5EE128A887F9}"/>
    <dgm:cxn modelId="{368F8658-AA2B-4151-9924-128F3850EDCA}" srcId="{E708DB21-2644-4A8A-A0B6-DEAF9F6FA224}" destId="{8F99FF8E-CA28-4C81-9D3A-846E8BB235A0}" srcOrd="0" destOrd="0" parTransId="{B205980B-E2B4-4D9A-B104-E6D324EEC7C6}" sibTransId="{D0D89D0A-5890-49BC-B737-F879C57AE7B1}"/>
    <dgm:cxn modelId="{E85E847C-CFF7-4274-9E05-1CD1657FC6E9}" srcId="{FC4AFDD9-7D71-4F0B-B7C4-82703CA10BE1}" destId="{F0A4FCA3-3BCE-48D7-A54E-D12F1C7B745D}" srcOrd="5" destOrd="0" parTransId="{23540941-7AF0-442B-B900-0C791C47502E}" sibTransId="{A81B11A8-2D2C-492F-961C-21612F555456}"/>
    <dgm:cxn modelId="{A224C77F-B8A7-492E-AA61-F8314CD8C17F}" type="presOf" srcId="{0A2AA8D9-43FB-4BBE-8217-B641687EBC8A}" destId="{0809CFBA-2637-4701-A0F6-B51C9368BE48}" srcOrd="0" destOrd="0" presId="urn:microsoft.com/office/officeart/2016/7/layout/BasicTimeline"/>
    <dgm:cxn modelId="{0D90C582-6535-4061-94E5-3CB7C680A95E}" srcId="{0DAE2AC4-A03C-4785-AD60-D0494A60E0CE}" destId="{139C8155-978E-4831-931C-E77E2939CD13}" srcOrd="0" destOrd="0" parTransId="{3E9C468B-1BC3-4A16-83E3-9D9AD72E0EA5}" sibTransId="{CC892E7E-4376-492E-91FA-284B44C4A29C}"/>
    <dgm:cxn modelId="{CFDBE386-E4F2-40DE-94DB-492FF8C2E23B}" srcId="{FC4AFDD9-7D71-4F0B-B7C4-82703CA10BE1}" destId="{0DAE2AC4-A03C-4785-AD60-D0494A60E0CE}" srcOrd="6" destOrd="0" parTransId="{DC910F10-CC9B-4D35-A261-529BCE4833A9}" sibTransId="{1220476A-5445-48CF-BD72-BC6F123C1741}"/>
    <dgm:cxn modelId="{3852C798-E9A3-4AAA-B83D-0561E17A6A51}" srcId="{D31EE92D-FD9A-4C42-AF2A-E11C5332319D}" destId="{85721749-4CBD-4624-95D6-94A624541F98}" srcOrd="0" destOrd="0" parTransId="{32918457-0A2D-4CD4-83DC-9A2745AF9C45}" sibTransId="{C1B0B1C1-26F4-44F6-A1F6-D82883B254FA}"/>
    <dgm:cxn modelId="{0C761CA0-A0E3-4139-B46B-B09BC3F0FA7B}" type="presOf" srcId="{0CDFCBAF-AA30-40E6-AFA5-318273D2D1A9}" destId="{DA65C079-62BB-4B09-9707-DF65C13B57BE}" srcOrd="0" destOrd="0" presId="urn:microsoft.com/office/officeart/2016/7/layout/BasicTimeline"/>
    <dgm:cxn modelId="{698786AC-C8A7-4497-A902-DE9C0CE9C4B8}" type="presOf" srcId="{0DAE2AC4-A03C-4785-AD60-D0494A60E0CE}" destId="{3F7A4435-701A-4230-8A8F-03FF0B63A0FD}" srcOrd="0" destOrd="0" presId="urn:microsoft.com/office/officeart/2016/7/layout/BasicTimeline"/>
    <dgm:cxn modelId="{5FA288B1-AF62-4732-BE30-32B183EB6148}" type="presOf" srcId="{218D9694-9FE7-45C9-A888-6CB45A5F8207}" destId="{97832E46-0CD4-427A-B92C-16F0CCC4B79A}" srcOrd="0" destOrd="0" presId="urn:microsoft.com/office/officeart/2016/7/layout/BasicTimeline"/>
    <dgm:cxn modelId="{E57B19B8-1453-4112-9290-72D9C128F45C}" srcId="{FC4AFDD9-7D71-4F0B-B7C4-82703CA10BE1}" destId="{E708DB21-2644-4A8A-A0B6-DEAF9F6FA224}" srcOrd="4" destOrd="0" parTransId="{9CABDB7D-2335-4CC9-ABEE-BCB445562510}" sibTransId="{382AA33A-5AF6-4DEA-B86B-B989F1A455FF}"/>
    <dgm:cxn modelId="{52119CC0-7856-4B23-850E-B00EB3ADB0CE}" type="presOf" srcId="{C8296DCB-C604-4A0F-A1F7-FF9A402ECC3E}" destId="{AE8E2E01-3981-4E81-BBD8-701D4DCA39A4}" srcOrd="0" destOrd="0" presId="urn:microsoft.com/office/officeart/2016/7/layout/BasicTimeline"/>
    <dgm:cxn modelId="{61B8EDC2-BD77-4098-B1DA-39AF24281F54}" srcId="{0A2AA8D9-43FB-4BBE-8217-B641687EBC8A}" destId="{064A155E-A328-4939-AE4E-E119D7EDBABF}" srcOrd="0" destOrd="0" parTransId="{5DB20CEF-16D1-4221-AAC8-79DA6A0A181A}" sibTransId="{4C602E2B-CCD4-466D-B9CB-A0AC99E07A02}"/>
    <dgm:cxn modelId="{1128F9C4-321D-47E1-81E1-0F1D03631B6B}" srcId="{FC4AFDD9-7D71-4F0B-B7C4-82703CA10BE1}" destId="{C295489D-1691-42C7-90B8-09B831248741}" srcOrd="11" destOrd="0" parTransId="{AE566CD1-9D98-409C-85EA-67E37B8449E8}" sibTransId="{CA7DB624-262A-4DEE-9B63-19744C010D2B}"/>
    <dgm:cxn modelId="{10F73EC5-F5BD-447B-A03C-61BD938FFB38}" type="presOf" srcId="{139C8155-978E-4831-931C-E77E2939CD13}" destId="{DB596B3D-5796-4199-8D4E-F25498BBF348}" srcOrd="0" destOrd="0" presId="urn:microsoft.com/office/officeart/2016/7/layout/BasicTimeline"/>
    <dgm:cxn modelId="{00EE01CF-B98B-4B24-BDE9-17EF6A5ADEA4}" type="presOf" srcId="{64CEDF71-3A71-4270-A1AA-97C57A0FCDFD}" destId="{5BF6E3CC-1DB1-449F-8A22-851FB7FE3E11}" srcOrd="0" destOrd="0" presId="urn:microsoft.com/office/officeart/2016/7/layout/BasicTimeline"/>
    <dgm:cxn modelId="{8BE9AFD1-4B97-4CE8-B929-723980CFF950}" srcId="{FC4AFDD9-7D71-4F0B-B7C4-82703CA10BE1}" destId="{0A2AA8D9-43FB-4BBE-8217-B641687EBC8A}" srcOrd="0" destOrd="0" parTransId="{B3513740-8FAF-4CCC-BEBA-0AB42B2100F7}" sibTransId="{471544FE-0AF0-433F-8700-1907BCEDADDF}"/>
    <dgm:cxn modelId="{4E42BED1-5787-4F51-850C-3DC4357766D0}" type="presOf" srcId="{E708DB21-2644-4A8A-A0B6-DEAF9F6FA224}" destId="{B87A2CF1-6AE6-4DB8-BF76-04DD52BD8BEF}" srcOrd="0" destOrd="0" presId="urn:microsoft.com/office/officeart/2016/7/layout/BasicTimeline"/>
    <dgm:cxn modelId="{6428E1D3-2F23-4341-9B63-331B1EE0AB5A}" srcId="{FC4AFDD9-7D71-4F0B-B7C4-82703CA10BE1}" destId="{65B90E1B-222E-430A-9264-24E15FFB0626}" srcOrd="8" destOrd="0" parTransId="{BCFB1413-6FD3-44B9-8A09-5B674B5D31D4}" sibTransId="{FEE4D3E2-4FD2-44B7-BF47-7AEC27F01FCE}"/>
    <dgm:cxn modelId="{A0DF10D7-8091-417C-8581-E9EE66601A4E}" srcId="{FC4AFDD9-7D71-4F0B-B7C4-82703CA10BE1}" destId="{B8DF112F-046A-40BF-A22A-BCEED3EFEA2B}" srcOrd="3" destOrd="0" parTransId="{C2A2E9B8-64E0-49E1-BBA4-79930D7021AA}" sibTransId="{AC9F9C5B-7B99-4EA1-A934-9CCC6E3A26E6}"/>
    <dgm:cxn modelId="{279A6BE3-E2FC-4E64-8634-D7CD5C3DAD47}" type="presOf" srcId="{2FC861A4-853E-48BA-A4D6-3D4937B06BA0}" destId="{5DF2DB41-E134-4516-889E-A4838A1A0A96}" srcOrd="0" destOrd="0" presId="urn:microsoft.com/office/officeart/2016/7/layout/BasicTimeline"/>
    <dgm:cxn modelId="{445D9EE7-F169-4130-B9EA-070664445F65}" srcId="{FC4AFDD9-7D71-4F0B-B7C4-82703CA10BE1}" destId="{2FC861A4-853E-48BA-A4D6-3D4937B06BA0}" srcOrd="2" destOrd="0" parTransId="{0FE8C6D5-FEAF-4E6E-9917-5F637B1144D7}" sibTransId="{35BD52E0-D944-4455-94F1-855CE3206422}"/>
    <dgm:cxn modelId="{BD01F7EA-FD48-43F7-BFE7-4569897B24CA}" srcId="{65B90E1B-222E-430A-9264-24E15FFB0626}" destId="{8BE08995-9938-4DB5-A538-E83F0DEA7E7D}" srcOrd="0" destOrd="0" parTransId="{27529A7D-7634-4B7B-82BC-7E5296502212}" sibTransId="{D0567CE7-4F8B-4C2F-9DE5-1839F0DD7A0A}"/>
    <dgm:cxn modelId="{D7A517ED-4162-418F-91F8-DD2E790187FA}" srcId="{B8DF112F-046A-40BF-A22A-BCEED3EFEA2B}" destId="{351B0E52-1E8C-4DE3-A938-53077B3EE870}" srcOrd="0" destOrd="0" parTransId="{20ED4B0A-D499-47DD-93DA-F645CB58A858}" sibTransId="{111271FA-E096-4F64-8DC0-B27D947F7DA2}"/>
    <dgm:cxn modelId="{D3CFFCED-59C2-4C73-8AE7-048AE0686941}" srcId="{C295489D-1691-42C7-90B8-09B831248741}" destId="{64CEDF71-3A71-4270-A1AA-97C57A0FCDFD}" srcOrd="0" destOrd="0" parTransId="{44F4AA45-2A1E-472D-B79B-942C09F1B66D}" sibTransId="{181C5A34-9BAB-4DCD-AC68-D347696D6DB6}"/>
    <dgm:cxn modelId="{74DF37F4-8810-4390-87C1-08AE87856C97}" type="presOf" srcId="{FC4AFDD9-7D71-4F0B-B7C4-82703CA10BE1}" destId="{7D43E077-CA79-40CF-A08F-5ACC59FAECD4}" srcOrd="0" destOrd="0" presId="urn:microsoft.com/office/officeart/2016/7/layout/BasicTimeline"/>
    <dgm:cxn modelId="{1139EDFD-0392-4184-81D3-67174928B6AD}" type="presOf" srcId="{8F99FF8E-CA28-4C81-9D3A-846E8BB235A0}" destId="{B5C6C3D6-4F0F-4886-90D9-47FFD4A65FAB}" srcOrd="0" destOrd="0" presId="urn:microsoft.com/office/officeart/2016/7/layout/BasicTimeline"/>
    <dgm:cxn modelId="{941060EA-B992-4CD1-A236-87AA07491E4A}" type="presParOf" srcId="{7D43E077-CA79-40CF-A08F-5ACC59FAECD4}" destId="{06E68683-F150-4CF7-9FE1-B623F44EC359}" srcOrd="0" destOrd="0" presId="urn:microsoft.com/office/officeart/2016/7/layout/BasicTimeline"/>
    <dgm:cxn modelId="{26C092F4-C6C1-42F6-9772-6A3444364A39}" type="presParOf" srcId="{7D43E077-CA79-40CF-A08F-5ACC59FAECD4}" destId="{F4EBD763-5355-4563-A3F5-043A8A92EF96}" srcOrd="1" destOrd="0" presId="urn:microsoft.com/office/officeart/2016/7/layout/BasicTimeline"/>
    <dgm:cxn modelId="{10946159-7A1A-4918-A6ED-A9FFE0B09DCA}" type="presParOf" srcId="{F4EBD763-5355-4563-A3F5-043A8A92EF96}" destId="{330ACE29-B9E0-4A25-9A6F-82A2A6280FDC}" srcOrd="0" destOrd="0" presId="urn:microsoft.com/office/officeart/2016/7/layout/BasicTimeline"/>
    <dgm:cxn modelId="{6C13880C-C8B2-405F-8912-85365A0C45CA}" type="presParOf" srcId="{330ACE29-B9E0-4A25-9A6F-82A2A6280FDC}" destId="{0809CFBA-2637-4701-A0F6-B51C9368BE48}" srcOrd="0" destOrd="0" presId="urn:microsoft.com/office/officeart/2016/7/layout/BasicTimeline"/>
    <dgm:cxn modelId="{A6BD127C-E14C-4C00-B8FC-ECA5425A935A}" type="presParOf" srcId="{330ACE29-B9E0-4A25-9A6F-82A2A6280FDC}" destId="{F64E6C46-0011-4ED3-B3F0-38F669693C82}" srcOrd="1" destOrd="0" presId="urn:microsoft.com/office/officeart/2016/7/layout/BasicTimeline"/>
    <dgm:cxn modelId="{EBB6125F-3100-4605-9E15-AB51997DB218}" type="presParOf" srcId="{F64E6C46-0011-4ED3-B3F0-38F669693C82}" destId="{9EC40022-CA44-4844-A68F-70B489A53E25}" srcOrd="0" destOrd="0" presId="urn:microsoft.com/office/officeart/2016/7/layout/BasicTimeline"/>
    <dgm:cxn modelId="{BF5D7604-A2F2-49AB-83D4-A782AE521F68}" type="presParOf" srcId="{F64E6C46-0011-4ED3-B3F0-38F669693C82}" destId="{8E3F596A-4BC3-44C0-A99F-6B21C5CF23C1}" srcOrd="1" destOrd="0" presId="urn:microsoft.com/office/officeart/2016/7/layout/BasicTimeline"/>
    <dgm:cxn modelId="{66EF5729-2458-4468-9C44-B52BE5111CF7}" type="presParOf" srcId="{330ACE29-B9E0-4A25-9A6F-82A2A6280FDC}" destId="{697B8948-32D1-483A-A6D9-A0B621CAA27A}" srcOrd="2" destOrd="0" presId="urn:microsoft.com/office/officeart/2016/7/layout/BasicTimeline"/>
    <dgm:cxn modelId="{CBAF27E1-5012-42FD-AEED-7339446C3E1E}" type="presParOf" srcId="{330ACE29-B9E0-4A25-9A6F-82A2A6280FDC}" destId="{69DE02F4-91BA-43FE-A7BA-F3CE970C3539}" srcOrd="3" destOrd="0" presId="urn:microsoft.com/office/officeart/2016/7/layout/BasicTimeline"/>
    <dgm:cxn modelId="{0B3260A3-1639-4EF1-9796-FEA2D7689D65}" type="presParOf" srcId="{330ACE29-B9E0-4A25-9A6F-82A2A6280FDC}" destId="{4D307404-66DD-496A-AFF2-45B4235B0DC9}" srcOrd="4" destOrd="0" presId="urn:microsoft.com/office/officeart/2016/7/layout/BasicTimeline"/>
    <dgm:cxn modelId="{ED801E83-4D37-45C4-B422-E1CAAF721CA5}" type="presParOf" srcId="{F4EBD763-5355-4563-A3F5-043A8A92EF96}" destId="{4330F68F-C633-42DD-B361-216FC4F73796}" srcOrd="1" destOrd="0" presId="urn:microsoft.com/office/officeart/2016/7/layout/BasicTimeline"/>
    <dgm:cxn modelId="{35FD18E7-4B82-4180-BE7E-D74093DFAB7B}" type="presParOf" srcId="{F4EBD763-5355-4563-A3F5-043A8A92EF96}" destId="{CBB7AED9-3398-4A9E-B966-4F520AC28E9D}" srcOrd="2" destOrd="0" presId="urn:microsoft.com/office/officeart/2016/7/layout/BasicTimeline"/>
    <dgm:cxn modelId="{B522A16D-9171-4113-967A-893CDF95B148}" type="presParOf" srcId="{CBB7AED9-3398-4A9E-B966-4F520AC28E9D}" destId="{01AB89FF-FD91-4061-825B-24E07505EBF1}" srcOrd="0" destOrd="0" presId="urn:microsoft.com/office/officeart/2016/7/layout/BasicTimeline"/>
    <dgm:cxn modelId="{4864872B-DC6B-4E85-9B0C-793F830D6B17}" type="presParOf" srcId="{CBB7AED9-3398-4A9E-B966-4F520AC28E9D}" destId="{77A1C1D5-380E-4970-B9D9-B74F2F29CB9E}" srcOrd="1" destOrd="0" presId="urn:microsoft.com/office/officeart/2016/7/layout/BasicTimeline"/>
    <dgm:cxn modelId="{9751CFCC-A75F-478A-95DA-2B440498480E}" type="presParOf" srcId="{77A1C1D5-380E-4970-B9D9-B74F2F29CB9E}" destId="{DB8E2ED8-1FFC-45CC-BAD4-AE032D7A4E72}" srcOrd="0" destOrd="0" presId="urn:microsoft.com/office/officeart/2016/7/layout/BasicTimeline"/>
    <dgm:cxn modelId="{D0729CD8-995A-4875-A4B8-FF368270B5A8}" type="presParOf" srcId="{77A1C1D5-380E-4970-B9D9-B74F2F29CB9E}" destId="{84AA69FE-49D9-4E01-AA3B-7621845C1B94}" srcOrd="1" destOrd="0" presId="urn:microsoft.com/office/officeart/2016/7/layout/BasicTimeline"/>
    <dgm:cxn modelId="{FFAE0022-A9B8-4909-B978-7C55E40F58A6}" type="presParOf" srcId="{CBB7AED9-3398-4A9E-B966-4F520AC28E9D}" destId="{D631FEFD-A32B-48B7-BBB2-3C1FF7B0744A}" srcOrd="2" destOrd="0" presId="urn:microsoft.com/office/officeart/2016/7/layout/BasicTimeline"/>
    <dgm:cxn modelId="{69603D85-84EB-4370-9D91-7CE6631EB970}" type="presParOf" srcId="{CBB7AED9-3398-4A9E-B966-4F520AC28E9D}" destId="{4C953EFB-5539-4813-B8B3-FD9577771DFC}" srcOrd="3" destOrd="0" presId="urn:microsoft.com/office/officeart/2016/7/layout/BasicTimeline"/>
    <dgm:cxn modelId="{3DE50C50-2219-4774-9A9D-1B273BB2954C}" type="presParOf" srcId="{CBB7AED9-3398-4A9E-B966-4F520AC28E9D}" destId="{38022288-230E-4617-8EB5-89C01AD3D878}" srcOrd="4" destOrd="0" presId="urn:microsoft.com/office/officeart/2016/7/layout/BasicTimeline"/>
    <dgm:cxn modelId="{2AC2DAEA-063E-436D-B480-3A71551D741B}" type="presParOf" srcId="{F4EBD763-5355-4563-A3F5-043A8A92EF96}" destId="{D9700645-E296-4534-B710-536D070D8C72}" srcOrd="3" destOrd="0" presId="urn:microsoft.com/office/officeart/2016/7/layout/BasicTimeline"/>
    <dgm:cxn modelId="{BD207F35-2C24-4BED-BE02-41CC7B4620D1}" type="presParOf" srcId="{F4EBD763-5355-4563-A3F5-043A8A92EF96}" destId="{345C4A99-9396-43A9-A984-AB6DEE1141E3}" srcOrd="4" destOrd="0" presId="urn:microsoft.com/office/officeart/2016/7/layout/BasicTimeline"/>
    <dgm:cxn modelId="{9D2B5D76-1338-4195-993F-CF7CE8754B42}" type="presParOf" srcId="{345C4A99-9396-43A9-A984-AB6DEE1141E3}" destId="{5DF2DB41-E134-4516-889E-A4838A1A0A96}" srcOrd="0" destOrd="0" presId="urn:microsoft.com/office/officeart/2016/7/layout/BasicTimeline"/>
    <dgm:cxn modelId="{3C56099D-AD16-426F-8772-41AD6DB1C4F3}" type="presParOf" srcId="{345C4A99-9396-43A9-A984-AB6DEE1141E3}" destId="{7841DDF9-9ED0-4983-9C7C-BECE5124CA30}" srcOrd="1" destOrd="0" presId="urn:microsoft.com/office/officeart/2016/7/layout/BasicTimeline"/>
    <dgm:cxn modelId="{41C19B11-DC88-43F6-B0C3-96F8A03E74E3}" type="presParOf" srcId="{7841DDF9-9ED0-4983-9C7C-BECE5124CA30}" destId="{AE8E2E01-3981-4E81-BBD8-701D4DCA39A4}" srcOrd="0" destOrd="0" presId="urn:microsoft.com/office/officeart/2016/7/layout/BasicTimeline"/>
    <dgm:cxn modelId="{4B53A3E2-1179-403D-B5EC-3F441BDDC79E}" type="presParOf" srcId="{7841DDF9-9ED0-4983-9C7C-BECE5124CA30}" destId="{37F57261-C925-4E3A-9DC3-C19A859F55B8}" srcOrd="1" destOrd="0" presId="urn:microsoft.com/office/officeart/2016/7/layout/BasicTimeline"/>
    <dgm:cxn modelId="{18AF5D00-5173-411C-8A99-CD2C91202390}" type="presParOf" srcId="{345C4A99-9396-43A9-A984-AB6DEE1141E3}" destId="{2AC857E0-86E8-45CC-95ED-BB184BD602B9}" srcOrd="2" destOrd="0" presId="urn:microsoft.com/office/officeart/2016/7/layout/BasicTimeline"/>
    <dgm:cxn modelId="{0C9184DD-A758-4FDE-82E6-EEB5C7A86E46}" type="presParOf" srcId="{345C4A99-9396-43A9-A984-AB6DEE1141E3}" destId="{0053F144-964F-494C-B677-000C03DBE814}" srcOrd="3" destOrd="0" presId="urn:microsoft.com/office/officeart/2016/7/layout/BasicTimeline"/>
    <dgm:cxn modelId="{7C4CA333-CCC0-43CD-AACC-F78404C0506A}" type="presParOf" srcId="{345C4A99-9396-43A9-A984-AB6DEE1141E3}" destId="{5CE5E8D0-870E-4936-82FA-DE892EDAEDF3}" srcOrd="4" destOrd="0" presId="urn:microsoft.com/office/officeart/2016/7/layout/BasicTimeline"/>
    <dgm:cxn modelId="{A1AC1740-729D-45EA-AF38-D7945C49C54A}" type="presParOf" srcId="{F4EBD763-5355-4563-A3F5-043A8A92EF96}" destId="{7C503586-38A8-4541-B598-0FC88302B2D8}" srcOrd="5" destOrd="0" presId="urn:microsoft.com/office/officeart/2016/7/layout/BasicTimeline"/>
    <dgm:cxn modelId="{761AE99B-7F1B-4F01-802A-7DB71BC52774}" type="presParOf" srcId="{F4EBD763-5355-4563-A3F5-043A8A92EF96}" destId="{24EBC4A7-9315-4B08-937A-26C84D7CAFE1}" srcOrd="6" destOrd="0" presId="urn:microsoft.com/office/officeart/2016/7/layout/BasicTimeline"/>
    <dgm:cxn modelId="{BDFAD6C6-99DC-48B1-BF3F-236A41B8536A}" type="presParOf" srcId="{24EBC4A7-9315-4B08-937A-26C84D7CAFE1}" destId="{F1C6B120-5C5E-40E0-84D7-5D73AEC1D44E}" srcOrd="0" destOrd="0" presId="urn:microsoft.com/office/officeart/2016/7/layout/BasicTimeline"/>
    <dgm:cxn modelId="{8E23B410-FA3F-4DB1-80D9-8A529F6029FA}" type="presParOf" srcId="{24EBC4A7-9315-4B08-937A-26C84D7CAFE1}" destId="{B2DD4C65-10FF-425E-8751-69C290791EAE}" srcOrd="1" destOrd="0" presId="urn:microsoft.com/office/officeart/2016/7/layout/BasicTimeline"/>
    <dgm:cxn modelId="{EC59DAF1-1CF2-4B8E-B148-B4AD9FBC945B}" type="presParOf" srcId="{B2DD4C65-10FF-425E-8751-69C290791EAE}" destId="{15A477E1-0CA6-4CAC-B26D-0E6957D83C69}" srcOrd="0" destOrd="0" presId="urn:microsoft.com/office/officeart/2016/7/layout/BasicTimeline"/>
    <dgm:cxn modelId="{081B0412-735E-4244-AD6A-5EA3422018B1}" type="presParOf" srcId="{B2DD4C65-10FF-425E-8751-69C290791EAE}" destId="{519BA5E6-B7A4-477E-880E-9670B99EE418}" srcOrd="1" destOrd="0" presId="urn:microsoft.com/office/officeart/2016/7/layout/BasicTimeline"/>
    <dgm:cxn modelId="{EBF192C5-6703-4D95-A36D-EE907EC945AC}" type="presParOf" srcId="{24EBC4A7-9315-4B08-937A-26C84D7CAFE1}" destId="{0104A535-6449-4D36-A035-959728D0F1A9}" srcOrd="2" destOrd="0" presId="urn:microsoft.com/office/officeart/2016/7/layout/BasicTimeline"/>
    <dgm:cxn modelId="{17ED18B5-2A3C-4778-96A0-0E2D8B86724C}" type="presParOf" srcId="{24EBC4A7-9315-4B08-937A-26C84D7CAFE1}" destId="{FDD8D4BF-1544-4C52-9568-9BF80FF75D16}" srcOrd="3" destOrd="0" presId="urn:microsoft.com/office/officeart/2016/7/layout/BasicTimeline"/>
    <dgm:cxn modelId="{7B11ABED-C67B-41F8-9D34-6970E101BFF6}" type="presParOf" srcId="{24EBC4A7-9315-4B08-937A-26C84D7CAFE1}" destId="{2A34B0D5-4E85-4F91-AD86-E5086A6F5435}" srcOrd="4" destOrd="0" presId="urn:microsoft.com/office/officeart/2016/7/layout/BasicTimeline"/>
    <dgm:cxn modelId="{C4BC21A4-4B82-499F-A8D2-B0589B1D9432}" type="presParOf" srcId="{F4EBD763-5355-4563-A3F5-043A8A92EF96}" destId="{860C9A29-4AC2-445C-921C-E2DCDB9215F0}" srcOrd="7" destOrd="0" presId="urn:microsoft.com/office/officeart/2016/7/layout/BasicTimeline"/>
    <dgm:cxn modelId="{0516E79F-DDC4-4941-9C73-ABD1B0AA5F3C}" type="presParOf" srcId="{F4EBD763-5355-4563-A3F5-043A8A92EF96}" destId="{33403F91-BE10-41C8-B53F-3A26E0C99DFD}" srcOrd="8" destOrd="0" presId="urn:microsoft.com/office/officeart/2016/7/layout/BasicTimeline"/>
    <dgm:cxn modelId="{BB14B8B1-6636-4140-9E26-2EC54C377739}" type="presParOf" srcId="{33403F91-BE10-41C8-B53F-3A26E0C99DFD}" destId="{B87A2CF1-6AE6-4DB8-BF76-04DD52BD8BEF}" srcOrd="0" destOrd="0" presId="urn:microsoft.com/office/officeart/2016/7/layout/BasicTimeline"/>
    <dgm:cxn modelId="{1140BDAA-F881-4DC2-8F6D-0702EE7B2936}" type="presParOf" srcId="{33403F91-BE10-41C8-B53F-3A26E0C99DFD}" destId="{40BFE4CF-FB92-4231-AF3D-99CD8767CFF4}" srcOrd="1" destOrd="0" presId="urn:microsoft.com/office/officeart/2016/7/layout/BasicTimeline"/>
    <dgm:cxn modelId="{CBF078DD-950E-46B3-B612-A1BB5EB9AECA}" type="presParOf" srcId="{40BFE4CF-FB92-4231-AF3D-99CD8767CFF4}" destId="{B5C6C3D6-4F0F-4886-90D9-47FFD4A65FAB}" srcOrd="0" destOrd="0" presId="urn:microsoft.com/office/officeart/2016/7/layout/BasicTimeline"/>
    <dgm:cxn modelId="{E1588C84-5CE4-4ABB-B0C0-77D9022C7E5D}" type="presParOf" srcId="{40BFE4CF-FB92-4231-AF3D-99CD8767CFF4}" destId="{2619C2C6-4CBA-4C89-9890-43A13D731C4E}" srcOrd="1" destOrd="0" presId="urn:microsoft.com/office/officeart/2016/7/layout/BasicTimeline"/>
    <dgm:cxn modelId="{C898635D-8CE4-4DCE-8366-E6D97ABEE3C7}" type="presParOf" srcId="{33403F91-BE10-41C8-B53F-3A26E0C99DFD}" destId="{E8CB2225-1877-4C37-BC0D-C53365254D01}" srcOrd="2" destOrd="0" presId="urn:microsoft.com/office/officeart/2016/7/layout/BasicTimeline"/>
    <dgm:cxn modelId="{C8015375-B736-40B3-8360-2CA2EF62BA3A}" type="presParOf" srcId="{33403F91-BE10-41C8-B53F-3A26E0C99DFD}" destId="{C2CC0490-2CF4-4130-B9CB-FB981CD416C0}" srcOrd="3" destOrd="0" presId="urn:microsoft.com/office/officeart/2016/7/layout/BasicTimeline"/>
    <dgm:cxn modelId="{6F839F6E-B535-4B34-8F39-224B2441013D}" type="presParOf" srcId="{33403F91-BE10-41C8-B53F-3A26E0C99DFD}" destId="{D0CCE179-AFBE-411E-AF91-435A70573C6B}" srcOrd="4" destOrd="0" presId="urn:microsoft.com/office/officeart/2016/7/layout/BasicTimeline"/>
    <dgm:cxn modelId="{E36F7C79-13BD-43F5-A19E-21F1B99B1B23}" type="presParOf" srcId="{F4EBD763-5355-4563-A3F5-043A8A92EF96}" destId="{CF2B5364-DA99-4A71-8852-59C92E4F08A0}" srcOrd="9" destOrd="0" presId="urn:microsoft.com/office/officeart/2016/7/layout/BasicTimeline"/>
    <dgm:cxn modelId="{C153AF6C-4714-4AC8-B86A-507D753CA0C7}" type="presParOf" srcId="{F4EBD763-5355-4563-A3F5-043A8A92EF96}" destId="{AA9DB61F-524D-47D1-BD09-1519BD13EE53}" srcOrd="10" destOrd="0" presId="urn:microsoft.com/office/officeart/2016/7/layout/BasicTimeline"/>
    <dgm:cxn modelId="{CAC22CB9-7F02-4A76-8EB3-B55F55D3F854}" type="presParOf" srcId="{AA9DB61F-524D-47D1-BD09-1519BD13EE53}" destId="{2A3A6201-4B99-4CD4-9834-6F0E9E7B1F40}" srcOrd="0" destOrd="0" presId="urn:microsoft.com/office/officeart/2016/7/layout/BasicTimeline"/>
    <dgm:cxn modelId="{416FE72F-0909-4B24-BB1C-0D10CFE2D11E}" type="presParOf" srcId="{AA9DB61F-524D-47D1-BD09-1519BD13EE53}" destId="{AA80FC48-6DFE-4461-9420-2A6F3121DC27}" srcOrd="1" destOrd="0" presId="urn:microsoft.com/office/officeart/2016/7/layout/BasicTimeline"/>
    <dgm:cxn modelId="{D82BFFEB-A72A-4382-B448-7C4307E1794E}" type="presParOf" srcId="{AA80FC48-6DFE-4461-9420-2A6F3121DC27}" destId="{2E021445-E902-4F07-8E0A-3941633B3160}" srcOrd="0" destOrd="0" presId="urn:microsoft.com/office/officeart/2016/7/layout/BasicTimeline"/>
    <dgm:cxn modelId="{F1680125-5D8E-4179-8243-8E20CA5A06C6}" type="presParOf" srcId="{AA80FC48-6DFE-4461-9420-2A6F3121DC27}" destId="{1239A77D-956D-46D0-B8B0-A3DF715091C8}" srcOrd="1" destOrd="0" presId="urn:microsoft.com/office/officeart/2016/7/layout/BasicTimeline"/>
    <dgm:cxn modelId="{D55508B6-67AE-421E-ADCE-3F80839A2C5C}" type="presParOf" srcId="{AA9DB61F-524D-47D1-BD09-1519BD13EE53}" destId="{E9E1A867-9143-4950-A036-34D8B624C2B4}" srcOrd="2" destOrd="0" presId="urn:microsoft.com/office/officeart/2016/7/layout/BasicTimeline"/>
    <dgm:cxn modelId="{114A10AD-FC88-4E08-BA3C-C1B1311D0754}" type="presParOf" srcId="{AA9DB61F-524D-47D1-BD09-1519BD13EE53}" destId="{CAA750A9-0A98-4F4D-A1E0-E5DE9066C227}" srcOrd="3" destOrd="0" presId="urn:microsoft.com/office/officeart/2016/7/layout/BasicTimeline"/>
    <dgm:cxn modelId="{A616FEE0-5E28-4405-9223-2CFDC0374920}" type="presParOf" srcId="{AA9DB61F-524D-47D1-BD09-1519BD13EE53}" destId="{3D1EA71F-BE73-418A-955E-FC0C1CB45E8C}" srcOrd="4" destOrd="0" presId="urn:microsoft.com/office/officeart/2016/7/layout/BasicTimeline"/>
    <dgm:cxn modelId="{4B8DE5EB-CD3D-4653-AD06-9A11C18800F8}" type="presParOf" srcId="{F4EBD763-5355-4563-A3F5-043A8A92EF96}" destId="{9A447E15-C10C-4C44-9D49-E53098740900}" srcOrd="11" destOrd="0" presId="urn:microsoft.com/office/officeart/2016/7/layout/BasicTimeline"/>
    <dgm:cxn modelId="{1B8F9B85-04E4-41DE-A3A4-F1B1977EFE51}" type="presParOf" srcId="{F4EBD763-5355-4563-A3F5-043A8A92EF96}" destId="{6D56EAB6-C6AA-4D75-B72B-27C32C9B5F16}" srcOrd="12" destOrd="0" presId="urn:microsoft.com/office/officeart/2016/7/layout/BasicTimeline"/>
    <dgm:cxn modelId="{167B304F-E106-4A87-9AF1-DB118CDDEB82}" type="presParOf" srcId="{6D56EAB6-C6AA-4D75-B72B-27C32C9B5F16}" destId="{3F7A4435-701A-4230-8A8F-03FF0B63A0FD}" srcOrd="0" destOrd="0" presId="urn:microsoft.com/office/officeart/2016/7/layout/BasicTimeline"/>
    <dgm:cxn modelId="{0505090E-4A8F-41DC-A3B0-0CA94CFE0087}" type="presParOf" srcId="{6D56EAB6-C6AA-4D75-B72B-27C32C9B5F16}" destId="{22DA6517-0435-4C0C-8439-7946E2DC09EE}" srcOrd="1" destOrd="0" presId="urn:microsoft.com/office/officeart/2016/7/layout/BasicTimeline"/>
    <dgm:cxn modelId="{03934317-4FBF-4D0D-B66E-42DADF6D7E39}" type="presParOf" srcId="{22DA6517-0435-4C0C-8439-7946E2DC09EE}" destId="{DB596B3D-5796-4199-8D4E-F25498BBF348}" srcOrd="0" destOrd="0" presId="urn:microsoft.com/office/officeart/2016/7/layout/BasicTimeline"/>
    <dgm:cxn modelId="{6A0571AE-FA4D-4373-A481-1AA620EC66D4}" type="presParOf" srcId="{22DA6517-0435-4C0C-8439-7946E2DC09EE}" destId="{B8C2255B-0853-472C-AB34-C0B0CAE5A704}" srcOrd="1" destOrd="0" presId="urn:microsoft.com/office/officeart/2016/7/layout/BasicTimeline"/>
    <dgm:cxn modelId="{47EC3C7D-3F83-4654-B2BB-53BAC2171A85}" type="presParOf" srcId="{6D56EAB6-C6AA-4D75-B72B-27C32C9B5F16}" destId="{67DF7070-8BCA-4922-8228-4897B02ED137}" srcOrd="2" destOrd="0" presId="urn:microsoft.com/office/officeart/2016/7/layout/BasicTimeline"/>
    <dgm:cxn modelId="{47FDA62F-7A56-4311-91A0-7A04359950C1}" type="presParOf" srcId="{6D56EAB6-C6AA-4D75-B72B-27C32C9B5F16}" destId="{7D37AF36-30ED-484D-A6D1-5FFBC2297A57}" srcOrd="3" destOrd="0" presId="urn:microsoft.com/office/officeart/2016/7/layout/BasicTimeline"/>
    <dgm:cxn modelId="{0D1D6995-1FEF-4231-B909-6F0CB5CA9386}" type="presParOf" srcId="{6D56EAB6-C6AA-4D75-B72B-27C32C9B5F16}" destId="{3B394486-E2D5-42B0-A3A6-55A1F68AC133}" srcOrd="4" destOrd="0" presId="urn:microsoft.com/office/officeart/2016/7/layout/BasicTimeline"/>
    <dgm:cxn modelId="{3E7645D7-BAC6-4C88-9E55-63E066A2DC31}" type="presParOf" srcId="{F4EBD763-5355-4563-A3F5-043A8A92EF96}" destId="{C93235E0-4602-422B-9399-AFD89D1F5C5B}" srcOrd="13" destOrd="0" presId="urn:microsoft.com/office/officeart/2016/7/layout/BasicTimeline"/>
    <dgm:cxn modelId="{3AACC244-3411-4945-B1CB-4D7CAA021678}" type="presParOf" srcId="{F4EBD763-5355-4563-A3F5-043A8A92EF96}" destId="{3876BF6B-2F83-42BC-8D01-5E47416D7F09}" srcOrd="14" destOrd="0" presId="urn:microsoft.com/office/officeart/2016/7/layout/BasicTimeline"/>
    <dgm:cxn modelId="{6A9AF059-4832-4F55-9231-13CFD005C36D}" type="presParOf" srcId="{3876BF6B-2F83-42BC-8D01-5E47416D7F09}" destId="{5127863B-7825-429B-A790-D5C424B262E3}" srcOrd="0" destOrd="0" presId="urn:microsoft.com/office/officeart/2016/7/layout/BasicTimeline"/>
    <dgm:cxn modelId="{913C1E01-B963-490C-BA58-56AD0ED44BE2}" type="presParOf" srcId="{3876BF6B-2F83-42BC-8D01-5E47416D7F09}" destId="{EE6773FE-990B-44D4-977D-54DCFAD905B0}" srcOrd="1" destOrd="0" presId="urn:microsoft.com/office/officeart/2016/7/layout/BasicTimeline"/>
    <dgm:cxn modelId="{85E88EDB-E609-4079-8833-329E5B7FAFDF}" type="presParOf" srcId="{EE6773FE-990B-44D4-977D-54DCFAD905B0}" destId="{2F759559-0661-4A40-90C3-7305045628B5}" srcOrd="0" destOrd="0" presId="urn:microsoft.com/office/officeart/2016/7/layout/BasicTimeline"/>
    <dgm:cxn modelId="{8035A09D-24C1-4F79-BF9E-688DBFD6F5EB}" type="presParOf" srcId="{EE6773FE-990B-44D4-977D-54DCFAD905B0}" destId="{4DADEFF8-022E-4F0C-9482-0D65A8B78B20}" srcOrd="1" destOrd="0" presId="urn:microsoft.com/office/officeart/2016/7/layout/BasicTimeline"/>
    <dgm:cxn modelId="{5FB9334E-D9E6-4CAB-8BAB-A4695D02C7FD}" type="presParOf" srcId="{3876BF6B-2F83-42BC-8D01-5E47416D7F09}" destId="{C55DB084-8CD4-4F44-9048-62E79B8ED8E3}" srcOrd="2" destOrd="0" presId="urn:microsoft.com/office/officeart/2016/7/layout/BasicTimeline"/>
    <dgm:cxn modelId="{AA67F97C-7856-4C65-943A-A11CAF0315F2}" type="presParOf" srcId="{3876BF6B-2F83-42BC-8D01-5E47416D7F09}" destId="{F805C266-B34A-4DD3-8D8D-FBE29FCDE656}" srcOrd="3" destOrd="0" presId="urn:microsoft.com/office/officeart/2016/7/layout/BasicTimeline"/>
    <dgm:cxn modelId="{E424E5C4-D31D-47CF-B8A5-4D380721337B}" type="presParOf" srcId="{3876BF6B-2F83-42BC-8D01-5E47416D7F09}" destId="{BDB1512D-B0B6-48D9-8FA1-2664863AD160}" srcOrd="4" destOrd="0" presId="urn:microsoft.com/office/officeart/2016/7/layout/BasicTimeline"/>
    <dgm:cxn modelId="{B38E6D3A-C62A-4478-8CE8-4F5E7EAA90C5}" type="presParOf" srcId="{F4EBD763-5355-4563-A3F5-043A8A92EF96}" destId="{C973CFC6-4D7A-4BD6-8160-2F17F6F3099A}" srcOrd="15" destOrd="0" presId="urn:microsoft.com/office/officeart/2016/7/layout/BasicTimeline"/>
    <dgm:cxn modelId="{A871F02B-2F33-4A8E-B3B9-13FCEA795282}" type="presParOf" srcId="{F4EBD763-5355-4563-A3F5-043A8A92EF96}" destId="{580243EA-FCFC-464C-B327-684D08DE7C73}" srcOrd="16" destOrd="0" presId="urn:microsoft.com/office/officeart/2016/7/layout/BasicTimeline"/>
    <dgm:cxn modelId="{B645CE43-384B-4555-9BBC-3D3CB96553FF}" type="presParOf" srcId="{580243EA-FCFC-464C-B327-684D08DE7C73}" destId="{C2930272-1AB9-4C2E-97C9-2628C8AB6816}" srcOrd="0" destOrd="0" presId="urn:microsoft.com/office/officeart/2016/7/layout/BasicTimeline"/>
    <dgm:cxn modelId="{C82A266A-6B08-4C89-8E90-9ABAA35C2E0C}" type="presParOf" srcId="{580243EA-FCFC-464C-B327-684D08DE7C73}" destId="{98DA684C-2E23-49C6-BB38-90B4A7A463EF}" srcOrd="1" destOrd="0" presId="urn:microsoft.com/office/officeart/2016/7/layout/BasicTimeline"/>
    <dgm:cxn modelId="{FAF020BF-27F1-4D15-AE78-01412F0779E5}" type="presParOf" srcId="{98DA684C-2E23-49C6-BB38-90B4A7A463EF}" destId="{7B00AE45-ED4D-4F06-8CBC-03A637A7B6F3}" srcOrd="0" destOrd="0" presId="urn:microsoft.com/office/officeart/2016/7/layout/BasicTimeline"/>
    <dgm:cxn modelId="{B063C988-3E78-4A1F-B86B-1B098D59780F}" type="presParOf" srcId="{98DA684C-2E23-49C6-BB38-90B4A7A463EF}" destId="{80825FE6-F09F-4DFE-A3EB-F60F486B47CC}" srcOrd="1" destOrd="0" presId="urn:microsoft.com/office/officeart/2016/7/layout/BasicTimeline"/>
    <dgm:cxn modelId="{99EBFE6D-4FDE-452F-AA88-65529C438D5F}" type="presParOf" srcId="{580243EA-FCFC-464C-B327-684D08DE7C73}" destId="{39967EEB-F185-4930-8CE4-10BB8F82FB71}" srcOrd="2" destOrd="0" presId="urn:microsoft.com/office/officeart/2016/7/layout/BasicTimeline"/>
    <dgm:cxn modelId="{D5292FCE-B544-4430-9680-1930A8663B70}" type="presParOf" srcId="{580243EA-FCFC-464C-B327-684D08DE7C73}" destId="{39E4BD45-8B45-4E7A-92B0-05AFA6253A75}" srcOrd="3" destOrd="0" presId="urn:microsoft.com/office/officeart/2016/7/layout/BasicTimeline"/>
    <dgm:cxn modelId="{07765755-7023-4472-A6DF-B71D99A22A83}" type="presParOf" srcId="{580243EA-FCFC-464C-B327-684D08DE7C73}" destId="{35585DF1-E207-4769-B847-3DE98C6B9D81}" srcOrd="4" destOrd="0" presId="urn:microsoft.com/office/officeart/2016/7/layout/BasicTimeline"/>
    <dgm:cxn modelId="{457AF7E3-7541-4C5D-86FC-EC96FBE8404B}" type="presParOf" srcId="{F4EBD763-5355-4563-A3F5-043A8A92EF96}" destId="{F254381F-36E5-405B-BCF0-2BD4C437C400}" srcOrd="17" destOrd="0" presId="urn:microsoft.com/office/officeart/2016/7/layout/BasicTimeline"/>
    <dgm:cxn modelId="{9246EDDB-DC0C-4E06-ADED-B70D3A8D00F0}" type="presParOf" srcId="{F4EBD763-5355-4563-A3F5-043A8A92EF96}" destId="{4E798881-902E-451F-943C-C6F2941FE31B}" srcOrd="18" destOrd="0" presId="urn:microsoft.com/office/officeart/2016/7/layout/BasicTimeline"/>
    <dgm:cxn modelId="{3B6168D3-FA93-48A5-9B22-35DAA768AF97}" type="presParOf" srcId="{4E798881-902E-451F-943C-C6F2941FE31B}" destId="{4D2D1DBD-AC4E-4CBE-8ECF-49713CD1999B}" srcOrd="0" destOrd="0" presId="urn:microsoft.com/office/officeart/2016/7/layout/BasicTimeline"/>
    <dgm:cxn modelId="{3D1182E1-023D-4099-9D58-AB86B5D3A3DC}" type="presParOf" srcId="{4E798881-902E-451F-943C-C6F2941FE31B}" destId="{2491ACE3-4D22-4B31-9BBC-217D0A9A5E0A}" srcOrd="1" destOrd="0" presId="urn:microsoft.com/office/officeart/2016/7/layout/BasicTimeline"/>
    <dgm:cxn modelId="{D2976CA6-CCFB-4DA5-AAD6-9668ECB6A771}" type="presParOf" srcId="{2491ACE3-4D22-4B31-9BBC-217D0A9A5E0A}" destId="{DA65C079-62BB-4B09-9707-DF65C13B57BE}" srcOrd="0" destOrd="0" presId="urn:microsoft.com/office/officeart/2016/7/layout/BasicTimeline"/>
    <dgm:cxn modelId="{17A0A74D-5618-47B9-AD6D-80701F842F53}" type="presParOf" srcId="{2491ACE3-4D22-4B31-9BBC-217D0A9A5E0A}" destId="{C2E6B6E3-6431-4AC4-9DEB-C1AF40DA5E0B}" srcOrd="1" destOrd="0" presId="urn:microsoft.com/office/officeart/2016/7/layout/BasicTimeline"/>
    <dgm:cxn modelId="{D790436A-68E5-459F-B8E7-1EAFA59FE4A5}" type="presParOf" srcId="{4E798881-902E-451F-943C-C6F2941FE31B}" destId="{68554BC5-3581-41F8-9FD3-F802D1AE79F1}" srcOrd="2" destOrd="0" presId="urn:microsoft.com/office/officeart/2016/7/layout/BasicTimeline"/>
    <dgm:cxn modelId="{10F26FC1-3DF7-4A62-A516-E23FCCD5AB72}" type="presParOf" srcId="{4E798881-902E-451F-943C-C6F2941FE31B}" destId="{A62C73E6-D156-4F1C-9BAB-DD8E7276BDD9}" srcOrd="3" destOrd="0" presId="urn:microsoft.com/office/officeart/2016/7/layout/BasicTimeline"/>
    <dgm:cxn modelId="{D3FB243B-1937-4FA9-BFE7-4C1CF3F20FAA}" type="presParOf" srcId="{4E798881-902E-451F-943C-C6F2941FE31B}" destId="{2CBBA5AD-7D11-4E0E-89B1-4A45F16A583F}" srcOrd="4" destOrd="0" presId="urn:microsoft.com/office/officeart/2016/7/layout/BasicTimeline"/>
    <dgm:cxn modelId="{1978707A-E55E-4C16-8100-0EA34ACD1DD7}" type="presParOf" srcId="{F4EBD763-5355-4563-A3F5-043A8A92EF96}" destId="{47C41E4B-495D-45B6-8F4E-43FFC21CB0A6}" srcOrd="19" destOrd="0" presId="urn:microsoft.com/office/officeart/2016/7/layout/BasicTimeline"/>
    <dgm:cxn modelId="{9C688663-F11B-45A6-B58E-728D2D371BBD}" type="presParOf" srcId="{F4EBD763-5355-4563-A3F5-043A8A92EF96}" destId="{179E35E5-3C2C-447D-ACE0-E42BE4A6B116}" srcOrd="20" destOrd="0" presId="urn:microsoft.com/office/officeart/2016/7/layout/BasicTimeline"/>
    <dgm:cxn modelId="{69B32657-2A38-40EC-BD88-770CE3B20F8E}" type="presParOf" srcId="{179E35E5-3C2C-447D-ACE0-E42BE4A6B116}" destId="{D0803CE3-7560-4DE2-A9F5-B58987E0D4C2}" srcOrd="0" destOrd="0" presId="urn:microsoft.com/office/officeart/2016/7/layout/BasicTimeline"/>
    <dgm:cxn modelId="{A9246F3F-DB15-4E1C-ACDE-3362B0280FFA}" type="presParOf" srcId="{179E35E5-3C2C-447D-ACE0-E42BE4A6B116}" destId="{A3EB4F6C-A8EF-4613-BE1D-FE6466943225}" srcOrd="1" destOrd="0" presId="urn:microsoft.com/office/officeart/2016/7/layout/BasicTimeline"/>
    <dgm:cxn modelId="{286CE006-25D2-4133-A003-04E1B61DDBB9}" type="presParOf" srcId="{A3EB4F6C-A8EF-4613-BE1D-FE6466943225}" destId="{97832E46-0CD4-427A-B92C-16F0CCC4B79A}" srcOrd="0" destOrd="0" presId="urn:microsoft.com/office/officeart/2016/7/layout/BasicTimeline"/>
    <dgm:cxn modelId="{1887DB9B-76C6-4F24-97D2-8FD54625716F}" type="presParOf" srcId="{A3EB4F6C-A8EF-4613-BE1D-FE6466943225}" destId="{718CA751-3CC2-41C2-A95C-FD40F63D43E6}" srcOrd="1" destOrd="0" presId="urn:microsoft.com/office/officeart/2016/7/layout/BasicTimeline"/>
    <dgm:cxn modelId="{CC80C4AB-870C-4025-A7AD-2691C764FEDF}" type="presParOf" srcId="{179E35E5-3C2C-447D-ACE0-E42BE4A6B116}" destId="{3056B55B-2577-4B73-8161-7EEE15000902}" srcOrd="2" destOrd="0" presId="urn:microsoft.com/office/officeart/2016/7/layout/BasicTimeline"/>
    <dgm:cxn modelId="{3BF41ADC-B363-417F-AB1B-6D6C563B1DC9}" type="presParOf" srcId="{179E35E5-3C2C-447D-ACE0-E42BE4A6B116}" destId="{BF379067-91C4-498F-8FCB-FAE3BC8D6B80}" srcOrd="3" destOrd="0" presId="urn:microsoft.com/office/officeart/2016/7/layout/BasicTimeline"/>
    <dgm:cxn modelId="{F1A80C2D-B105-469A-A43D-B50E3C0D634D}" type="presParOf" srcId="{179E35E5-3C2C-447D-ACE0-E42BE4A6B116}" destId="{46C1E870-62F0-41E1-B8CD-BA5689C8D5DA}" srcOrd="4" destOrd="0" presId="urn:microsoft.com/office/officeart/2016/7/layout/BasicTimeline"/>
    <dgm:cxn modelId="{7299AC70-0F69-4520-B69D-B44CA52B09C4}" type="presParOf" srcId="{F4EBD763-5355-4563-A3F5-043A8A92EF96}" destId="{89F98F13-11DF-4573-B16A-3A3A28336296}" srcOrd="21" destOrd="0" presId="urn:microsoft.com/office/officeart/2016/7/layout/BasicTimeline"/>
    <dgm:cxn modelId="{C7A46455-7508-4ADF-A163-7307B2D9A928}" type="presParOf" srcId="{F4EBD763-5355-4563-A3F5-043A8A92EF96}" destId="{EAC34E5C-19BC-4C79-8BCF-992D17C51A87}" srcOrd="22" destOrd="0" presId="urn:microsoft.com/office/officeart/2016/7/layout/BasicTimeline"/>
    <dgm:cxn modelId="{FBD21C45-A3F0-47D5-8ED3-6F10850D85F4}" type="presParOf" srcId="{EAC34E5C-19BC-4C79-8BCF-992D17C51A87}" destId="{39EDAA16-286C-4164-9C20-FEC58D4843DB}" srcOrd="0" destOrd="0" presId="urn:microsoft.com/office/officeart/2016/7/layout/BasicTimeline"/>
    <dgm:cxn modelId="{F7DBDCDA-B26D-4952-A67E-3AFEC16B129D}" type="presParOf" srcId="{EAC34E5C-19BC-4C79-8BCF-992D17C51A87}" destId="{8439CF42-0084-4994-95E1-0C5CF0D1792C}" srcOrd="1" destOrd="0" presId="urn:microsoft.com/office/officeart/2016/7/layout/BasicTimeline"/>
    <dgm:cxn modelId="{AD84E2E4-9531-457E-A63A-74C7C4CC0B6F}" type="presParOf" srcId="{8439CF42-0084-4994-95E1-0C5CF0D1792C}" destId="{5BF6E3CC-1DB1-449F-8A22-851FB7FE3E11}" srcOrd="0" destOrd="0" presId="urn:microsoft.com/office/officeart/2016/7/layout/BasicTimeline"/>
    <dgm:cxn modelId="{27EE8008-42AD-45A4-9803-0DC5A41E6CC7}" type="presParOf" srcId="{8439CF42-0084-4994-95E1-0C5CF0D1792C}" destId="{0C9293D2-DE09-4A6D-929C-4BD31F08C6DB}" srcOrd="1" destOrd="0" presId="urn:microsoft.com/office/officeart/2016/7/layout/BasicTimeline"/>
    <dgm:cxn modelId="{06A87D87-34E6-4FDE-8AE5-F186D3A72D7C}" type="presParOf" srcId="{EAC34E5C-19BC-4C79-8BCF-992D17C51A87}" destId="{F50F06ED-988A-48EC-A64E-3E8E1CDF8067}" srcOrd="2" destOrd="0" presId="urn:microsoft.com/office/officeart/2016/7/layout/BasicTimeline"/>
    <dgm:cxn modelId="{50C562D8-645A-4295-8CBA-AB5A9455DB41}" type="presParOf" srcId="{EAC34E5C-19BC-4C79-8BCF-992D17C51A87}" destId="{8488E2BF-FA08-4D32-A459-0890912414B2}" srcOrd="3" destOrd="0" presId="urn:microsoft.com/office/officeart/2016/7/layout/BasicTimeline"/>
    <dgm:cxn modelId="{E9355589-ED94-4856-B091-3F8F7DE31F3C}" type="presParOf" srcId="{EAC34E5C-19BC-4C79-8BCF-992D17C51A87}" destId="{796861DA-72A8-477D-A4EA-CB7246DE3596}" srcOrd="4" destOrd="0" presId="urn:microsoft.com/office/officeart/2016/7/layout/BasicTimeline"/>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761C940-DF0F-4821-BF78-E986BB3467BD}" type="doc">
      <dgm:prSet loTypeId="urn:microsoft.com/office/officeart/2005/8/layout/arrow2" loCatId="process" qsTypeId="urn:microsoft.com/office/officeart/2005/8/quickstyle/simple1" qsCatId="simple" csTypeId="urn:microsoft.com/office/officeart/2005/8/colors/accent1_2" csCatId="accent1" phldr="1"/>
      <dgm:spPr/>
      <dgm:t>
        <a:bodyPr/>
        <a:lstStyle/>
        <a:p>
          <a:endParaRPr lang="en-IN"/>
        </a:p>
      </dgm:t>
    </dgm:pt>
    <dgm:pt modelId="{1AC83ADA-2FEA-4343-BA76-76FA95D7CF3B}">
      <dgm:prSet phldrT="[Text]" phldr="0" custT="1"/>
      <dgm:spPr/>
      <dgm:t>
        <a:bodyPr/>
        <a:lstStyle/>
        <a:p>
          <a:pPr rtl="0"/>
          <a:r>
            <a:rPr lang="en-US" sz="1600" dirty="0"/>
            <a:t>IMPORT BRFSS dataset with 457K+ Adult health records</a:t>
          </a:r>
          <a:r>
            <a:rPr lang="en-US" sz="800" dirty="0"/>
            <a:t>. </a:t>
          </a:r>
        </a:p>
      </dgm:t>
    </dgm:pt>
    <dgm:pt modelId="{68BCC179-32ED-45B6-9371-481F05CA12A3}" type="parTrans" cxnId="{6501FFC4-0F69-4B03-919B-08765B6CF7D4}">
      <dgm:prSet/>
      <dgm:spPr/>
      <dgm:t>
        <a:bodyPr/>
        <a:lstStyle/>
        <a:p>
          <a:endParaRPr lang="en-IN"/>
        </a:p>
      </dgm:t>
    </dgm:pt>
    <dgm:pt modelId="{3D536CED-0878-485D-93CA-05B7E0A4251A}" type="sibTrans" cxnId="{6501FFC4-0F69-4B03-919B-08765B6CF7D4}">
      <dgm:prSet/>
      <dgm:spPr/>
      <dgm:t>
        <a:bodyPr/>
        <a:lstStyle/>
        <a:p>
          <a:endParaRPr lang="en-IN"/>
        </a:p>
      </dgm:t>
    </dgm:pt>
    <dgm:pt modelId="{7ABBEA1D-2EA1-40C6-9F3F-3B686030390A}">
      <dgm:prSet phldrT="[Text]" phldr="0" custT="1"/>
      <dgm:spPr/>
      <dgm:t>
        <a:bodyPr/>
        <a:lstStyle/>
        <a:p>
          <a:pPr rtl="0"/>
          <a:r>
            <a:rPr lang="en-US" sz="1600" dirty="0">
              <a:latin typeface="Avenir Next LT Pro"/>
            </a:rPr>
            <a:t>Key CHD predictors analyzed: Age, Sex, Smoking, Diabetes, Exercise, General Health, BMI. </a:t>
          </a:r>
          <a:endParaRPr lang="en-US" sz="1600" dirty="0"/>
        </a:p>
      </dgm:t>
    </dgm:pt>
    <dgm:pt modelId="{2666835A-549A-4020-A133-A6FF86DEC4AB}" type="parTrans" cxnId="{3E39BFE2-6792-4B8F-B3F9-3C507771EB6D}">
      <dgm:prSet/>
      <dgm:spPr/>
      <dgm:t>
        <a:bodyPr/>
        <a:lstStyle/>
        <a:p>
          <a:endParaRPr lang="en-IN"/>
        </a:p>
      </dgm:t>
    </dgm:pt>
    <dgm:pt modelId="{3BAC2226-5364-47CA-9CB2-D9B0D7325321}" type="sibTrans" cxnId="{3E39BFE2-6792-4B8F-B3F9-3C507771EB6D}">
      <dgm:prSet/>
      <dgm:spPr/>
      <dgm:t>
        <a:bodyPr/>
        <a:lstStyle/>
        <a:p>
          <a:endParaRPr lang="en-IN"/>
        </a:p>
      </dgm:t>
    </dgm:pt>
    <dgm:pt modelId="{75D441C4-DDD7-44AC-A640-3E8600A09BDD}">
      <dgm:prSet phldr="0" custT="1"/>
      <dgm:spPr/>
      <dgm:t>
        <a:bodyPr/>
        <a:lstStyle/>
        <a:p>
          <a:pPr rtl="0"/>
          <a:r>
            <a:rPr lang="en-US" sz="1600" dirty="0">
              <a:latin typeface="Avenir Next LT Pro"/>
            </a:rPr>
            <a:t>EDA included cleaning, class balance check, statistical tests. </a:t>
          </a:r>
        </a:p>
      </dgm:t>
    </dgm:pt>
    <dgm:pt modelId="{C03E2C6A-4A24-436C-900A-50998DD0F02C}" type="parTrans" cxnId="{273CCC55-3421-4960-9343-E10F075D0EC2}">
      <dgm:prSet/>
      <dgm:spPr/>
      <dgm:t>
        <a:bodyPr/>
        <a:lstStyle/>
        <a:p>
          <a:endParaRPr lang="en-IN"/>
        </a:p>
      </dgm:t>
    </dgm:pt>
    <dgm:pt modelId="{A00DD3CD-F11E-4D00-9F7E-BD9DE49EBF7B}" type="sibTrans" cxnId="{273CCC55-3421-4960-9343-E10F075D0EC2}">
      <dgm:prSet/>
      <dgm:spPr/>
      <dgm:t>
        <a:bodyPr/>
        <a:lstStyle/>
        <a:p>
          <a:endParaRPr lang="en-IN"/>
        </a:p>
      </dgm:t>
    </dgm:pt>
    <dgm:pt modelId="{9026A21E-A7F6-43D4-AABE-553E23858D27}">
      <dgm:prSet phldr="0" custT="1"/>
      <dgm:spPr/>
      <dgm:t>
        <a:bodyPr/>
        <a:lstStyle/>
        <a:p>
          <a:pPr rtl="0"/>
          <a:r>
            <a:rPr lang="en-US" sz="1600" dirty="0">
              <a:latin typeface="Avenir Next LT Pro"/>
            </a:rPr>
            <a:t>Results used to build two models. </a:t>
          </a:r>
        </a:p>
      </dgm:t>
    </dgm:pt>
    <dgm:pt modelId="{3C1B6F34-9DBC-4F2C-B154-E5713E4F0AD4}" type="parTrans" cxnId="{28925604-D26C-4F22-9166-5727C8B2A3BE}">
      <dgm:prSet/>
      <dgm:spPr/>
      <dgm:t>
        <a:bodyPr/>
        <a:lstStyle/>
        <a:p>
          <a:endParaRPr lang="en-IN"/>
        </a:p>
      </dgm:t>
    </dgm:pt>
    <dgm:pt modelId="{8266F0FA-3F26-4BE8-93A4-DE9FB323D335}" type="sibTrans" cxnId="{28925604-D26C-4F22-9166-5727C8B2A3BE}">
      <dgm:prSet/>
      <dgm:spPr/>
      <dgm:t>
        <a:bodyPr/>
        <a:lstStyle/>
        <a:p>
          <a:endParaRPr lang="en-IN"/>
        </a:p>
      </dgm:t>
    </dgm:pt>
    <dgm:pt modelId="{2918D25A-A016-4CC1-B0FB-9999A8E8E958}">
      <dgm:prSet custT="1"/>
      <dgm:spPr/>
      <dgm:t>
        <a:bodyPr/>
        <a:lstStyle/>
        <a:p>
          <a:r>
            <a:rPr lang="en-US" sz="1600" dirty="0"/>
            <a:t>Evaluate Model Performance</a:t>
          </a:r>
          <a:endParaRPr lang="en-IN" sz="1600" dirty="0"/>
        </a:p>
      </dgm:t>
    </dgm:pt>
    <dgm:pt modelId="{48DC4A2B-339D-4334-B477-7F8BD58209FF}" type="parTrans" cxnId="{EF4F0FC3-B90E-4B20-89A5-2E915320E19B}">
      <dgm:prSet/>
      <dgm:spPr/>
      <dgm:t>
        <a:bodyPr/>
        <a:lstStyle/>
        <a:p>
          <a:endParaRPr lang="en-IN"/>
        </a:p>
      </dgm:t>
    </dgm:pt>
    <dgm:pt modelId="{A48C783E-8E34-4B7B-B9F4-5F1A2DC728F0}" type="sibTrans" cxnId="{EF4F0FC3-B90E-4B20-89A5-2E915320E19B}">
      <dgm:prSet/>
      <dgm:spPr/>
      <dgm:t>
        <a:bodyPr/>
        <a:lstStyle/>
        <a:p>
          <a:endParaRPr lang="en-IN"/>
        </a:p>
      </dgm:t>
    </dgm:pt>
    <dgm:pt modelId="{778D4C0A-5762-4821-A529-D55BF449F133}" type="pres">
      <dgm:prSet presAssocID="{1761C940-DF0F-4821-BF78-E986BB3467BD}" presName="arrowDiagram" presStyleCnt="0">
        <dgm:presLayoutVars>
          <dgm:chMax val="5"/>
          <dgm:dir/>
          <dgm:resizeHandles val="exact"/>
        </dgm:presLayoutVars>
      </dgm:prSet>
      <dgm:spPr/>
    </dgm:pt>
    <dgm:pt modelId="{1CFEEAE7-CFA4-4660-89F4-6DDFA862E204}" type="pres">
      <dgm:prSet presAssocID="{1761C940-DF0F-4821-BF78-E986BB3467BD}" presName="arrow" presStyleLbl="bgShp" presStyleIdx="0" presStyleCnt="1" custLinFactNeighborX="44" custLinFactNeighborY="3564"/>
      <dgm:spPr/>
    </dgm:pt>
    <dgm:pt modelId="{5A562DDF-F138-4D96-A9ED-09CBBA6A16B0}" type="pres">
      <dgm:prSet presAssocID="{1761C940-DF0F-4821-BF78-E986BB3467BD}" presName="arrowDiagram5" presStyleCnt="0"/>
      <dgm:spPr/>
    </dgm:pt>
    <dgm:pt modelId="{D805DDFD-B1E1-4264-A48A-9B6A4B48070A}" type="pres">
      <dgm:prSet presAssocID="{1AC83ADA-2FEA-4343-BA76-76FA95D7CF3B}" presName="bullet5a" presStyleLbl="node1" presStyleIdx="0" presStyleCnt="5"/>
      <dgm:spPr/>
    </dgm:pt>
    <dgm:pt modelId="{AE19BB22-606A-4441-B9C3-A2FE4032B96F}" type="pres">
      <dgm:prSet presAssocID="{1AC83ADA-2FEA-4343-BA76-76FA95D7CF3B}" presName="textBox5a" presStyleLbl="revTx" presStyleIdx="0" presStyleCnt="5" custScaleX="236018" custScaleY="55344" custLinFactNeighborX="60934" custLinFactNeighborY="-9503">
        <dgm:presLayoutVars>
          <dgm:bulletEnabled val="1"/>
        </dgm:presLayoutVars>
      </dgm:prSet>
      <dgm:spPr/>
    </dgm:pt>
    <dgm:pt modelId="{34D7AF35-3B24-492B-B2D4-705ACF0480FD}" type="pres">
      <dgm:prSet presAssocID="{7ABBEA1D-2EA1-40C6-9F3F-3B686030390A}" presName="bullet5b" presStyleLbl="node1" presStyleIdx="1" presStyleCnt="5"/>
      <dgm:spPr/>
    </dgm:pt>
    <dgm:pt modelId="{D9A0BDEE-7F42-43D3-AEB4-396F73B05B78}" type="pres">
      <dgm:prSet presAssocID="{7ABBEA1D-2EA1-40C6-9F3F-3B686030390A}" presName="textBox5b" presStyleLbl="revTx" presStyleIdx="1" presStyleCnt="5" custScaleX="235744" custScaleY="25282" custLinFactNeighborX="58112" custLinFactNeighborY="-27328">
        <dgm:presLayoutVars>
          <dgm:bulletEnabled val="1"/>
        </dgm:presLayoutVars>
      </dgm:prSet>
      <dgm:spPr/>
    </dgm:pt>
    <dgm:pt modelId="{E42A7006-4BBF-46BB-8F98-EF474626E06E}" type="pres">
      <dgm:prSet presAssocID="{75D441C4-DDD7-44AC-A640-3E8600A09BDD}" presName="bullet5c" presStyleLbl="node1" presStyleIdx="2" presStyleCnt="5"/>
      <dgm:spPr/>
    </dgm:pt>
    <dgm:pt modelId="{CE04B52B-2BC8-40B4-876B-640F4A3968A0}" type="pres">
      <dgm:prSet presAssocID="{75D441C4-DDD7-44AC-A640-3E8600A09BDD}" presName="textBox5c" presStyleLbl="revTx" presStyleIdx="2" presStyleCnt="5" custScaleX="146628" custScaleY="19411" custLinFactNeighborX="21180" custLinFactNeighborY="-35968">
        <dgm:presLayoutVars>
          <dgm:bulletEnabled val="1"/>
        </dgm:presLayoutVars>
      </dgm:prSet>
      <dgm:spPr/>
    </dgm:pt>
    <dgm:pt modelId="{627CCE1A-DC0A-4FCF-B49F-96240907B3C3}" type="pres">
      <dgm:prSet presAssocID="{9026A21E-A7F6-43D4-AABE-553E23858D27}" presName="bullet5d" presStyleLbl="node1" presStyleIdx="3" presStyleCnt="5"/>
      <dgm:spPr/>
    </dgm:pt>
    <dgm:pt modelId="{2D869315-03A4-4E0E-9DC1-9C02F7958833}" type="pres">
      <dgm:prSet presAssocID="{9026A21E-A7F6-43D4-AABE-553E23858D27}" presName="textBox5d" presStyleLbl="revTx" presStyleIdx="3" presStyleCnt="5" custScaleX="115597" custScaleY="19087" custLinFactNeighborX="817" custLinFactNeighborY="-34325">
        <dgm:presLayoutVars>
          <dgm:bulletEnabled val="1"/>
        </dgm:presLayoutVars>
      </dgm:prSet>
      <dgm:spPr/>
    </dgm:pt>
    <dgm:pt modelId="{B6D0123A-E4B8-4E15-A0AE-DDFD2D046FAE}" type="pres">
      <dgm:prSet presAssocID="{2918D25A-A016-4CC1-B0FB-9999A8E8E958}" presName="bullet5e" presStyleLbl="node1" presStyleIdx="4" presStyleCnt="5"/>
      <dgm:spPr/>
    </dgm:pt>
    <dgm:pt modelId="{6DACEF4F-D631-48F4-8AD3-149043E66BC6}" type="pres">
      <dgm:prSet presAssocID="{2918D25A-A016-4CC1-B0FB-9999A8E8E958}" presName="textBox5e" presStyleLbl="revTx" presStyleIdx="4" presStyleCnt="5" custScaleY="21063" custLinFactNeighborX="2562" custLinFactNeighborY="-39579">
        <dgm:presLayoutVars>
          <dgm:bulletEnabled val="1"/>
        </dgm:presLayoutVars>
      </dgm:prSet>
      <dgm:spPr/>
    </dgm:pt>
  </dgm:ptLst>
  <dgm:cxnLst>
    <dgm:cxn modelId="{28925604-D26C-4F22-9166-5727C8B2A3BE}" srcId="{1761C940-DF0F-4821-BF78-E986BB3467BD}" destId="{9026A21E-A7F6-43D4-AABE-553E23858D27}" srcOrd="3" destOrd="0" parTransId="{3C1B6F34-9DBC-4F2C-B154-E5713E4F0AD4}" sibTransId="{8266F0FA-3F26-4BE8-93A4-DE9FB323D335}"/>
    <dgm:cxn modelId="{D14EE332-ED02-4F3A-A608-D255758F27A9}" type="presOf" srcId="{1AC83ADA-2FEA-4343-BA76-76FA95D7CF3B}" destId="{AE19BB22-606A-4441-B9C3-A2FE4032B96F}" srcOrd="0" destOrd="0" presId="urn:microsoft.com/office/officeart/2005/8/layout/arrow2"/>
    <dgm:cxn modelId="{273CCC55-3421-4960-9343-E10F075D0EC2}" srcId="{1761C940-DF0F-4821-BF78-E986BB3467BD}" destId="{75D441C4-DDD7-44AC-A640-3E8600A09BDD}" srcOrd="2" destOrd="0" parTransId="{C03E2C6A-4A24-436C-900A-50998DD0F02C}" sibTransId="{A00DD3CD-F11E-4D00-9F7E-BD9DE49EBF7B}"/>
    <dgm:cxn modelId="{41F92BB4-9EED-413A-960E-446E0BCF2696}" type="presOf" srcId="{1761C940-DF0F-4821-BF78-E986BB3467BD}" destId="{778D4C0A-5762-4821-A529-D55BF449F133}" srcOrd="0" destOrd="0" presId="urn:microsoft.com/office/officeart/2005/8/layout/arrow2"/>
    <dgm:cxn modelId="{DB570CB6-E085-4855-AC92-6A0BFCF6C54D}" type="presOf" srcId="{2918D25A-A016-4CC1-B0FB-9999A8E8E958}" destId="{6DACEF4F-D631-48F4-8AD3-149043E66BC6}" srcOrd="0" destOrd="0" presId="urn:microsoft.com/office/officeart/2005/8/layout/arrow2"/>
    <dgm:cxn modelId="{D165DBBE-DCE5-41D5-BE70-E141255533B8}" type="presOf" srcId="{9026A21E-A7F6-43D4-AABE-553E23858D27}" destId="{2D869315-03A4-4E0E-9DC1-9C02F7958833}" srcOrd="0" destOrd="0" presId="urn:microsoft.com/office/officeart/2005/8/layout/arrow2"/>
    <dgm:cxn modelId="{EF4F0FC3-B90E-4B20-89A5-2E915320E19B}" srcId="{1761C940-DF0F-4821-BF78-E986BB3467BD}" destId="{2918D25A-A016-4CC1-B0FB-9999A8E8E958}" srcOrd="4" destOrd="0" parTransId="{48DC4A2B-339D-4334-B477-7F8BD58209FF}" sibTransId="{A48C783E-8E34-4B7B-B9F4-5F1A2DC728F0}"/>
    <dgm:cxn modelId="{6501FFC4-0F69-4B03-919B-08765B6CF7D4}" srcId="{1761C940-DF0F-4821-BF78-E986BB3467BD}" destId="{1AC83ADA-2FEA-4343-BA76-76FA95D7CF3B}" srcOrd="0" destOrd="0" parTransId="{68BCC179-32ED-45B6-9371-481F05CA12A3}" sibTransId="{3D536CED-0878-485D-93CA-05B7E0A4251A}"/>
    <dgm:cxn modelId="{F84427D2-F440-4AF3-8C07-B3D3B9E0CD1A}" type="presOf" srcId="{75D441C4-DDD7-44AC-A640-3E8600A09BDD}" destId="{CE04B52B-2BC8-40B4-876B-640F4A3968A0}" srcOrd="0" destOrd="0" presId="urn:microsoft.com/office/officeart/2005/8/layout/arrow2"/>
    <dgm:cxn modelId="{3E39BFE2-6792-4B8F-B3F9-3C507771EB6D}" srcId="{1761C940-DF0F-4821-BF78-E986BB3467BD}" destId="{7ABBEA1D-2EA1-40C6-9F3F-3B686030390A}" srcOrd="1" destOrd="0" parTransId="{2666835A-549A-4020-A133-A6FF86DEC4AB}" sibTransId="{3BAC2226-5364-47CA-9CB2-D9B0D7325321}"/>
    <dgm:cxn modelId="{8B4C74F2-A964-4087-96FB-8A923017F299}" type="presOf" srcId="{7ABBEA1D-2EA1-40C6-9F3F-3B686030390A}" destId="{D9A0BDEE-7F42-43D3-AEB4-396F73B05B78}" srcOrd="0" destOrd="0" presId="urn:microsoft.com/office/officeart/2005/8/layout/arrow2"/>
    <dgm:cxn modelId="{D22121D4-B65A-480A-88E3-F04A31DBC8E6}" type="presParOf" srcId="{778D4C0A-5762-4821-A529-D55BF449F133}" destId="{1CFEEAE7-CFA4-4660-89F4-6DDFA862E204}" srcOrd="0" destOrd="0" presId="urn:microsoft.com/office/officeart/2005/8/layout/arrow2"/>
    <dgm:cxn modelId="{1ECAE0A7-7AB0-4670-B602-BDE80EC01B0E}" type="presParOf" srcId="{778D4C0A-5762-4821-A529-D55BF449F133}" destId="{5A562DDF-F138-4D96-A9ED-09CBBA6A16B0}" srcOrd="1" destOrd="0" presId="urn:microsoft.com/office/officeart/2005/8/layout/arrow2"/>
    <dgm:cxn modelId="{04E6A520-6856-4F2D-AB85-8DF5B0C2CC67}" type="presParOf" srcId="{5A562DDF-F138-4D96-A9ED-09CBBA6A16B0}" destId="{D805DDFD-B1E1-4264-A48A-9B6A4B48070A}" srcOrd="0" destOrd="0" presId="urn:microsoft.com/office/officeart/2005/8/layout/arrow2"/>
    <dgm:cxn modelId="{4917EC06-6149-4B7F-8453-6CF17E35CABE}" type="presParOf" srcId="{5A562DDF-F138-4D96-A9ED-09CBBA6A16B0}" destId="{AE19BB22-606A-4441-B9C3-A2FE4032B96F}" srcOrd="1" destOrd="0" presId="urn:microsoft.com/office/officeart/2005/8/layout/arrow2"/>
    <dgm:cxn modelId="{33AA9BDD-987A-47B1-A3DC-9706380CF55F}" type="presParOf" srcId="{5A562DDF-F138-4D96-A9ED-09CBBA6A16B0}" destId="{34D7AF35-3B24-492B-B2D4-705ACF0480FD}" srcOrd="2" destOrd="0" presId="urn:microsoft.com/office/officeart/2005/8/layout/arrow2"/>
    <dgm:cxn modelId="{2C50A8BF-35EB-40A5-AB28-15FDB46A3421}" type="presParOf" srcId="{5A562DDF-F138-4D96-A9ED-09CBBA6A16B0}" destId="{D9A0BDEE-7F42-43D3-AEB4-396F73B05B78}" srcOrd="3" destOrd="0" presId="urn:microsoft.com/office/officeart/2005/8/layout/arrow2"/>
    <dgm:cxn modelId="{850F2646-6A70-4A10-BF10-003C7EB4FA08}" type="presParOf" srcId="{5A562DDF-F138-4D96-A9ED-09CBBA6A16B0}" destId="{E42A7006-4BBF-46BB-8F98-EF474626E06E}" srcOrd="4" destOrd="0" presId="urn:microsoft.com/office/officeart/2005/8/layout/arrow2"/>
    <dgm:cxn modelId="{89E62CE1-68A8-4DAE-9828-400C8B06FC8C}" type="presParOf" srcId="{5A562DDF-F138-4D96-A9ED-09CBBA6A16B0}" destId="{CE04B52B-2BC8-40B4-876B-640F4A3968A0}" srcOrd="5" destOrd="0" presId="urn:microsoft.com/office/officeart/2005/8/layout/arrow2"/>
    <dgm:cxn modelId="{F9A206A9-B4C2-4A83-9341-4BFCB39956FC}" type="presParOf" srcId="{5A562DDF-F138-4D96-A9ED-09CBBA6A16B0}" destId="{627CCE1A-DC0A-4FCF-B49F-96240907B3C3}" srcOrd="6" destOrd="0" presId="urn:microsoft.com/office/officeart/2005/8/layout/arrow2"/>
    <dgm:cxn modelId="{909EA282-C2B3-49E4-B4D5-0FDD37B7D307}" type="presParOf" srcId="{5A562DDF-F138-4D96-A9ED-09CBBA6A16B0}" destId="{2D869315-03A4-4E0E-9DC1-9C02F7958833}" srcOrd="7" destOrd="0" presId="urn:microsoft.com/office/officeart/2005/8/layout/arrow2"/>
    <dgm:cxn modelId="{7B4EEA20-9E19-44E1-86E1-763B441C5EA9}" type="presParOf" srcId="{5A562DDF-F138-4D96-A9ED-09CBBA6A16B0}" destId="{B6D0123A-E4B8-4E15-A0AE-DDFD2D046FAE}" srcOrd="8" destOrd="0" presId="urn:microsoft.com/office/officeart/2005/8/layout/arrow2"/>
    <dgm:cxn modelId="{D075E773-F778-401A-9365-7CA2A6A6C5B2}" type="presParOf" srcId="{5A562DDF-F138-4D96-A9ED-09CBBA6A16B0}" destId="{6DACEF4F-D631-48F4-8AD3-149043E66BC6}" srcOrd="9" destOrd="0" presId="urn:microsoft.com/office/officeart/2005/8/layout/arrow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D6A78C-DBE1-4203-8EE5-9CA4AE436FC2}">
      <dsp:nvSpPr>
        <dsp:cNvPr id="0" name=""/>
        <dsp:cNvSpPr/>
      </dsp:nvSpPr>
      <dsp:spPr>
        <a:xfrm>
          <a:off x="308133" y="1686"/>
          <a:ext cx="775248" cy="775248"/>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8A25054-D274-4684-8068-7ECBC9141ED3}">
      <dsp:nvSpPr>
        <dsp:cNvPr id="0" name=""/>
        <dsp:cNvSpPr/>
      </dsp:nvSpPr>
      <dsp:spPr>
        <a:xfrm>
          <a:off x="473350" y="166902"/>
          <a:ext cx="444814" cy="444814"/>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5F04FA3-1618-4611-90A7-0CD03C3D5134}">
      <dsp:nvSpPr>
        <dsp:cNvPr id="0" name=""/>
        <dsp:cNvSpPr/>
      </dsp:nvSpPr>
      <dsp:spPr>
        <a:xfrm>
          <a:off x="60308" y="1018404"/>
          <a:ext cx="1270898" cy="5083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defRPr cap="all"/>
          </a:pPr>
          <a:r>
            <a:rPr lang="en-US" sz="1200" b="1" u="none" kern="1200">
              <a:solidFill>
                <a:schemeClr val="tx1"/>
              </a:solidFill>
              <a:latin typeface="Avenir Next LT Pro"/>
            </a:rPr>
            <a:t>Proposal and objectives</a:t>
          </a:r>
          <a:endParaRPr lang="en-US" sz="1200" b="1" u="none" kern="1200">
            <a:solidFill>
              <a:schemeClr val="tx1"/>
            </a:solidFill>
          </a:endParaRPr>
        </a:p>
      </dsp:txBody>
      <dsp:txXfrm>
        <a:off x="60308" y="1018404"/>
        <a:ext cx="1270898" cy="508359"/>
      </dsp:txXfrm>
    </dsp:sp>
    <dsp:sp modelId="{BAA2AC98-07B4-4482-AC2D-B8D4B9B492CE}">
      <dsp:nvSpPr>
        <dsp:cNvPr id="0" name=""/>
        <dsp:cNvSpPr/>
      </dsp:nvSpPr>
      <dsp:spPr>
        <a:xfrm>
          <a:off x="1801439" y="1686"/>
          <a:ext cx="775248" cy="775248"/>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6BE55BE-256F-4262-8CB6-72E54C3D4C18}">
      <dsp:nvSpPr>
        <dsp:cNvPr id="0" name=""/>
        <dsp:cNvSpPr/>
      </dsp:nvSpPr>
      <dsp:spPr>
        <a:xfrm>
          <a:off x="1966655" y="166902"/>
          <a:ext cx="444814" cy="444814"/>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1636535-90BC-40F3-A0B6-BCC8BC1EB09B}">
      <dsp:nvSpPr>
        <dsp:cNvPr id="0" name=""/>
        <dsp:cNvSpPr/>
      </dsp:nvSpPr>
      <dsp:spPr>
        <a:xfrm>
          <a:off x="1553613" y="1018404"/>
          <a:ext cx="1270898" cy="5083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defRPr cap="all"/>
          </a:pPr>
          <a:r>
            <a:rPr lang="en-US" sz="1200" b="1" u="none" kern="1200">
              <a:solidFill>
                <a:schemeClr val="tx1"/>
              </a:solidFill>
            </a:rPr>
            <a:t>Workflow process</a:t>
          </a:r>
        </a:p>
      </dsp:txBody>
      <dsp:txXfrm>
        <a:off x="1553613" y="1018404"/>
        <a:ext cx="1270898" cy="508359"/>
      </dsp:txXfrm>
    </dsp:sp>
    <dsp:sp modelId="{55044F2C-83D4-479B-9557-B7435CF352B2}">
      <dsp:nvSpPr>
        <dsp:cNvPr id="0" name=""/>
        <dsp:cNvSpPr/>
      </dsp:nvSpPr>
      <dsp:spPr>
        <a:xfrm>
          <a:off x="3294744" y="1686"/>
          <a:ext cx="775248" cy="775248"/>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6DA3EEB-2959-44FE-AD24-0032A2D9D9D0}">
      <dsp:nvSpPr>
        <dsp:cNvPr id="0" name=""/>
        <dsp:cNvSpPr/>
      </dsp:nvSpPr>
      <dsp:spPr>
        <a:xfrm>
          <a:off x="3459961" y="166902"/>
          <a:ext cx="444814" cy="444814"/>
        </a:xfrm>
        <a:prstGeom prst="rect">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CED6147-35CE-449D-A814-9D95814B85CB}">
      <dsp:nvSpPr>
        <dsp:cNvPr id="0" name=""/>
        <dsp:cNvSpPr/>
      </dsp:nvSpPr>
      <dsp:spPr>
        <a:xfrm>
          <a:off x="3046919" y="1018404"/>
          <a:ext cx="1270898" cy="5083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defRPr cap="all"/>
          </a:pPr>
          <a:r>
            <a:rPr lang="en-US" sz="1200" b="1" u="none" kern="1200">
              <a:solidFill>
                <a:schemeClr val="tx1"/>
              </a:solidFill>
            </a:rPr>
            <a:t>Data Overview</a:t>
          </a:r>
        </a:p>
      </dsp:txBody>
      <dsp:txXfrm>
        <a:off x="3046919" y="1018404"/>
        <a:ext cx="1270898" cy="508359"/>
      </dsp:txXfrm>
    </dsp:sp>
    <dsp:sp modelId="{909C6195-8C56-4A12-A143-A62E77D56B70}">
      <dsp:nvSpPr>
        <dsp:cNvPr id="0" name=""/>
        <dsp:cNvSpPr/>
      </dsp:nvSpPr>
      <dsp:spPr>
        <a:xfrm>
          <a:off x="4788050" y="1686"/>
          <a:ext cx="775248" cy="775248"/>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942AA94-8234-4AFC-B2E7-A8231EBC5D61}">
      <dsp:nvSpPr>
        <dsp:cNvPr id="0" name=""/>
        <dsp:cNvSpPr/>
      </dsp:nvSpPr>
      <dsp:spPr>
        <a:xfrm>
          <a:off x="4953267" y="166902"/>
          <a:ext cx="444814" cy="444814"/>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1C79D51-A329-4CEB-8FDB-A921E8D3AE65}">
      <dsp:nvSpPr>
        <dsp:cNvPr id="0" name=""/>
        <dsp:cNvSpPr/>
      </dsp:nvSpPr>
      <dsp:spPr>
        <a:xfrm>
          <a:off x="4540225" y="1018404"/>
          <a:ext cx="1270898" cy="5083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defRPr cap="all"/>
          </a:pPr>
          <a:r>
            <a:rPr lang="en-US" sz="1200" b="1" u="none" kern="1200" dirty="0">
              <a:solidFill>
                <a:schemeClr val="tx1"/>
              </a:solidFill>
            </a:rPr>
            <a:t>SMART QUESTION</a:t>
          </a:r>
        </a:p>
      </dsp:txBody>
      <dsp:txXfrm>
        <a:off x="4540225" y="1018404"/>
        <a:ext cx="1270898" cy="508359"/>
      </dsp:txXfrm>
    </dsp:sp>
    <dsp:sp modelId="{C40AF3C9-04D7-41C8-AE6E-ECA421CE6CE0}">
      <dsp:nvSpPr>
        <dsp:cNvPr id="0" name=""/>
        <dsp:cNvSpPr/>
      </dsp:nvSpPr>
      <dsp:spPr>
        <a:xfrm>
          <a:off x="6281356" y="1686"/>
          <a:ext cx="775248" cy="775248"/>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2B3DC14-661D-42BF-AB45-F9FED1BE4A95}">
      <dsp:nvSpPr>
        <dsp:cNvPr id="0" name=""/>
        <dsp:cNvSpPr/>
      </dsp:nvSpPr>
      <dsp:spPr>
        <a:xfrm>
          <a:off x="6446572" y="166902"/>
          <a:ext cx="444814" cy="444814"/>
        </a:xfrm>
        <a:prstGeom prst="rect">
          <a:avLst/>
        </a:prstGeom>
        <a:blipFill>
          <a:blip xmlns:r="http://schemas.openxmlformats.org/officeDocument/2006/relationships" r:embed="rId9">
            <a:extLst>
              <a:ext uri="{96DAC541-7B7A-43D3-8B79-37D633B846F1}">
                <asvg:svgBlip xmlns:asvg="http://schemas.microsoft.com/office/drawing/2016/SVG/main" r:embed="rId10"/>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B208F2B-9E63-4AA0-8724-31157732C90B}">
      <dsp:nvSpPr>
        <dsp:cNvPr id="0" name=""/>
        <dsp:cNvSpPr/>
      </dsp:nvSpPr>
      <dsp:spPr>
        <a:xfrm>
          <a:off x="6033530" y="1018404"/>
          <a:ext cx="1270898" cy="5083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defRPr cap="all"/>
          </a:pPr>
          <a:r>
            <a:rPr lang="en-US" sz="1200" b="1" u="none" kern="1200" dirty="0">
              <a:solidFill>
                <a:schemeClr val="tx1"/>
              </a:solidFill>
            </a:rPr>
            <a:t>Analysis test</a:t>
          </a:r>
        </a:p>
      </dsp:txBody>
      <dsp:txXfrm>
        <a:off x="6033530" y="1018404"/>
        <a:ext cx="1270898" cy="508359"/>
      </dsp:txXfrm>
    </dsp:sp>
    <dsp:sp modelId="{3E02DB20-365D-49A5-BC6F-45938825AFDE}">
      <dsp:nvSpPr>
        <dsp:cNvPr id="0" name=""/>
        <dsp:cNvSpPr/>
      </dsp:nvSpPr>
      <dsp:spPr>
        <a:xfrm>
          <a:off x="7774661" y="1686"/>
          <a:ext cx="775248" cy="775248"/>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2971114-0DF5-45BF-96C0-EF8AC162C53A}">
      <dsp:nvSpPr>
        <dsp:cNvPr id="0" name=""/>
        <dsp:cNvSpPr/>
      </dsp:nvSpPr>
      <dsp:spPr>
        <a:xfrm>
          <a:off x="7939878" y="166902"/>
          <a:ext cx="444814" cy="444814"/>
        </a:xfrm>
        <a:prstGeom prst="rect">
          <a:avLst/>
        </a:prstGeom>
        <a:blipFill>
          <a:blip xmlns:r="http://schemas.openxmlformats.org/officeDocument/2006/relationships" r:embed="rId11"/>
          <a:srcRect/>
          <a:stretch>
            <a:fillRect l="-30000" r="-30000"/>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1431771-24FD-4412-B66F-3609779D3E8C}">
      <dsp:nvSpPr>
        <dsp:cNvPr id="0" name=""/>
        <dsp:cNvSpPr/>
      </dsp:nvSpPr>
      <dsp:spPr>
        <a:xfrm>
          <a:off x="7526836" y="1018404"/>
          <a:ext cx="1270898" cy="5083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defRPr cap="all"/>
          </a:pPr>
          <a:endParaRPr lang="en-IN" sz="1200" kern="1200"/>
        </a:p>
      </dsp:txBody>
      <dsp:txXfrm>
        <a:off x="7526836" y="1018404"/>
        <a:ext cx="1270898" cy="508359"/>
      </dsp:txXfrm>
    </dsp:sp>
    <dsp:sp modelId="{E520E093-C036-4529-B213-551B0BE674A1}">
      <dsp:nvSpPr>
        <dsp:cNvPr id="0" name=""/>
        <dsp:cNvSpPr/>
      </dsp:nvSpPr>
      <dsp:spPr>
        <a:xfrm>
          <a:off x="9267967" y="1686"/>
          <a:ext cx="775248" cy="775248"/>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A816AC2-C9A2-4794-996D-0F39D700DDE1}">
      <dsp:nvSpPr>
        <dsp:cNvPr id="0" name=""/>
        <dsp:cNvSpPr/>
      </dsp:nvSpPr>
      <dsp:spPr>
        <a:xfrm>
          <a:off x="9433184" y="166902"/>
          <a:ext cx="444814" cy="444814"/>
        </a:xfrm>
        <a:prstGeom prst="rect">
          <a:avLst/>
        </a:prstGeom>
        <a:blipFill>
          <a:blip xmlns:r="http://schemas.openxmlformats.org/officeDocument/2006/relationships" r:embed="rId12">
            <a:extLst>
              <a:ext uri="{96DAC541-7B7A-43D3-8B79-37D633B846F1}">
                <asvg:svgBlip xmlns:asvg="http://schemas.microsoft.com/office/drawing/2016/SVG/main" r:embed="rId13"/>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F0CA983-912F-46D0-8B8E-2DC1073CD354}">
      <dsp:nvSpPr>
        <dsp:cNvPr id="0" name=""/>
        <dsp:cNvSpPr/>
      </dsp:nvSpPr>
      <dsp:spPr>
        <a:xfrm>
          <a:off x="9020142" y="1018404"/>
          <a:ext cx="1270898" cy="5083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defRPr cap="all"/>
          </a:pPr>
          <a:endParaRPr lang="en-IN" sz="1200" kern="1200"/>
        </a:p>
      </dsp:txBody>
      <dsp:txXfrm>
        <a:off x="9020142" y="1018404"/>
        <a:ext cx="1270898" cy="508359"/>
      </dsp:txXfrm>
    </dsp:sp>
    <dsp:sp modelId="{FD4159FC-2E58-4A1B-ABFA-B1D5A449192F}">
      <dsp:nvSpPr>
        <dsp:cNvPr id="0" name=""/>
        <dsp:cNvSpPr/>
      </dsp:nvSpPr>
      <dsp:spPr>
        <a:xfrm>
          <a:off x="3281542" y="1846442"/>
          <a:ext cx="775248" cy="775248"/>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35C33E0-0EC9-4DDC-BBAC-7F204A920586}">
      <dsp:nvSpPr>
        <dsp:cNvPr id="0" name=""/>
        <dsp:cNvSpPr/>
      </dsp:nvSpPr>
      <dsp:spPr>
        <a:xfrm>
          <a:off x="3459961" y="2009705"/>
          <a:ext cx="444814" cy="444814"/>
        </a:xfrm>
        <a:prstGeom prst="rect">
          <a:avLst/>
        </a:prstGeom>
        <a:blipFill>
          <a:blip xmlns:r="http://schemas.openxmlformats.org/officeDocument/2006/relationships" r:embed="rId14">
            <a:extLst>
              <a:ext uri="{96DAC541-7B7A-43D3-8B79-37D633B846F1}">
                <asvg:svgBlip xmlns:asvg="http://schemas.microsoft.com/office/drawing/2016/SVG/main" r:embed="rId15"/>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CA7A1BE-FFB3-455F-87B9-8C8191DBDEB0}">
      <dsp:nvSpPr>
        <dsp:cNvPr id="0" name=""/>
        <dsp:cNvSpPr/>
      </dsp:nvSpPr>
      <dsp:spPr>
        <a:xfrm>
          <a:off x="3046919" y="2861207"/>
          <a:ext cx="1270898" cy="5083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defRPr cap="all"/>
          </a:pPr>
          <a:endParaRPr lang="en-IN" sz="1200" kern="1200"/>
        </a:p>
      </dsp:txBody>
      <dsp:txXfrm>
        <a:off x="3046919" y="2861207"/>
        <a:ext cx="1270898" cy="508359"/>
      </dsp:txXfrm>
    </dsp:sp>
    <dsp:sp modelId="{37D94E30-5CCC-4768-8516-AD9F8394E082}">
      <dsp:nvSpPr>
        <dsp:cNvPr id="0" name=""/>
        <dsp:cNvSpPr/>
      </dsp:nvSpPr>
      <dsp:spPr>
        <a:xfrm>
          <a:off x="4788050" y="1844488"/>
          <a:ext cx="775248" cy="775248"/>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2E249D6-7F0F-43DF-854B-0DED79EE00C9}">
      <dsp:nvSpPr>
        <dsp:cNvPr id="0" name=""/>
        <dsp:cNvSpPr/>
      </dsp:nvSpPr>
      <dsp:spPr>
        <a:xfrm>
          <a:off x="4953267" y="2009705"/>
          <a:ext cx="444814" cy="444814"/>
        </a:xfrm>
        <a:prstGeom prst="rect">
          <a:avLst/>
        </a:prstGeom>
        <a:blipFill>
          <a:blip xmlns:r="http://schemas.openxmlformats.org/officeDocument/2006/relationships" r:embed="rId16">
            <a:extLst>
              <a:ext uri="{96DAC541-7B7A-43D3-8B79-37D633B846F1}">
                <asvg:svgBlip xmlns:asvg="http://schemas.microsoft.com/office/drawing/2016/SVG/main" r:embed="rId17"/>
              </a:ext>
            </a:extLst>
          </a:blip>
          <a:srcRect/>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143E28-3401-42BC-B4B9-DA868E1E252D}">
      <dsp:nvSpPr>
        <dsp:cNvPr id="0" name=""/>
        <dsp:cNvSpPr/>
      </dsp:nvSpPr>
      <dsp:spPr>
        <a:xfrm>
          <a:off x="4540225" y="2861207"/>
          <a:ext cx="1270898" cy="5083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defRPr cap="all"/>
          </a:pPr>
          <a:r>
            <a:rPr lang="en-US" sz="1200" b="1" u="none" kern="1200" dirty="0">
              <a:solidFill>
                <a:schemeClr val="tx1"/>
              </a:solidFill>
            </a:rPr>
            <a:t>SUMMARY</a:t>
          </a:r>
        </a:p>
      </dsp:txBody>
      <dsp:txXfrm>
        <a:off x="4540225" y="2861207"/>
        <a:ext cx="1270898" cy="508359"/>
      </dsp:txXfrm>
    </dsp:sp>
    <dsp:sp modelId="{DA725F30-B103-4B49-9019-8ACC54FE079A}">
      <dsp:nvSpPr>
        <dsp:cNvPr id="0" name=""/>
        <dsp:cNvSpPr/>
      </dsp:nvSpPr>
      <dsp:spPr>
        <a:xfrm>
          <a:off x="6281356" y="1844488"/>
          <a:ext cx="775248" cy="775248"/>
        </a:xfrm>
        <a:prstGeom prst="ellipse">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E15732E-3F6B-4EE5-A251-0DDA3BC7B294}">
      <dsp:nvSpPr>
        <dsp:cNvPr id="0" name=""/>
        <dsp:cNvSpPr/>
      </dsp:nvSpPr>
      <dsp:spPr>
        <a:xfrm>
          <a:off x="6446572" y="2009705"/>
          <a:ext cx="444814" cy="444814"/>
        </a:xfrm>
        <a:prstGeom prst="rect">
          <a:avLst/>
        </a:prstGeom>
        <a:blipFill>
          <a:blip xmlns:r="http://schemas.openxmlformats.org/officeDocument/2006/relationships" r:embed="rId18">
            <a:extLst>
              <a:ext uri="{28A0092B-C50C-407E-A947-70E740481C1C}">
                <a14:useLocalDpi xmlns:a14="http://schemas.microsoft.com/office/drawing/2010/main" val="0"/>
              </a:ext>
              <a:ext uri="{96DAC541-7B7A-43D3-8B79-37D633B846F1}">
                <asvg:svgBlip xmlns:asvg="http://schemas.microsoft.com/office/drawing/2016/SVG/main" r:embed="rId19"/>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6998A72-4481-4B3E-AFA5-CB7E79284DA0}">
      <dsp:nvSpPr>
        <dsp:cNvPr id="0" name=""/>
        <dsp:cNvSpPr/>
      </dsp:nvSpPr>
      <dsp:spPr>
        <a:xfrm>
          <a:off x="6033530" y="2861207"/>
          <a:ext cx="1270898" cy="50835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533400">
            <a:lnSpc>
              <a:spcPct val="100000"/>
            </a:lnSpc>
            <a:spcBef>
              <a:spcPct val="0"/>
            </a:spcBef>
            <a:spcAft>
              <a:spcPct val="35000"/>
            </a:spcAft>
            <a:buNone/>
            <a:defRPr cap="all"/>
          </a:pPr>
          <a:r>
            <a:rPr lang="en-US" sz="1200" b="1" u="none" kern="1200">
              <a:solidFill>
                <a:schemeClr val="tx1"/>
              </a:solidFill>
            </a:rPr>
            <a:t>Conclusion</a:t>
          </a:r>
        </a:p>
      </dsp:txBody>
      <dsp:txXfrm>
        <a:off x="6033530" y="2861207"/>
        <a:ext cx="1270898" cy="50835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460304F-5ED0-4A03-AFC6-0BE3641B009D}">
      <dsp:nvSpPr>
        <dsp:cNvPr id="0" name=""/>
        <dsp:cNvSpPr/>
      </dsp:nvSpPr>
      <dsp:spPr>
        <a:xfrm>
          <a:off x="0" y="1673"/>
          <a:ext cx="8356855" cy="84824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512962C-04DA-452B-B3D6-8D19D1DAA8CD}">
      <dsp:nvSpPr>
        <dsp:cNvPr id="0" name=""/>
        <dsp:cNvSpPr/>
      </dsp:nvSpPr>
      <dsp:spPr>
        <a:xfrm>
          <a:off x="256592" y="192527"/>
          <a:ext cx="466532" cy="466532"/>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FD31817-848A-41C6-85DE-5059FFD16394}">
      <dsp:nvSpPr>
        <dsp:cNvPr id="0" name=""/>
        <dsp:cNvSpPr/>
      </dsp:nvSpPr>
      <dsp:spPr>
        <a:xfrm>
          <a:off x="979717" y="1673"/>
          <a:ext cx="7377137" cy="848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9772" tIns="89772" rIns="89772" bIns="89772" numCol="1" spcCol="1270" anchor="ctr" anchorCtr="0">
          <a:noAutofit/>
        </a:bodyPr>
        <a:lstStyle/>
        <a:p>
          <a:pPr marL="0" lvl="0" indent="0" algn="l" defTabSz="622300">
            <a:lnSpc>
              <a:spcPct val="100000"/>
            </a:lnSpc>
            <a:spcBef>
              <a:spcPct val="0"/>
            </a:spcBef>
            <a:spcAft>
              <a:spcPct val="35000"/>
            </a:spcAft>
            <a:buNone/>
          </a:pPr>
          <a:r>
            <a:rPr lang="en-US" sz="1400" kern="1200"/>
            <a:t>This project investigates the relationship between lifestyle factors, health metrics, and the diagnosis of Coronary Heart Disease (CHD).</a:t>
          </a:r>
        </a:p>
      </dsp:txBody>
      <dsp:txXfrm>
        <a:off x="979717" y="1673"/>
        <a:ext cx="7377137" cy="848240"/>
      </dsp:txXfrm>
    </dsp:sp>
    <dsp:sp modelId="{3ADCAA36-0D0D-4F38-9530-42A3A2FAC09F}">
      <dsp:nvSpPr>
        <dsp:cNvPr id="0" name=""/>
        <dsp:cNvSpPr/>
      </dsp:nvSpPr>
      <dsp:spPr>
        <a:xfrm>
          <a:off x="0" y="1061973"/>
          <a:ext cx="8356855" cy="84824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62F87E8-F3C5-4D40-83D8-BCB2219AF24D}">
      <dsp:nvSpPr>
        <dsp:cNvPr id="0" name=""/>
        <dsp:cNvSpPr/>
      </dsp:nvSpPr>
      <dsp:spPr>
        <a:xfrm>
          <a:off x="256592" y="1252827"/>
          <a:ext cx="466532" cy="466532"/>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F869C13-6386-498F-A261-A29723BE15CB}">
      <dsp:nvSpPr>
        <dsp:cNvPr id="0" name=""/>
        <dsp:cNvSpPr/>
      </dsp:nvSpPr>
      <dsp:spPr>
        <a:xfrm>
          <a:off x="979717" y="1061973"/>
          <a:ext cx="7377137" cy="848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9772" tIns="89772" rIns="89772" bIns="89772" numCol="1" spcCol="1270" anchor="ctr" anchorCtr="0">
          <a:noAutofit/>
        </a:bodyPr>
        <a:lstStyle/>
        <a:p>
          <a:pPr marL="0" lvl="0" indent="0" algn="l" defTabSz="622300">
            <a:lnSpc>
              <a:spcPct val="100000"/>
            </a:lnSpc>
            <a:spcBef>
              <a:spcPct val="0"/>
            </a:spcBef>
            <a:spcAft>
              <a:spcPct val="35000"/>
            </a:spcAft>
            <a:buNone/>
          </a:pPr>
          <a:r>
            <a:rPr lang="en-US" sz="1400" kern="1200" dirty="0"/>
            <a:t>To </a:t>
          </a:r>
          <a:r>
            <a:rPr lang="en-US" sz="1400" kern="1200" dirty="0" err="1"/>
            <a:t>analyse</a:t>
          </a:r>
          <a:r>
            <a:rPr lang="en-US" sz="1400" kern="1200" dirty="0"/>
            <a:t> key CHD predictors using statistical tests and developed two models Random Forest and Decision Tree to evaluate CHD Risk. </a:t>
          </a:r>
        </a:p>
      </dsp:txBody>
      <dsp:txXfrm>
        <a:off x="979717" y="1061973"/>
        <a:ext cx="7377137" cy="848240"/>
      </dsp:txXfrm>
    </dsp:sp>
    <dsp:sp modelId="{2A641AD0-CCB8-433E-B9D0-5EA08BE521DC}">
      <dsp:nvSpPr>
        <dsp:cNvPr id="0" name=""/>
        <dsp:cNvSpPr/>
      </dsp:nvSpPr>
      <dsp:spPr>
        <a:xfrm>
          <a:off x="0" y="2122274"/>
          <a:ext cx="8356855" cy="84824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D20B611-D930-4ADB-8B09-473FAC0ABAAF}">
      <dsp:nvSpPr>
        <dsp:cNvPr id="0" name=""/>
        <dsp:cNvSpPr/>
      </dsp:nvSpPr>
      <dsp:spPr>
        <a:xfrm>
          <a:off x="256592" y="2313128"/>
          <a:ext cx="466532" cy="466532"/>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A7D33F4-DFF3-48FB-BF89-A6EF862AA172}">
      <dsp:nvSpPr>
        <dsp:cNvPr id="0" name=""/>
        <dsp:cNvSpPr/>
      </dsp:nvSpPr>
      <dsp:spPr>
        <a:xfrm>
          <a:off x="979717" y="2122274"/>
          <a:ext cx="7377137" cy="848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9772" tIns="89772" rIns="89772" bIns="89772" numCol="1" spcCol="1270" anchor="ctr" anchorCtr="0">
          <a:noAutofit/>
        </a:bodyPr>
        <a:lstStyle/>
        <a:p>
          <a:pPr marL="0" lvl="0" indent="0" algn="l" defTabSz="622300">
            <a:lnSpc>
              <a:spcPct val="100000"/>
            </a:lnSpc>
            <a:spcBef>
              <a:spcPct val="0"/>
            </a:spcBef>
            <a:spcAft>
              <a:spcPct val="35000"/>
            </a:spcAft>
            <a:buNone/>
          </a:pPr>
          <a:r>
            <a:rPr lang="en-US" sz="1400" kern="1200"/>
            <a:t>The dataset was obtained from the CDC's Behavioral Risk Factor Surveillance System (BRFSS) 2024 annual data, which is publicly available at this link: </a:t>
          </a:r>
          <a:r>
            <a:rPr lang="en-US" sz="1400" kern="1200">
              <a:hlinkClick xmlns:r="http://schemas.openxmlformats.org/officeDocument/2006/relationships" r:id="rId7"/>
            </a:rPr>
            <a:t>Behavioral Risk Factor Survelliance System</a:t>
          </a:r>
          <a:endParaRPr lang="en-US" sz="1400" kern="1200"/>
        </a:p>
      </dsp:txBody>
      <dsp:txXfrm>
        <a:off x="979717" y="2122274"/>
        <a:ext cx="7377137" cy="848240"/>
      </dsp:txXfrm>
    </dsp:sp>
    <dsp:sp modelId="{C7FC2A9F-4BA8-421C-B72A-1A961C7362F7}">
      <dsp:nvSpPr>
        <dsp:cNvPr id="0" name=""/>
        <dsp:cNvSpPr/>
      </dsp:nvSpPr>
      <dsp:spPr>
        <a:xfrm>
          <a:off x="0" y="3182574"/>
          <a:ext cx="8356855" cy="84824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4B3C6EC-C417-4DE0-8F54-7F8B750E1223}">
      <dsp:nvSpPr>
        <dsp:cNvPr id="0" name=""/>
        <dsp:cNvSpPr/>
      </dsp:nvSpPr>
      <dsp:spPr>
        <a:xfrm>
          <a:off x="256592" y="3373428"/>
          <a:ext cx="466532" cy="466532"/>
        </a:xfrm>
        <a:prstGeom prst="rect">
          <a:avLst/>
        </a:prstGeom>
        <a:blipFill>
          <a:blip xmlns:r="http://schemas.openxmlformats.org/officeDocument/2006/relationships"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F599309-80EE-4BD1-B0FC-5F31B1F37A73}">
      <dsp:nvSpPr>
        <dsp:cNvPr id="0" name=""/>
        <dsp:cNvSpPr/>
      </dsp:nvSpPr>
      <dsp:spPr>
        <a:xfrm>
          <a:off x="979717" y="3182574"/>
          <a:ext cx="7377137" cy="84824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9772" tIns="89772" rIns="89772" bIns="89772" numCol="1" spcCol="1270" anchor="ctr" anchorCtr="0">
          <a:noAutofit/>
        </a:bodyPr>
        <a:lstStyle/>
        <a:p>
          <a:pPr marL="0" lvl="0" indent="0" algn="l" defTabSz="622300">
            <a:lnSpc>
              <a:spcPct val="100000"/>
            </a:lnSpc>
            <a:spcBef>
              <a:spcPct val="0"/>
            </a:spcBef>
            <a:spcAft>
              <a:spcPct val="35000"/>
            </a:spcAft>
            <a:buNone/>
          </a:pPr>
          <a:r>
            <a:rPr lang="en-US" sz="1400" kern="1200"/>
            <a:t>The goal is to provide evidence-based insights that can support public health strategies to mitigate CHD risk factors.</a:t>
          </a:r>
        </a:p>
      </dsp:txBody>
      <dsp:txXfrm>
        <a:off x="979717" y="3182574"/>
        <a:ext cx="7377137" cy="84824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6E68683-F150-4CF7-9FE1-B623F44EC359}">
      <dsp:nvSpPr>
        <dsp:cNvPr id="0" name=""/>
        <dsp:cNvSpPr/>
      </dsp:nvSpPr>
      <dsp:spPr>
        <a:xfrm>
          <a:off x="0" y="2863752"/>
          <a:ext cx="10552128" cy="0"/>
        </a:xfrm>
        <a:prstGeom prst="line">
          <a:avLst/>
        </a:prstGeom>
        <a:solidFill>
          <a:schemeClr val="accent3">
            <a:alpha val="90000"/>
            <a:tint val="40000"/>
            <a:hueOff val="0"/>
            <a:satOff val="0"/>
            <a:lumOff val="0"/>
            <a:alphaOff val="0"/>
          </a:schemeClr>
        </a:solidFill>
        <a:ln w="12700" cap="flat" cmpd="sng" algn="ctr">
          <a:solidFill>
            <a:schemeClr val="accent3">
              <a:alpha val="90000"/>
              <a:tint val="40000"/>
              <a:hueOff val="0"/>
              <a:satOff val="0"/>
              <a:lumOff val="0"/>
              <a:alphaOff val="0"/>
            </a:schemeClr>
          </a:solidFill>
          <a:prstDash val="solid"/>
          <a:miter lim="800000"/>
          <a:tailEnd type="triangle" w="lg" len="lg"/>
        </a:ln>
        <a:effectLst/>
      </dsp:spPr>
      <dsp:style>
        <a:lnRef idx="2">
          <a:scrgbClr r="0" g="0" b="0"/>
        </a:lnRef>
        <a:fillRef idx="1">
          <a:scrgbClr r="0" g="0" b="0"/>
        </a:fillRef>
        <a:effectRef idx="0">
          <a:scrgbClr r="0" g="0" b="0"/>
        </a:effectRef>
        <a:fontRef idx="minor"/>
      </dsp:style>
    </dsp:sp>
    <dsp:sp modelId="{0809CFBA-2637-4701-A0F6-B51C9368BE48}">
      <dsp:nvSpPr>
        <dsp:cNvPr id="0" name=""/>
        <dsp:cNvSpPr/>
      </dsp:nvSpPr>
      <dsp:spPr>
        <a:xfrm>
          <a:off x="95529" y="3019007"/>
          <a:ext cx="1258217" cy="6472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622300">
            <a:lnSpc>
              <a:spcPct val="90000"/>
            </a:lnSpc>
            <a:spcBef>
              <a:spcPct val="0"/>
            </a:spcBef>
            <a:spcAft>
              <a:spcPct val="35000"/>
            </a:spcAft>
            <a:buNone/>
            <a:defRPr b="1"/>
          </a:pPr>
          <a:endParaRPr lang="en-US" sz="1400" b="1" kern="1200" dirty="0">
            <a:latin typeface="Avenir Next LT Pro"/>
          </a:endParaRPr>
        </a:p>
      </dsp:txBody>
      <dsp:txXfrm>
        <a:off x="95529" y="3019007"/>
        <a:ext cx="1258217" cy="647208"/>
      </dsp:txXfrm>
    </dsp:sp>
    <dsp:sp modelId="{9EC40022-CA44-4844-A68F-70B489A53E25}">
      <dsp:nvSpPr>
        <dsp:cNvPr id="0" name=""/>
        <dsp:cNvSpPr/>
      </dsp:nvSpPr>
      <dsp:spPr>
        <a:xfrm>
          <a:off x="41335" y="782844"/>
          <a:ext cx="1429792" cy="976539"/>
        </a:xfrm>
        <a:prstGeom prst="round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l" defTabSz="533400">
            <a:lnSpc>
              <a:spcPct val="90000"/>
            </a:lnSpc>
            <a:spcBef>
              <a:spcPct val="0"/>
            </a:spcBef>
            <a:spcAft>
              <a:spcPct val="35000"/>
            </a:spcAft>
            <a:buNone/>
          </a:pPr>
          <a:r>
            <a:rPr lang="en-US" sz="1200" b="1" kern="1200" dirty="0">
              <a:latin typeface="Avenir Next LT Pro"/>
            </a:rPr>
            <a:t>RAW DATA IMPORT FROM US CDC WEBSITE</a:t>
          </a:r>
          <a:endParaRPr lang="en-IN" sz="1200" kern="1200" dirty="0"/>
        </a:p>
      </dsp:txBody>
      <dsp:txXfrm>
        <a:off x="89006" y="830515"/>
        <a:ext cx="1334450" cy="881197"/>
      </dsp:txXfrm>
    </dsp:sp>
    <dsp:sp modelId="{697B8948-32D1-483A-A6D9-A0B621CAA27A}">
      <dsp:nvSpPr>
        <dsp:cNvPr id="0" name=""/>
        <dsp:cNvSpPr/>
      </dsp:nvSpPr>
      <dsp:spPr>
        <a:xfrm>
          <a:off x="715025" y="1775526"/>
          <a:ext cx="0" cy="1088225"/>
        </a:xfrm>
        <a:prstGeom prst="line">
          <a:avLst/>
        </a:prstGeom>
        <a:noFill/>
        <a:ln w="6350" cap="flat" cmpd="sng" algn="ctr">
          <a:solidFill>
            <a:schemeClr val="accent3">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01AB89FF-FD91-4061-825B-24E07505EBF1}">
      <dsp:nvSpPr>
        <dsp:cNvPr id="0" name=""/>
        <dsp:cNvSpPr/>
      </dsp:nvSpPr>
      <dsp:spPr>
        <a:xfrm>
          <a:off x="924808" y="1947963"/>
          <a:ext cx="1258217" cy="6472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622300">
            <a:lnSpc>
              <a:spcPct val="90000"/>
            </a:lnSpc>
            <a:spcBef>
              <a:spcPct val="0"/>
            </a:spcBef>
            <a:spcAft>
              <a:spcPct val="35000"/>
            </a:spcAft>
            <a:buNone/>
            <a:defRPr b="1"/>
          </a:pPr>
          <a:endParaRPr lang="en-US" sz="1400" b="1" kern="1200" dirty="0"/>
        </a:p>
      </dsp:txBody>
      <dsp:txXfrm>
        <a:off x="924808" y="1947963"/>
        <a:ext cx="1258217" cy="647208"/>
      </dsp:txXfrm>
    </dsp:sp>
    <dsp:sp modelId="{69DE02F4-91BA-43FE-A7BA-F3CE970C3539}">
      <dsp:nvSpPr>
        <dsp:cNvPr id="0" name=""/>
        <dsp:cNvSpPr/>
      </dsp:nvSpPr>
      <dsp:spPr>
        <a:xfrm>
          <a:off x="672068" y="2820796"/>
          <a:ext cx="85912" cy="85912"/>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B8E2ED8-1FFC-45CC-BAD4-AE032D7A4E72}">
      <dsp:nvSpPr>
        <dsp:cNvPr id="0" name=""/>
        <dsp:cNvSpPr/>
      </dsp:nvSpPr>
      <dsp:spPr>
        <a:xfrm>
          <a:off x="917784" y="3902799"/>
          <a:ext cx="1429792" cy="976539"/>
        </a:xfrm>
        <a:prstGeom prst="round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l" defTabSz="533400">
            <a:lnSpc>
              <a:spcPct val="90000"/>
            </a:lnSpc>
            <a:spcBef>
              <a:spcPct val="0"/>
            </a:spcBef>
            <a:spcAft>
              <a:spcPct val="35000"/>
            </a:spcAft>
            <a:buNone/>
          </a:pPr>
          <a:r>
            <a:rPr lang="en-US" sz="1200" b="1" kern="1200">
              <a:latin typeface="Avenir Next LT Pro"/>
            </a:rPr>
            <a:t>TRANSFORM DATA INTO READABLE CSV FORMAT</a:t>
          </a:r>
          <a:endParaRPr lang="en-IN" sz="1200" kern="1200"/>
        </a:p>
      </dsp:txBody>
      <dsp:txXfrm>
        <a:off x="965455" y="3950470"/>
        <a:ext cx="1334450" cy="881197"/>
      </dsp:txXfrm>
    </dsp:sp>
    <dsp:sp modelId="{D631FEFD-A32B-48B7-BBB2-3C1FF7B0744A}">
      <dsp:nvSpPr>
        <dsp:cNvPr id="0" name=""/>
        <dsp:cNvSpPr/>
      </dsp:nvSpPr>
      <dsp:spPr>
        <a:xfrm>
          <a:off x="1544304" y="2863752"/>
          <a:ext cx="0" cy="1088225"/>
        </a:xfrm>
        <a:prstGeom prst="line">
          <a:avLst/>
        </a:prstGeom>
        <a:noFill/>
        <a:ln w="6350" cap="flat" cmpd="sng" algn="ctr">
          <a:solidFill>
            <a:schemeClr val="accent3">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5DF2DB41-E134-4516-889E-A4838A1A0A96}">
      <dsp:nvSpPr>
        <dsp:cNvPr id="0" name=""/>
        <dsp:cNvSpPr/>
      </dsp:nvSpPr>
      <dsp:spPr>
        <a:xfrm>
          <a:off x="1754088" y="3019007"/>
          <a:ext cx="1258217" cy="6472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622300">
            <a:lnSpc>
              <a:spcPct val="90000"/>
            </a:lnSpc>
            <a:spcBef>
              <a:spcPct val="0"/>
            </a:spcBef>
            <a:spcAft>
              <a:spcPct val="35000"/>
            </a:spcAft>
            <a:buNone/>
            <a:defRPr b="1"/>
          </a:pPr>
          <a:endParaRPr lang="en-US" sz="1400" b="1" kern="1200" dirty="0"/>
        </a:p>
      </dsp:txBody>
      <dsp:txXfrm>
        <a:off x="1754088" y="3019007"/>
        <a:ext cx="1258217" cy="647208"/>
      </dsp:txXfrm>
    </dsp:sp>
    <dsp:sp modelId="{4C953EFB-5539-4813-B8B3-FD9577771DFC}">
      <dsp:nvSpPr>
        <dsp:cNvPr id="0" name=""/>
        <dsp:cNvSpPr/>
      </dsp:nvSpPr>
      <dsp:spPr>
        <a:xfrm>
          <a:off x="1501348" y="2820796"/>
          <a:ext cx="85912" cy="85912"/>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8E2E01-3981-4E81-BBD8-701D4DCA39A4}">
      <dsp:nvSpPr>
        <dsp:cNvPr id="0" name=""/>
        <dsp:cNvSpPr/>
      </dsp:nvSpPr>
      <dsp:spPr>
        <a:xfrm>
          <a:off x="1658688" y="798986"/>
          <a:ext cx="1429792" cy="976539"/>
        </a:xfrm>
        <a:prstGeom prst="round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l" defTabSz="533400">
            <a:lnSpc>
              <a:spcPct val="90000"/>
            </a:lnSpc>
            <a:spcBef>
              <a:spcPct val="0"/>
            </a:spcBef>
            <a:spcAft>
              <a:spcPct val="35000"/>
            </a:spcAft>
            <a:buNone/>
          </a:pPr>
          <a:r>
            <a:rPr lang="en-US" sz="1200" b="1" kern="1200">
              <a:latin typeface="Avenir Next LT Pro"/>
            </a:rPr>
            <a:t>CLEAN &amp; FILTER DATA FOR EDA</a:t>
          </a:r>
          <a:endParaRPr lang="en-IN" sz="1200" kern="1200"/>
        </a:p>
      </dsp:txBody>
      <dsp:txXfrm>
        <a:off x="1706359" y="846657"/>
        <a:ext cx="1334450" cy="881197"/>
      </dsp:txXfrm>
    </dsp:sp>
    <dsp:sp modelId="{2AC857E0-86E8-45CC-95ED-BB184BD602B9}">
      <dsp:nvSpPr>
        <dsp:cNvPr id="0" name=""/>
        <dsp:cNvSpPr/>
      </dsp:nvSpPr>
      <dsp:spPr>
        <a:xfrm>
          <a:off x="2373584" y="1775526"/>
          <a:ext cx="0" cy="1088225"/>
        </a:xfrm>
        <a:prstGeom prst="line">
          <a:avLst/>
        </a:prstGeom>
        <a:noFill/>
        <a:ln w="6350" cap="flat" cmpd="sng" algn="ctr">
          <a:solidFill>
            <a:schemeClr val="accent3">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F1C6B120-5C5E-40E0-84D7-5D73AEC1D44E}">
      <dsp:nvSpPr>
        <dsp:cNvPr id="0" name=""/>
        <dsp:cNvSpPr/>
      </dsp:nvSpPr>
      <dsp:spPr>
        <a:xfrm>
          <a:off x="2583368" y="1947963"/>
          <a:ext cx="1258217" cy="6472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622300">
            <a:lnSpc>
              <a:spcPct val="90000"/>
            </a:lnSpc>
            <a:spcBef>
              <a:spcPct val="0"/>
            </a:spcBef>
            <a:spcAft>
              <a:spcPct val="35000"/>
            </a:spcAft>
            <a:buNone/>
            <a:defRPr b="1"/>
          </a:pPr>
          <a:endParaRPr lang="en-US" sz="1400" b="1" kern="1200" dirty="0"/>
        </a:p>
      </dsp:txBody>
      <dsp:txXfrm>
        <a:off x="2583368" y="1947963"/>
        <a:ext cx="1258217" cy="647208"/>
      </dsp:txXfrm>
    </dsp:sp>
    <dsp:sp modelId="{0053F144-964F-494C-B677-000C03DBE814}">
      <dsp:nvSpPr>
        <dsp:cNvPr id="0" name=""/>
        <dsp:cNvSpPr/>
      </dsp:nvSpPr>
      <dsp:spPr>
        <a:xfrm>
          <a:off x="2330628" y="2820796"/>
          <a:ext cx="85912" cy="85912"/>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5A477E1-0CA6-4CAC-B26D-0E6957D83C69}">
      <dsp:nvSpPr>
        <dsp:cNvPr id="0" name=""/>
        <dsp:cNvSpPr/>
      </dsp:nvSpPr>
      <dsp:spPr>
        <a:xfrm>
          <a:off x="2487968" y="3951978"/>
          <a:ext cx="1429792" cy="976539"/>
        </a:xfrm>
        <a:prstGeom prst="round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l" defTabSz="533400">
            <a:lnSpc>
              <a:spcPct val="90000"/>
            </a:lnSpc>
            <a:spcBef>
              <a:spcPct val="0"/>
            </a:spcBef>
            <a:spcAft>
              <a:spcPct val="35000"/>
            </a:spcAft>
            <a:buNone/>
          </a:pPr>
          <a:r>
            <a:rPr lang="en-US" sz="1200" b="1" kern="1200">
              <a:latin typeface="Avenir Next LT Pro"/>
            </a:rPr>
            <a:t>CHECK DATA INTEGRITY &amp; NORMALITY DISTRIBUTION</a:t>
          </a:r>
          <a:endParaRPr lang="en-IN" sz="1200" kern="1200"/>
        </a:p>
      </dsp:txBody>
      <dsp:txXfrm>
        <a:off x="2535639" y="3999649"/>
        <a:ext cx="1334450" cy="881197"/>
      </dsp:txXfrm>
    </dsp:sp>
    <dsp:sp modelId="{0104A535-6449-4D36-A035-959728D0F1A9}">
      <dsp:nvSpPr>
        <dsp:cNvPr id="0" name=""/>
        <dsp:cNvSpPr/>
      </dsp:nvSpPr>
      <dsp:spPr>
        <a:xfrm>
          <a:off x="3202864" y="2863752"/>
          <a:ext cx="0" cy="1088225"/>
        </a:xfrm>
        <a:prstGeom prst="line">
          <a:avLst/>
        </a:prstGeom>
        <a:noFill/>
        <a:ln w="6350" cap="flat" cmpd="sng" algn="ctr">
          <a:solidFill>
            <a:schemeClr val="accent3">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B87A2CF1-6AE6-4DB8-BF76-04DD52BD8BEF}">
      <dsp:nvSpPr>
        <dsp:cNvPr id="0" name=""/>
        <dsp:cNvSpPr/>
      </dsp:nvSpPr>
      <dsp:spPr>
        <a:xfrm>
          <a:off x="3412648" y="3019007"/>
          <a:ext cx="1258217" cy="6472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622300">
            <a:lnSpc>
              <a:spcPct val="90000"/>
            </a:lnSpc>
            <a:spcBef>
              <a:spcPct val="0"/>
            </a:spcBef>
            <a:spcAft>
              <a:spcPct val="35000"/>
            </a:spcAft>
            <a:buNone/>
            <a:defRPr b="1"/>
          </a:pPr>
          <a:endParaRPr lang="en-US" sz="1400" b="1" kern="1200" dirty="0"/>
        </a:p>
      </dsp:txBody>
      <dsp:txXfrm>
        <a:off x="3412648" y="3019007"/>
        <a:ext cx="1258217" cy="647208"/>
      </dsp:txXfrm>
    </dsp:sp>
    <dsp:sp modelId="{FDD8D4BF-1544-4C52-9568-9BF80FF75D16}">
      <dsp:nvSpPr>
        <dsp:cNvPr id="0" name=""/>
        <dsp:cNvSpPr/>
      </dsp:nvSpPr>
      <dsp:spPr>
        <a:xfrm>
          <a:off x="3159908" y="2820796"/>
          <a:ext cx="85912" cy="85912"/>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5C6C3D6-4F0F-4886-90D9-47FFD4A65FAB}">
      <dsp:nvSpPr>
        <dsp:cNvPr id="0" name=""/>
        <dsp:cNvSpPr/>
      </dsp:nvSpPr>
      <dsp:spPr>
        <a:xfrm>
          <a:off x="3317247" y="596728"/>
          <a:ext cx="1429792" cy="1159640"/>
        </a:xfrm>
        <a:prstGeom prst="round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l" defTabSz="533400">
            <a:lnSpc>
              <a:spcPct val="90000"/>
            </a:lnSpc>
            <a:spcBef>
              <a:spcPct val="0"/>
            </a:spcBef>
            <a:spcAft>
              <a:spcPct val="35000"/>
            </a:spcAft>
            <a:buNone/>
          </a:pPr>
          <a:r>
            <a:rPr lang="en-US" sz="1200" b="1" kern="1200">
              <a:latin typeface="Avenir Next LT Pro"/>
            </a:rPr>
            <a:t>GRAPHICAL ANALYSIS (HISTROGRAMS, QQPLOT, GGPLOT, Etc)</a:t>
          </a:r>
          <a:endParaRPr lang="en-IN" sz="1200" kern="1200"/>
        </a:p>
      </dsp:txBody>
      <dsp:txXfrm>
        <a:off x="3373856" y="653337"/>
        <a:ext cx="1316574" cy="1046422"/>
      </dsp:txXfrm>
    </dsp:sp>
    <dsp:sp modelId="{E8CB2225-1877-4C37-BC0D-C53365254D01}">
      <dsp:nvSpPr>
        <dsp:cNvPr id="0" name=""/>
        <dsp:cNvSpPr/>
      </dsp:nvSpPr>
      <dsp:spPr>
        <a:xfrm>
          <a:off x="4032144" y="1775526"/>
          <a:ext cx="0" cy="1088225"/>
        </a:xfrm>
        <a:prstGeom prst="line">
          <a:avLst/>
        </a:prstGeom>
        <a:noFill/>
        <a:ln w="6350" cap="flat" cmpd="sng" algn="ctr">
          <a:solidFill>
            <a:schemeClr val="accent3">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2A3A6201-4B99-4CD4-9834-6F0E9E7B1F40}">
      <dsp:nvSpPr>
        <dsp:cNvPr id="0" name=""/>
        <dsp:cNvSpPr/>
      </dsp:nvSpPr>
      <dsp:spPr>
        <a:xfrm>
          <a:off x="4241928" y="1947963"/>
          <a:ext cx="1258217" cy="6472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622300">
            <a:lnSpc>
              <a:spcPct val="90000"/>
            </a:lnSpc>
            <a:spcBef>
              <a:spcPct val="0"/>
            </a:spcBef>
            <a:spcAft>
              <a:spcPct val="35000"/>
            </a:spcAft>
            <a:buNone/>
            <a:defRPr b="1"/>
          </a:pPr>
          <a:endParaRPr lang="en-US" sz="1400" b="1" kern="1200" dirty="0"/>
        </a:p>
      </dsp:txBody>
      <dsp:txXfrm>
        <a:off x="4241928" y="1947963"/>
        <a:ext cx="1258217" cy="647208"/>
      </dsp:txXfrm>
    </dsp:sp>
    <dsp:sp modelId="{C2CC0490-2CF4-4130-B9CB-FB981CD416C0}">
      <dsp:nvSpPr>
        <dsp:cNvPr id="0" name=""/>
        <dsp:cNvSpPr/>
      </dsp:nvSpPr>
      <dsp:spPr>
        <a:xfrm>
          <a:off x="3989188" y="2820796"/>
          <a:ext cx="85912" cy="85912"/>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E021445-E902-4F07-8E0A-3941633B3160}">
      <dsp:nvSpPr>
        <dsp:cNvPr id="0" name=""/>
        <dsp:cNvSpPr/>
      </dsp:nvSpPr>
      <dsp:spPr>
        <a:xfrm>
          <a:off x="4125509" y="3894947"/>
          <a:ext cx="1429792" cy="1159640"/>
        </a:xfrm>
        <a:prstGeom prst="round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l" defTabSz="533400">
            <a:lnSpc>
              <a:spcPct val="90000"/>
            </a:lnSpc>
            <a:spcBef>
              <a:spcPct val="0"/>
            </a:spcBef>
            <a:spcAft>
              <a:spcPct val="35000"/>
            </a:spcAft>
            <a:buNone/>
          </a:pPr>
          <a:r>
            <a:rPr lang="en-US" sz="1200" b="1" kern="1200">
              <a:latin typeface="Avenir Next LT Pro"/>
            </a:rPr>
            <a:t>HYPOTHENISIS TESTING (T-TEST, Z-TEST, CHI-TEST, ANOVA)</a:t>
          </a:r>
          <a:endParaRPr lang="en-IN" sz="1200" kern="1200"/>
        </a:p>
      </dsp:txBody>
      <dsp:txXfrm>
        <a:off x="4182118" y="3951556"/>
        <a:ext cx="1316574" cy="1046422"/>
      </dsp:txXfrm>
    </dsp:sp>
    <dsp:sp modelId="{E9E1A867-9143-4950-A036-34D8B624C2B4}">
      <dsp:nvSpPr>
        <dsp:cNvPr id="0" name=""/>
        <dsp:cNvSpPr/>
      </dsp:nvSpPr>
      <dsp:spPr>
        <a:xfrm>
          <a:off x="4861424" y="2863752"/>
          <a:ext cx="0" cy="1088225"/>
        </a:xfrm>
        <a:prstGeom prst="line">
          <a:avLst/>
        </a:prstGeom>
        <a:noFill/>
        <a:ln w="6350" cap="flat" cmpd="sng" algn="ctr">
          <a:solidFill>
            <a:schemeClr val="accent3">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3F7A4435-701A-4230-8A8F-03FF0B63A0FD}">
      <dsp:nvSpPr>
        <dsp:cNvPr id="0" name=""/>
        <dsp:cNvSpPr/>
      </dsp:nvSpPr>
      <dsp:spPr>
        <a:xfrm>
          <a:off x="5071207" y="3019007"/>
          <a:ext cx="1258217" cy="6472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622300">
            <a:lnSpc>
              <a:spcPct val="90000"/>
            </a:lnSpc>
            <a:spcBef>
              <a:spcPct val="0"/>
            </a:spcBef>
            <a:spcAft>
              <a:spcPct val="35000"/>
            </a:spcAft>
            <a:buNone/>
            <a:defRPr b="1"/>
          </a:pPr>
          <a:r>
            <a:rPr lang="en-US" sz="1400" b="1" kern="1200" dirty="0">
              <a:latin typeface="Avenir Next LT Pro"/>
            </a:rPr>
            <a:t> </a:t>
          </a:r>
          <a:endParaRPr lang="en-US" sz="1400" b="1" kern="1200" dirty="0"/>
        </a:p>
      </dsp:txBody>
      <dsp:txXfrm>
        <a:off x="5071207" y="3019007"/>
        <a:ext cx="1258217" cy="647208"/>
      </dsp:txXfrm>
    </dsp:sp>
    <dsp:sp modelId="{CAA750A9-0A98-4F4D-A1E0-E5DE9066C227}">
      <dsp:nvSpPr>
        <dsp:cNvPr id="0" name=""/>
        <dsp:cNvSpPr/>
      </dsp:nvSpPr>
      <dsp:spPr>
        <a:xfrm>
          <a:off x="4818467" y="2820796"/>
          <a:ext cx="85912" cy="85912"/>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B596B3D-5796-4199-8D4E-F25498BBF348}">
      <dsp:nvSpPr>
        <dsp:cNvPr id="0" name=""/>
        <dsp:cNvSpPr/>
      </dsp:nvSpPr>
      <dsp:spPr>
        <a:xfrm>
          <a:off x="5014140" y="410589"/>
          <a:ext cx="1429792" cy="1342741"/>
        </a:xfrm>
        <a:prstGeom prst="round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l" defTabSz="533400">
            <a:lnSpc>
              <a:spcPct val="90000"/>
            </a:lnSpc>
            <a:spcBef>
              <a:spcPct val="0"/>
            </a:spcBef>
            <a:spcAft>
              <a:spcPct val="35000"/>
            </a:spcAft>
            <a:buNone/>
          </a:pPr>
          <a:r>
            <a:rPr lang="en-US" sz="1200" b="1" kern="1200">
              <a:latin typeface="Avenir Next LT Pro"/>
            </a:rPr>
            <a:t>SUMMARIZE RESULTS AND CONCLUDE MEDICAL FACTORS PREDICTION </a:t>
          </a:r>
          <a:endParaRPr lang="en-IN" sz="1200" kern="1200"/>
        </a:p>
      </dsp:txBody>
      <dsp:txXfrm>
        <a:off x="5079687" y="476136"/>
        <a:ext cx="1298698" cy="1211647"/>
      </dsp:txXfrm>
    </dsp:sp>
    <dsp:sp modelId="{67DF7070-8BCA-4922-8228-4897B02ED137}">
      <dsp:nvSpPr>
        <dsp:cNvPr id="0" name=""/>
        <dsp:cNvSpPr/>
      </dsp:nvSpPr>
      <dsp:spPr>
        <a:xfrm>
          <a:off x="5690703" y="1775526"/>
          <a:ext cx="0" cy="1088225"/>
        </a:xfrm>
        <a:prstGeom prst="line">
          <a:avLst/>
        </a:prstGeom>
        <a:noFill/>
        <a:ln w="6350" cap="flat" cmpd="sng" algn="ctr">
          <a:solidFill>
            <a:schemeClr val="accent3">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5127863B-7825-429B-A790-D5C424B262E3}">
      <dsp:nvSpPr>
        <dsp:cNvPr id="0" name=""/>
        <dsp:cNvSpPr/>
      </dsp:nvSpPr>
      <dsp:spPr>
        <a:xfrm>
          <a:off x="5900487" y="1947963"/>
          <a:ext cx="1258217" cy="6472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622300">
            <a:lnSpc>
              <a:spcPct val="90000"/>
            </a:lnSpc>
            <a:spcBef>
              <a:spcPct val="0"/>
            </a:spcBef>
            <a:spcAft>
              <a:spcPct val="35000"/>
            </a:spcAft>
            <a:buNone/>
            <a:defRPr b="1"/>
          </a:pPr>
          <a:endParaRPr lang="en-US" sz="1400" b="1" kern="1200" dirty="0">
            <a:latin typeface="Avenir Next LT Pro"/>
          </a:endParaRPr>
        </a:p>
      </dsp:txBody>
      <dsp:txXfrm>
        <a:off x="5900487" y="1947963"/>
        <a:ext cx="1258217" cy="647208"/>
      </dsp:txXfrm>
    </dsp:sp>
    <dsp:sp modelId="{7D37AF36-30ED-484D-A6D1-5FFBC2297A57}">
      <dsp:nvSpPr>
        <dsp:cNvPr id="0" name=""/>
        <dsp:cNvSpPr/>
      </dsp:nvSpPr>
      <dsp:spPr>
        <a:xfrm>
          <a:off x="5647747" y="2820796"/>
          <a:ext cx="85912" cy="85912"/>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759559-0661-4A40-90C3-7305045628B5}">
      <dsp:nvSpPr>
        <dsp:cNvPr id="0" name=""/>
        <dsp:cNvSpPr/>
      </dsp:nvSpPr>
      <dsp:spPr>
        <a:xfrm>
          <a:off x="5805087" y="3951978"/>
          <a:ext cx="1429792" cy="976539"/>
        </a:xfrm>
        <a:prstGeom prst="round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l" defTabSz="533400">
            <a:lnSpc>
              <a:spcPct val="90000"/>
            </a:lnSpc>
            <a:spcBef>
              <a:spcPct val="0"/>
            </a:spcBef>
            <a:spcAft>
              <a:spcPct val="35000"/>
            </a:spcAft>
            <a:buNone/>
          </a:pPr>
          <a:r>
            <a:rPr lang="en-US" sz="1200" b="1" kern="1200"/>
            <a:t>FORMULATE NEW SMART QUESTION</a:t>
          </a:r>
          <a:endParaRPr lang="en-IN" sz="1200" kern="1200"/>
        </a:p>
      </dsp:txBody>
      <dsp:txXfrm>
        <a:off x="5852758" y="3999649"/>
        <a:ext cx="1334450" cy="881197"/>
      </dsp:txXfrm>
    </dsp:sp>
    <dsp:sp modelId="{C55DB084-8CD4-4F44-9048-62E79B8ED8E3}">
      <dsp:nvSpPr>
        <dsp:cNvPr id="0" name=""/>
        <dsp:cNvSpPr/>
      </dsp:nvSpPr>
      <dsp:spPr>
        <a:xfrm>
          <a:off x="6519983" y="2863752"/>
          <a:ext cx="0" cy="1088225"/>
        </a:xfrm>
        <a:prstGeom prst="line">
          <a:avLst/>
        </a:prstGeom>
        <a:noFill/>
        <a:ln w="6350" cap="flat" cmpd="sng" algn="ctr">
          <a:solidFill>
            <a:schemeClr val="accent3">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C2930272-1AB9-4C2E-97C9-2628C8AB6816}">
      <dsp:nvSpPr>
        <dsp:cNvPr id="0" name=""/>
        <dsp:cNvSpPr/>
      </dsp:nvSpPr>
      <dsp:spPr>
        <a:xfrm>
          <a:off x="6734812" y="3075670"/>
          <a:ext cx="1258217" cy="6472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622300">
            <a:lnSpc>
              <a:spcPct val="90000"/>
            </a:lnSpc>
            <a:spcBef>
              <a:spcPct val="0"/>
            </a:spcBef>
            <a:spcAft>
              <a:spcPct val="35000"/>
            </a:spcAft>
            <a:buNone/>
            <a:defRPr b="1"/>
          </a:pPr>
          <a:endParaRPr lang="en-US" sz="1400" b="1" kern="1200" dirty="0">
            <a:latin typeface="Avenir Next LT Pro"/>
          </a:endParaRPr>
        </a:p>
      </dsp:txBody>
      <dsp:txXfrm>
        <a:off x="6734812" y="3075670"/>
        <a:ext cx="1258217" cy="647208"/>
      </dsp:txXfrm>
    </dsp:sp>
    <dsp:sp modelId="{F805C266-B34A-4DD3-8D8D-FBE29FCDE656}">
      <dsp:nvSpPr>
        <dsp:cNvPr id="0" name=""/>
        <dsp:cNvSpPr/>
      </dsp:nvSpPr>
      <dsp:spPr>
        <a:xfrm>
          <a:off x="6477027" y="2820796"/>
          <a:ext cx="85912" cy="85912"/>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B00AE45-ED4D-4F06-8CBC-03A637A7B6F3}">
      <dsp:nvSpPr>
        <dsp:cNvPr id="0" name=""/>
        <dsp:cNvSpPr/>
      </dsp:nvSpPr>
      <dsp:spPr>
        <a:xfrm>
          <a:off x="6676403" y="782854"/>
          <a:ext cx="1429792" cy="976539"/>
        </a:xfrm>
        <a:prstGeom prst="round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l" defTabSz="533400">
            <a:lnSpc>
              <a:spcPct val="90000"/>
            </a:lnSpc>
            <a:spcBef>
              <a:spcPct val="0"/>
            </a:spcBef>
            <a:spcAft>
              <a:spcPct val="35000"/>
            </a:spcAft>
            <a:buNone/>
          </a:pPr>
          <a:r>
            <a:rPr lang="en-US" sz="1200" b="1" kern="1200"/>
            <a:t>ADVANCED EXPLORATORY DATA ANALYSIS</a:t>
          </a:r>
          <a:endParaRPr lang="en-IN" sz="1200" kern="1200"/>
        </a:p>
      </dsp:txBody>
      <dsp:txXfrm>
        <a:off x="6724074" y="830525"/>
        <a:ext cx="1334450" cy="881197"/>
      </dsp:txXfrm>
    </dsp:sp>
    <dsp:sp modelId="{39967EEB-F185-4930-8CE4-10BB8F82FB71}">
      <dsp:nvSpPr>
        <dsp:cNvPr id="0" name=""/>
        <dsp:cNvSpPr/>
      </dsp:nvSpPr>
      <dsp:spPr>
        <a:xfrm>
          <a:off x="7349263" y="1775526"/>
          <a:ext cx="0" cy="1088225"/>
        </a:xfrm>
        <a:prstGeom prst="line">
          <a:avLst/>
        </a:prstGeom>
        <a:noFill/>
        <a:ln w="6350" cap="flat" cmpd="sng" algn="ctr">
          <a:solidFill>
            <a:schemeClr val="accent3">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4D2D1DBD-AC4E-4CBE-8ECF-49713CD1999B}">
      <dsp:nvSpPr>
        <dsp:cNvPr id="0" name=""/>
        <dsp:cNvSpPr/>
      </dsp:nvSpPr>
      <dsp:spPr>
        <a:xfrm>
          <a:off x="7564092" y="2004626"/>
          <a:ext cx="1258217" cy="6472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622300">
            <a:lnSpc>
              <a:spcPct val="90000"/>
            </a:lnSpc>
            <a:spcBef>
              <a:spcPct val="0"/>
            </a:spcBef>
            <a:spcAft>
              <a:spcPct val="35000"/>
            </a:spcAft>
            <a:buNone/>
            <a:defRPr b="1"/>
          </a:pPr>
          <a:endParaRPr lang="en-US" sz="1400" b="1" kern="1200" dirty="0">
            <a:latin typeface="Avenir Next LT Pro"/>
          </a:endParaRPr>
        </a:p>
      </dsp:txBody>
      <dsp:txXfrm>
        <a:off x="7564092" y="2004626"/>
        <a:ext cx="1258217" cy="647208"/>
      </dsp:txXfrm>
    </dsp:sp>
    <dsp:sp modelId="{39E4BD45-8B45-4E7A-92B0-05AFA6253A75}">
      <dsp:nvSpPr>
        <dsp:cNvPr id="0" name=""/>
        <dsp:cNvSpPr/>
      </dsp:nvSpPr>
      <dsp:spPr>
        <a:xfrm>
          <a:off x="7306307" y="2820796"/>
          <a:ext cx="85912" cy="85912"/>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A65C079-62BB-4B09-9707-DF65C13B57BE}">
      <dsp:nvSpPr>
        <dsp:cNvPr id="0" name=""/>
        <dsp:cNvSpPr/>
      </dsp:nvSpPr>
      <dsp:spPr>
        <a:xfrm>
          <a:off x="7463646" y="3951978"/>
          <a:ext cx="1429792" cy="976539"/>
        </a:xfrm>
        <a:prstGeom prst="round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l" defTabSz="533400">
            <a:lnSpc>
              <a:spcPct val="90000"/>
            </a:lnSpc>
            <a:spcBef>
              <a:spcPct val="0"/>
            </a:spcBef>
            <a:spcAft>
              <a:spcPct val="35000"/>
            </a:spcAft>
            <a:buNone/>
          </a:pPr>
          <a:r>
            <a:rPr lang="en-US" sz="1200" b="1" kern="1200"/>
            <a:t>BUILD MACHINE LEARNING MODELS</a:t>
          </a:r>
          <a:endParaRPr lang="en-IN" sz="1200" kern="1200"/>
        </a:p>
      </dsp:txBody>
      <dsp:txXfrm>
        <a:off x="7511317" y="3999649"/>
        <a:ext cx="1334450" cy="881197"/>
      </dsp:txXfrm>
    </dsp:sp>
    <dsp:sp modelId="{68554BC5-3581-41F8-9FD3-F802D1AE79F1}">
      <dsp:nvSpPr>
        <dsp:cNvPr id="0" name=""/>
        <dsp:cNvSpPr/>
      </dsp:nvSpPr>
      <dsp:spPr>
        <a:xfrm>
          <a:off x="8178543" y="2863752"/>
          <a:ext cx="0" cy="1088225"/>
        </a:xfrm>
        <a:prstGeom prst="line">
          <a:avLst/>
        </a:prstGeom>
        <a:noFill/>
        <a:ln w="6350" cap="flat" cmpd="sng" algn="ctr">
          <a:solidFill>
            <a:schemeClr val="accent3">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D0803CE3-7560-4DE2-A9F5-B58987E0D4C2}">
      <dsp:nvSpPr>
        <dsp:cNvPr id="0" name=""/>
        <dsp:cNvSpPr/>
      </dsp:nvSpPr>
      <dsp:spPr>
        <a:xfrm>
          <a:off x="8393372" y="3075670"/>
          <a:ext cx="1258217" cy="6472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1">
          <a:noAutofit/>
        </a:bodyPr>
        <a:lstStyle/>
        <a:p>
          <a:pPr marL="0" lvl="0" indent="0" algn="ctr" defTabSz="622300">
            <a:lnSpc>
              <a:spcPct val="90000"/>
            </a:lnSpc>
            <a:spcBef>
              <a:spcPct val="0"/>
            </a:spcBef>
            <a:spcAft>
              <a:spcPct val="35000"/>
            </a:spcAft>
            <a:buNone/>
            <a:defRPr b="1"/>
          </a:pPr>
          <a:endParaRPr lang="en-US" sz="1400" b="1" kern="1200" dirty="0">
            <a:latin typeface="Avenir Next LT Pro"/>
          </a:endParaRPr>
        </a:p>
      </dsp:txBody>
      <dsp:txXfrm>
        <a:off x="8393372" y="3075670"/>
        <a:ext cx="1258217" cy="647208"/>
      </dsp:txXfrm>
    </dsp:sp>
    <dsp:sp modelId="{A62C73E6-D156-4F1C-9BAB-DD8E7276BDD9}">
      <dsp:nvSpPr>
        <dsp:cNvPr id="0" name=""/>
        <dsp:cNvSpPr/>
      </dsp:nvSpPr>
      <dsp:spPr>
        <a:xfrm>
          <a:off x="8135586" y="2820796"/>
          <a:ext cx="85912" cy="85912"/>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7832E46-0CD4-427A-B92C-16F0CCC4B79A}">
      <dsp:nvSpPr>
        <dsp:cNvPr id="0" name=""/>
        <dsp:cNvSpPr/>
      </dsp:nvSpPr>
      <dsp:spPr>
        <a:xfrm>
          <a:off x="8292926" y="615885"/>
          <a:ext cx="1429792" cy="1159640"/>
        </a:xfrm>
        <a:prstGeom prst="round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l" defTabSz="533400">
            <a:lnSpc>
              <a:spcPct val="90000"/>
            </a:lnSpc>
            <a:spcBef>
              <a:spcPct val="0"/>
            </a:spcBef>
            <a:spcAft>
              <a:spcPct val="35000"/>
            </a:spcAft>
            <a:buNone/>
          </a:pPr>
          <a:r>
            <a:rPr lang="en-US" sz="1200" b="1" kern="1200"/>
            <a:t>EVALUATE &amp; COMPARE MODEL PERFORMANCE</a:t>
          </a:r>
          <a:endParaRPr lang="en-IN" sz="1200" kern="1200"/>
        </a:p>
      </dsp:txBody>
      <dsp:txXfrm>
        <a:off x="8349535" y="672494"/>
        <a:ext cx="1316574" cy="1046422"/>
      </dsp:txXfrm>
    </dsp:sp>
    <dsp:sp modelId="{3056B55B-2577-4B73-8161-7EEE15000902}">
      <dsp:nvSpPr>
        <dsp:cNvPr id="0" name=""/>
        <dsp:cNvSpPr/>
      </dsp:nvSpPr>
      <dsp:spPr>
        <a:xfrm>
          <a:off x="9007823" y="1775526"/>
          <a:ext cx="0" cy="1088225"/>
        </a:xfrm>
        <a:prstGeom prst="line">
          <a:avLst/>
        </a:prstGeom>
        <a:noFill/>
        <a:ln w="6350" cap="flat" cmpd="sng" algn="ctr">
          <a:solidFill>
            <a:schemeClr val="accent3">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39EDAA16-286C-4164-9C20-FEC58D4843DB}">
      <dsp:nvSpPr>
        <dsp:cNvPr id="0" name=""/>
        <dsp:cNvSpPr/>
      </dsp:nvSpPr>
      <dsp:spPr>
        <a:xfrm>
          <a:off x="9207994" y="2004626"/>
          <a:ext cx="1258217" cy="6472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b" anchorCtr="1">
          <a:noAutofit/>
        </a:bodyPr>
        <a:lstStyle/>
        <a:p>
          <a:pPr marL="0" lvl="0" indent="0" algn="ctr" defTabSz="622300">
            <a:lnSpc>
              <a:spcPct val="90000"/>
            </a:lnSpc>
            <a:spcBef>
              <a:spcPct val="0"/>
            </a:spcBef>
            <a:spcAft>
              <a:spcPct val="35000"/>
            </a:spcAft>
            <a:buNone/>
            <a:defRPr b="1"/>
          </a:pPr>
          <a:endParaRPr lang="en-US" sz="1400" b="1" kern="1200" dirty="0">
            <a:latin typeface="Avenir Next LT Pro"/>
          </a:endParaRPr>
        </a:p>
      </dsp:txBody>
      <dsp:txXfrm>
        <a:off x="9207994" y="2004626"/>
        <a:ext cx="1258217" cy="647208"/>
      </dsp:txXfrm>
    </dsp:sp>
    <dsp:sp modelId="{BF379067-91C4-498F-8FCB-FAE3BC8D6B80}">
      <dsp:nvSpPr>
        <dsp:cNvPr id="0" name=""/>
        <dsp:cNvSpPr/>
      </dsp:nvSpPr>
      <dsp:spPr>
        <a:xfrm>
          <a:off x="8964866" y="2820796"/>
          <a:ext cx="85912" cy="85912"/>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BF6E3CC-1DB1-449F-8A22-851FB7FE3E11}">
      <dsp:nvSpPr>
        <dsp:cNvPr id="0" name=""/>
        <dsp:cNvSpPr/>
      </dsp:nvSpPr>
      <dsp:spPr>
        <a:xfrm>
          <a:off x="9122206" y="3951978"/>
          <a:ext cx="1429792" cy="976539"/>
        </a:xfrm>
        <a:prstGeom prst="round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06680" tIns="106680" rIns="106680" bIns="106680" numCol="1" spcCol="1270" anchor="ctr" anchorCtr="0">
          <a:noAutofit/>
        </a:bodyPr>
        <a:lstStyle/>
        <a:p>
          <a:pPr marL="0" lvl="0" indent="0" algn="l" defTabSz="533400">
            <a:lnSpc>
              <a:spcPct val="90000"/>
            </a:lnSpc>
            <a:spcBef>
              <a:spcPct val="0"/>
            </a:spcBef>
            <a:spcAft>
              <a:spcPct val="35000"/>
            </a:spcAft>
            <a:buNone/>
          </a:pPr>
          <a:r>
            <a:rPr lang="en-US" sz="1200" b="1" kern="1200"/>
            <a:t>DEPLOY MODEL INTO WEB APP</a:t>
          </a:r>
          <a:endParaRPr lang="en-IN" sz="1200" kern="1200"/>
        </a:p>
      </dsp:txBody>
      <dsp:txXfrm>
        <a:off x="9169877" y="3999649"/>
        <a:ext cx="1334450" cy="881197"/>
      </dsp:txXfrm>
    </dsp:sp>
    <dsp:sp modelId="{F50F06ED-988A-48EC-A64E-3E8E1CDF8067}">
      <dsp:nvSpPr>
        <dsp:cNvPr id="0" name=""/>
        <dsp:cNvSpPr/>
      </dsp:nvSpPr>
      <dsp:spPr>
        <a:xfrm>
          <a:off x="9837102" y="2863752"/>
          <a:ext cx="0" cy="1088225"/>
        </a:xfrm>
        <a:prstGeom prst="line">
          <a:avLst/>
        </a:prstGeom>
        <a:noFill/>
        <a:ln w="6350" cap="flat" cmpd="sng" algn="ctr">
          <a:solidFill>
            <a:schemeClr val="accent3">
              <a:hueOff val="0"/>
              <a:satOff val="0"/>
              <a:lumOff val="0"/>
              <a:alphaOff val="0"/>
            </a:schemeClr>
          </a:solidFill>
          <a:prstDash val="dash"/>
          <a:miter lim="800000"/>
        </a:ln>
        <a:effectLst/>
      </dsp:spPr>
      <dsp:style>
        <a:lnRef idx="1">
          <a:scrgbClr r="0" g="0" b="0"/>
        </a:lnRef>
        <a:fillRef idx="0">
          <a:scrgbClr r="0" g="0" b="0"/>
        </a:fillRef>
        <a:effectRef idx="0">
          <a:scrgbClr r="0" g="0" b="0"/>
        </a:effectRef>
        <a:fontRef idx="minor"/>
      </dsp:style>
    </dsp:sp>
    <dsp:sp modelId="{8488E2BF-FA08-4D32-A459-0890912414B2}">
      <dsp:nvSpPr>
        <dsp:cNvPr id="0" name=""/>
        <dsp:cNvSpPr/>
      </dsp:nvSpPr>
      <dsp:spPr>
        <a:xfrm>
          <a:off x="9794146" y="2820796"/>
          <a:ext cx="85912" cy="85912"/>
        </a:xfrm>
        <a:prstGeom prst="ellipse">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CFEEAE7-CFA4-4660-89F4-6DDFA862E204}">
      <dsp:nvSpPr>
        <dsp:cNvPr id="0" name=""/>
        <dsp:cNvSpPr/>
      </dsp:nvSpPr>
      <dsp:spPr>
        <a:xfrm>
          <a:off x="808538" y="0"/>
          <a:ext cx="8965569" cy="5603481"/>
        </a:xfrm>
        <a:prstGeom prst="swooshArrow">
          <a:avLst>
            <a:gd name="adj1" fmla="val 25000"/>
            <a:gd name="adj2" fmla="val 25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805DDFD-B1E1-4264-A48A-9B6A4B48070A}">
      <dsp:nvSpPr>
        <dsp:cNvPr id="0" name=""/>
        <dsp:cNvSpPr/>
      </dsp:nvSpPr>
      <dsp:spPr>
        <a:xfrm>
          <a:off x="1687701" y="4166748"/>
          <a:ext cx="206208" cy="206208"/>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E19BB22-606A-4441-B9C3-A2FE4032B96F}">
      <dsp:nvSpPr>
        <dsp:cNvPr id="0" name=""/>
        <dsp:cNvSpPr/>
      </dsp:nvSpPr>
      <dsp:spPr>
        <a:xfrm>
          <a:off x="1707710" y="4440890"/>
          <a:ext cx="2772006" cy="738083"/>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9265" tIns="0" rIns="0" bIns="0" numCol="1" spcCol="1270" anchor="t" anchorCtr="0">
          <a:noAutofit/>
        </a:bodyPr>
        <a:lstStyle/>
        <a:p>
          <a:pPr marL="0" lvl="0" indent="0" algn="l" defTabSz="711200" rtl="0">
            <a:lnSpc>
              <a:spcPct val="90000"/>
            </a:lnSpc>
            <a:spcBef>
              <a:spcPct val="0"/>
            </a:spcBef>
            <a:spcAft>
              <a:spcPct val="35000"/>
            </a:spcAft>
            <a:buNone/>
          </a:pPr>
          <a:r>
            <a:rPr lang="en-US" sz="1600" kern="1200" dirty="0"/>
            <a:t>IMPORT BRFSS dataset with 457K+ Adult health records</a:t>
          </a:r>
          <a:r>
            <a:rPr lang="en-US" sz="800" kern="1200" dirty="0"/>
            <a:t>. </a:t>
          </a:r>
        </a:p>
      </dsp:txBody>
      <dsp:txXfrm>
        <a:off x="1707710" y="4440890"/>
        <a:ext cx="2772006" cy="738083"/>
      </dsp:txXfrm>
    </dsp:sp>
    <dsp:sp modelId="{34D7AF35-3B24-492B-B2D4-705ACF0480FD}">
      <dsp:nvSpPr>
        <dsp:cNvPr id="0" name=""/>
        <dsp:cNvSpPr/>
      </dsp:nvSpPr>
      <dsp:spPr>
        <a:xfrm>
          <a:off x="2803915" y="3094242"/>
          <a:ext cx="322760" cy="322760"/>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9A0BDEE-7F42-43D3-AEB4-396F73B05B78}">
      <dsp:nvSpPr>
        <dsp:cNvPr id="0" name=""/>
        <dsp:cNvSpPr/>
      </dsp:nvSpPr>
      <dsp:spPr>
        <a:xfrm>
          <a:off x="2820038" y="3491136"/>
          <a:ext cx="3508541" cy="59358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71024" tIns="0" rIns="0" bIns="0" numCol="1" spcCol="1270" anchor="t" anchorCtr="0">
          <a:noAutofit/>
        </a:bodyPr>
        <a:lstStyle/>
        <a:p>
          <a:pPr marL="0" lvl="0" indent="0" algn="l" defTabSz="711200" rtl="0">
            <a:lnSpc>
              <a:spcPct val="90000"/>
            </a:lnSpc>
            <a:spcBef>
              <a:spcPct val="0"/>
            </a:spcBef>
            <a:spcAft>
              <a:spcPct val="35000"/>
            </a:spcAft>
            <a:buNone/>
          </a:pPr>
          <a:r>
            <a:rPr lang="en-US" sz="1600" kern="1200" dirty="0">
              <a:latin typeface="Avenir Next LT Pro"/>
            </a:rPr>
            <a:t>Key CHD predictors analyzed: Age, Sex, Smoking, Diabetes, Exercise, General Health, BMI. </a:t>
          </a:r>
          <a:endParaRPr lang="en-US" sz="1600" kern="1200" dirty="0"/>
        </a:p>
      </dsp:txBody>
      <dsp:txXfrm>
        <a:off x="2820038" y="3491136"/>
        <a:ext cx="3508541" cy="593585"/>
      </dsp:txXfrm>
    </dsp:sp>
    <dsp:sp modelId="{E42A7006-4BBF-46BB-8F98-EF474626E06E}">
      <dsp:nvSpPr>
        <dsp:cNvPr id="0" name=""/>
        <dsp:cNvSpPr/>
      </dsp:nvSpPr>
      <dsp:spPr>
        <a:xfrm>
          <a:off x="4238406" y="2239151"/>
          <a:ext cx="430347" cy="430347"/>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E04B52B-2BC8-40B4-876B-640F4A3968A0}">
      <dsp:nvSpPr>
        <dsp:cNvPr id="0" name=""/>
        <dsp:cNvSpPr/>
      </dsp:nvSpPr>
      <dsp:spPr>
        <a:xfrm>
          <a:off x="4416654" y="2590572"/>
          <a:ext cx="2537184" cy="61128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8032" tIns="0" rIns="0" bIns="0" numCol="1" spcCol="1270" anchor="t" anchorCtr="0">
          <a:noAutofit/>
        </a:bodyPr>
        <a:lstStyle/>
        <a:p>
          <a:pPr marL="0" lvl="0" indent="0" algn="l" defTabSz="711200" rtl="0">
            <a:lnSpc>
              <a:spcPct val="90000"/>
            </a:lnSpc>
            <a:spcBef>
              <a:spcPct val="0"/>
            </a:spcBef>
            <a:spcAft>
              <a:spcPct val="35000"/>
            </a:spcAft>
            <a:buNone/>
          </a:pPr>
          <a:r>
            <a:rPr lang="en-US" sz="1600" kern="1200" dirty="0">
              <a:latin typeface="Avenir Next LT Pro"/>
            </a:rPr>
            <a:t>EDA included cleaning, class balance check, statistical tests. </a:t>
          </a:r>
        </a:p>
      </dsp:txBody>
      <dsp:txXfrm>
        <a:off x="4416654" y="2590572"/>
        <a:ext cx="2537184" cy="611282"/>
      </dsp:txXfrm>
    </dsp:sp>
    <dsp:sp modelId="{627CCE1A-DC0A-4FCF-B49F-96240907B3C3}">
      <dsp:nvSpPr>
        <dsp:cNvPr id="0" name=""/>
        <dsp:cNvSpPr/>
      </dsp:nvSpPr>
      <dsp:spPr>
        <a:xfrm>
          <a:off x="5906002" y="1571216"/>
          <a:ext cx="555865" cy="555865"/>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D869315-03A4-4E0E-9DC1-9C02F7958833}">
      <dsp:nvSpPr>
        <dsp:cNvPr id="0" name=""/>
        <dsp:cNvSpPr/>
      </dsp:nvSpPr>
      <dsp:spPr>
        <a:xfrm>
          <a:off x="6058748" y="2079345"/>
          <a:ext cx="2072785" cy="71658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94542" tIns="0" rIns="0" bIns="0" numCol="1" spcCol="1270" anchor="t" anchorCtr="0">
          <a:noAutofit/>
        </a:bodyPr>
        <a:lstStyle/>
        <a:p>
          <a:pPr marL="0" lvl="0" indent="0" algn="l" defTabSz="711200" rtl="0">
            <a:lnSpc>
              <a:spcPct val="90000"/>
            </a:lnSpc>
            <a:spcBef>
              <a:spcPct val="0"/>
            </a:spcBef>
            <a:spcAft>
              <a:spcPct val="35000"/>
            </a:spcAft>
            <a:buNone/>
          </a:pPr>
          <a:r>
            <a:rPr lang="en-US" sz="1600" kern="1200" dirty="0">
              <a:latin typeface="Avenir Next LT Pro"/>
            </a:rPr>
            <a:t>Results used to build two models. </a:t>
          </a:r>
        </a:p>
      </dsp:txBody>
      <dsp:txXfrm>
        <a:off x="6058748" y="2079345"/>
        <a:ext cx="2072785" cy="716589"/>
      </dsp:txXfrm>
    </dsp:sp>
    <dsp:sp modelId="{B6D0123A-E4B8-4E15-A0AE-DDFD2D046FAE}">
      <dsp:nvSpPr>
        <dsp:cNvPr id="0" name=""/>
        <dsp:cNvSpPr/>
      </dsp:nvSpPr>
      <dsp:spPr>
        <a:xfrm>
          <a:off x="7622908" y="1125178"/>
          <a:ext cx="708279" cy="708279"/>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DACEF4F-D631-48F4-8AD3-149043E66BC6}">
      <dsp:nvSpPr>
        <dsp:cNvPr id="0" name=""/>
        <dsp:cNvSpPr/>
      </dsp:nvSpPr>
      <dsp:spPr>
        <a:xfrm>
          <a:off x="8022988" y="1474761"/>
          <a:ext cx="1793113" cy="8686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75303" tIns="0" rIns="0" bIns="0" numCol="1" spcCol="1270" anchor="t" anchorCtr="0">
          <a:noAutofit/>
        </a:bodyPr>
        <a:lstStyle/>
        <a:p>
          <a:pPr marL="0" lvl="0" indent="0" algn="l" defTabSz="711200">
            <a:lnSpc>
              <a:spcPct val="90000"/>
            </a:lnSpc>
            <a:spcBef>
              <a:spcPct val="0"/>
            </a:spcBef>
            <a:spcAft>
              <a:spcPct val="35000"/>
            </a:spcAft>
            <a:buNone/>
          </a:pPr>
          <a:r>
            <a:rPr lang="en-US" sz="1600" kern="1200" dirty="0"/>
            <a:t>Evaluate Model Performance</a:t>
          </a:r>
          <a:endParaRPr lang="en-IN" sz="1600" kern="1200" dirty="0"/>
        </a:p>
      </dsp:txBody>
      <dsp:txXfrm>
        <a:off x="8022988" y="1474761"/>
        <a:ext cx="1793113" cy="868672"/>
      </dsp:txXfrm>
    </dsp:sp>
  </dsp:spTree>
</dsp:drawing>
</file>

<file path=ppt/diagrams/layout1.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6/7/layout/BasicTimeline">
  <dgm:title val="Basic Timeline"/>
  <dgm:desc val="Use to show a list of events in chronological order. The rounded rectangular shape contains the description while the date is shown below on the time line. It's the perfect SmartArt for displaying large amount of text with a medium date format."/>
  <dgm:catLst>
    <dgm:cat type="timeline" pri="500"/>
    <dgm:cat type="process" pri="6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
    <dgm:varLst>
      <dgm:chMax/>
      <dgm:chPref/>
      <dgm:animLvl val="lvl"/>
    </dgm:varLst>
    <dgm:alg type="composite"/>
    <dgm:shape xmlns:r="http://schemas.openxmlformats.org/officeDocument/2006/relationships" r:blip="">
      <dgm:adjLst/>
    </dgm:shape>
    <dgm:constrLst>
      <dgm:constr type="w" for="ch" forName="divider" refType="w"/>
      <dgm:constr type="h" for="ch" forName="divider"/>
      <dgm:constr type="ctrY" for="ch" forName="divider" refType="h" fact="0.5"/>
      <dgm:constr type="l" for="ch" forName="divider"/>
      <dgm:constr type="w" for="ch" forName="nodes" refType="w"/>
      <dgm:constr type="h" for="ch" forName="nodes" refType="h"/>
    </dgm:constrLst>
    <dgm:layoutNode name="divider" styleLbl="fgAccFollowNode1">
      <dgm:alg type="sp"/>
      <dgm:choose name="ArrowShape">
        <dgm:if name="ArrowShapeLTR" func="var" arg="dir" op="equ" val="norm">
          <dgm:shape xmlns:r="http://schemas.openxmlformats.org/officeDocument/2006/relationships" type="line" r:blip="" zOrderOff="-1">
            <dgm:adjLst/>
            <dgm:extLst>
              <a:ext uri="{B698B0E9-8C71-41B9-8309-B3DCBF30829C}">
                <dgm1612:spPr xmlns:dgm1612="http://schemas.microsoft.com/office/drawing/2016/12/diagram">
                  <a:ln>
                    <a:tailEnd type="triangle" w="lg" len="lg"/>
                  </a:ln>
                </dgm1612:spPr>
              </a:ext>
            </dgm:extLst>
          </dgm:shape>
        </dgm:if>
        <dgm:else name="ArrowShapeRTL">
          <dgm:shape xmlns:r="http://schemas.openxmlformats.org/officeDocument/2006/relationships" type="line" r:blip="" zOrderOff="-1">
            <dgm:adjLst/>
            <dgm:extLst>
              <a:ext uri="{B698B0E9-8C71-41B9-8309-B3DCBF30829C}">
                <dgm1612:spPr xmlns:dgm1612="http://schemas.microsoft.com/office/drawing/2016/12/diagram">
                  <a:ln>
                    <a:headEnd type="triangle" w="lg" len="lg"/>
                  </a:ln>
                </dgm1612:spPr>
              </a:ext>
            </dgm:extLst>
          </dgm:shape>
        </dgm:else>
      </dgm:choose>
      <dgm:presOf/>
      <dgm:constrLst/>
      <dgm:ruleLst/>
    </dgm:layoutNode>
    <dgm:layoutNode name="nodes">
      <dgm:varLst>
        <dgm:chMax/>
        <dgm:chPref/>
        <dgm:animLvl val="lvl"/>
      </dgm:varLst>
      <dgm:choose name="Name1">
        <dgm:if name="Name2" func="var" arg="dir" op="equ" val="norm">
          <dgm:alg type="lin"/>
        </dgm:if>
        <dgm:else name="Name3">
          <dgm:alg type="lin">
            <dgm:param type="linDir" val="fromR"/>
          </dgm:alg>
        </dgm:else>
      </dgm:choose>
      <dgm:presOf/>
      <dgm:shape xmlns:r="http://schemas.openxmlformats.org/officeDocument/2006/relationships" r:blip="">
        <dgm:adjLst/>
      </dgm:shape>
      <dgm:choose name="constrBasedOnChildrenCount">
        <dgm:if name="constrForTwoChildren" axis="ch" ptType="node" func="cnt" op="lte" val="2">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16"/>
            <dgm:constr type="w" for="ch" ptType="sibTrans" op="equ"/>
            <dgm:constr type="primFontSz" for="des" forName="L1TextContainer" op="equ"/>
            <dgm:constr type="primFontSz" for="des" forName="L2TextContainer" op="equ"/>
          </dgm:constrLst>
        </dgm:if>
        <dgm:else name="constrForRest">
          <dgm:constrLst>
            <dgm:constr type="primFontSz" for="des" forName="L1TextContainer" val="20"/>
            <dgm:constr type="primFontSz" for="des" forName="L2TextContainer" refType="primFontSz" refFor="des" refForName="L1TextContainer" op="equ" fact="0.85"/>
            <dgm:constr type="w" for="ch" forName="composite" refType="w"/>
            <dgm:constr type="h" for="ch" forName="composite" refType="h"/>
            <dgm:constr type="w" for="ch" forName="spaceBetweenRectangles" refType="w" refFor="ch" refForName="composite" fact="-0.42"/>
            <dgm:constr type="w" for="ch" ptType="sibTrans" op="equ"/>
            <dgm:constr type="primFontSz" for="des" forName="L1TextContainer" op="equ"/>
            <dgm:constr type="primFontSz" for="des" forName="L2TextContainer" op="equ"/>
          </dgm:constrLst>
        </dgm:else>
      </dgm:choose>
      <dgm:forEach name="nodesForEach" axis="ch" ptType="node">
        <dgm:layoutNode name="composite">
          <dgm:alg type="composite"/>
          <dgm:shape xmlns:r="http://schemas.openxmlformats.org/officeDocument/2006/relationships" r:blip="">
            <dgm:adjLst/>
          </dgm:shape>
          <dgm:choose name="CaseForPlacingNodesAboveAndBelowDivider">
            <dgm:if name="CaseForPlacingNodeAboveDivider" axis="self" ptType="node" func="posOdd" op="equ" val="1">
              <dgm:constrLst>
                <dgm:constr type="w" for="ch" forName="L1TextContainer" refType="w" fact="0.88"/>
                <dgm:constr type="l" for="ch" forName="L1TextContainer" refType="w" fact="0.06"/>
                <dgm:constr type="t" for="ch" forName="L1TextContainer" refType="h" fact="0.537"/>
                <dgm:constr type="h" for="ch" forName="L1TextContainer" refType="h" fact="0.113"/>
                <dgm:constr type="w" for="ch" forName="L2TextContainerWrapper" refType="w"/>
                <dgm:constr type="h" for="ch" forName="L2TextContainerWrapper" refType="h" fact="0.31"/>
                <dgm:constr type="b" for="ch" forName="L2TextContainerWrapper" refType="h" fact="0.31"/>
                <dgm:constr type="w" for="ch" forName="ConnectLine"/>
                <dgm:constr type="l" for="ch" forName="ConnectLine" refType="w" fact="0.5"/>
                <dgm:constr type="h" for="ch" forName="ConnectLine" refType="h" fact="0.19"/>
                <dgm:constr type="t" for="ch" forName="ConnectLine" refType="h" fact="0.31"/>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t" for="ch" forName="EmptyPlaceHolder" refType="h" fact="0.65"/>
                <dgm:constr type="h" for="ch" forName="EmptyPlaceHolder" refType="h" fact="0.35"/>
              </dgm:constrLst>
            </dgm:if>
            <dgm:else name="CaseForPlacingNodeBelowDivider">
              <dgm:constrLst>
                <dgm:constr type="w" for="ch" forName="L1TextContainer" refType="w" fact="0.88"/>
                <dgm:constr type="l" for="ch" forName="L1TextContainer" refType="w" fact="0.06"/>
                <dgm:constr type="t" for="ch" forName="L1TextContainer" refType="h" fact="0.35"/>
                <dgm:constr type="h" for="ch" forName="L1TextContainer" refType="h" fact="0.113"/>
                <dgm:constr type="w" for="ch" forName="L2TextContainerWrapper" refType="w"/>
                <dgm:constr type="h" for="ch" forName="L2TextContainerWrapper" refType="h" fact="0.31"/>
                <dgm:constr type="t" for="ch" forName="L2TextContainerWrapper" refType="h" fact="0.69"/>
                <dgm:constr type="w" for="ch" forName="ConnectLine"/>
                <dgm:constr type="l" for="ch" forName="ConnectLine" refType="w" fact="0.5"/>
                <dgm:constr type="h" for="ch" forName="ConnectLine" refType="h" fact="0.19"/>
                <dgm:constr type="t" for="ch" forName="ConnectLine" refType="h" fact="0.5"/>
                <dgm:constr type="w" for="ch" forName="ConnectorPoint" refType="h" fact="0.015"/>
                <dgm:constr type="h" for="ch" forName="ConnectorPoint" refType="h" fact="0.015"/>
                <dgm:constr type="ctrX" for="ch" forName="ConnectorPoint" refType="w" fact="0.5"/>
                <dgm:constr type="ctrY" for="ch" forName="ConnectorPoint" refType="h" fact="0.5"/>
                <dgm:constr type="w" for="ch" forName="EmptyPlaceHolder" refType="w"/>
                <dgm:constr type="h" for="ch" forName="EmptyPlaceHolder" refType="h" fact="0.35"/>
                <dgm:constr type="t" for="ch" forName="EmptyPlaceHolder" refType="h" fact="0"/>
              </dgm:constrLst>
            </dgm:else>
          </dgm:choose>
          <dgm:layoutNode name="L1TextContainer" styleLbl="revTx">
            <dgm:varLst>
              <dgm:chMax val="1"/>
              <dgm:chPref val="1"/>
              <dgm:bulletEnabled val="1"/>
            </dgm:varLst>
            <dgm:choose name="casesForTxtDirLogic">
              <dgm:if name="Name78" axis="self" ptType="node" func="posOdd" op="equ" val="1">
                <dgm:alg type="tx">
                  <dgm:param type="txAnchorHorz" val="ctr"/>
                  <dgm:param type="txAnchorVert" val="t"/>
                  <dgm:param type="parTxLTRAlign" val="ctr"/>
                  <dgm:param type="parTxRTLAlign" val="ctr"/>
                </dgm:alg>
              </dgm:if>
              <dgm:else name="Name89">
                <dgm:alg type="tx">
                  <dgm:param type="txAnchorHorz" val="ctr"/>
                  <dgm:param type="txAnchorVert" val="b"/>
                  <dgm:param type="parTxLTRAlign" val="ctr"/>
                  <dgm:param type="parTxRTLAlign" val="ctr"/>
                </dgm:alg>
              </dgm:else>
            </dgm:choose>
            <dgm:shape xmlns:r="http://schemas.openxmlformats.org/officeDocument/2006/relationships" type="rect" r:blip="">
              <dgm:adjLst/>
            </dgm:shape>
            <dgm:presOf axis="self"/>
            <dgm:constrLst>
              <dgm:constr type="lMarg"/>
              <dgm:constr type="rMarg"/>
              <dgm:constr type="tMarg"/>
              <dgm:constr type="bMarg"/>
            </dgm:constrLst>
            <dgm:ruleLst>
              <dgm:rule type="primFontSz" val="14" fact="NaN" max="NaN"/>
            </dgm:ruleLst>
          </dgm:layoutNode>
          <dgm:layoutNode name="L2TextContainerWrapper">
            <dgm:varLst>
              <dgm:chMax val="0"/>
              <dgm:chPref val="0"/>
              <dgm:bulletEnabled val="1"/>
            </dgm:varLst>
            <dgm:alg type="composite"/>
            <dgm:choose name="L2TextContainerConstr">
              <dgm:if name="CaseForPlacingL2TextContaineAboveDivider" axis="self" ptType="node" func="posOdd" op="equ" val="1">
                <dgm:constrLst>
                  <dgm:constr type="h" for="ch" forName="L2TextContainer" refType="h" fact="0.55"/>
                  <dgm:constr type="b" for="ch" forName="L2TextContainer" refType="h"/>
                  <dgm:constr type="h" for="ch" forName="FlexibleEmptyPlaceHolder" refType="h" fact="0.45"/>
                </dgm:constrLst>
              </dgm:if>
              <dgm:else name="CaseForPlacingL2TextContaineBelowDivider">
                <dgm:constrLst>
                  <dgm:constr type="h" for="ch" forName="L2TextContainer" refType="h" fact="0.55"/>
                  <dgm:constr type="h" for="ch" forName="FlexibleEmptyPlaceHolder" refType="h" fact="0.45"/>
                  <dgm:constr type="b" for="ch" forName="FlexibleEmptyPlaceHolder" refType="h"/>
                </dgm:constrLst>
              </dgm:else>
            </dgm:choose>
            <dgm:layoutNode name="L2TextContainer" styleLbl="bgAcc1">
              <dgm:choose name="L2TextContainerAlgo">
                <dgm:if name="L2TextContainerAlgoLTR" func="var" arg="dir" op="equ" val="norm">
                  <dgm:alg type="tx">
                    <dgm:param type="txAnchorVert" val="mid"/>
                    <dgm:param type="parTxRTLAlign" val="l"/>
                    <dgm:param type="parTxLTRAlign" val="l"/>
                    <dgm:param type="txAnchorVertCh" val="mid"/>
                    <dgm:param type="shpTxRTLAlignCh" val="l"/>
                    <dgm:param type="shpTxLTRAlignCh" val="l"/>
                  </dgm:alg>
                </dgm:if>
                <dgm:else name="L2TextContainerAlgoRTL">
                  <dgm:alg type="tx">
                    <dgm:param type="txAnchorVert" val="mid"/>
                    <dgm:param type="parTxRTLAlign" val="r"/>
                    <dgm:param type="parTxLTRAlign" val="r"/>
                    <dgm:param type="txAnchorVertCh" val="mid"/>
                    <dgm:param type="shpTxRTLAlignCh" val="r"/>
                    <dgm:param type="shpTxLTRAlignCh" val="r"/>
                  </dgm:alg>
                </dgm:else>
              </dgm:choose>
              <dgm:shape xmlns:r="http://schemas.openxmlformats.org/officeDocument/2006/relationships" type="roundRect" r:blip="">
                <dgm:adjLst/>
              </dgm:shape>
              <dgm:presOf axis="des" ptType="node"/>
              <dgm:constrLst>
                <dgm:constr type="primFontSz" val="17"/>
                <dgm:constr type="lMarg" refType="primFontSz" fact="0.7"/>
                <dgm:constr type="rMarg" refType="primFontSz" fact="0.7"/>
                <dgm:constr type="tMarg" refType="primFontSz" fact="0.7"/>
                <dgm:constr type="bMarg" refType="primFontSz" fact="0.7"/>
              </dgm:constrLst>
              <dgm:ruleLst>
                <dgm:rule type="primFontSz" val="12" fact="NaN" max="NaN"/>
                <dgm:rule type="secFontSz" val="10" fact="NaN" max="NaN"/>
                <dgm:rule type="h" val="INF" fact="NaN" max="NaN"/>
              </dgm:ruleLst>
            </dgm:layoutNode>
            <dgm:layoutNode name="FlexibleEmptyPlaceHolder">
              <dgm:alg type="sp"/>
              <dgm:shape xmlns:r="http://schemas.openxmlformats.org/officeDocument/2006/relationships" r:blip="">
                <dgm:adjLst/>
              </dgm:shape>
              <dgm:presOf/>
              <dgm:constrLst/>
            </dgm:layoutNode>
          </dgm:layoutNode>
          <dgm:layoutNode name="ConnectLine" styleLbl="sibTrans1D1" moveWith="L2TextContainer">
            <dgm:alg type="sp"/>
            <dgm:shape xmlns:r="http://schemas.openxmlformats.org/officeDocument/2006/relationships" type="line" r:blip="">
              <dgm:adjLst/>
              <dgm:extLst>
                <a:ext uri="{B698B0E9-8C71-41B9-8309-B3DCBF30829C}">
                  <dgm1612:spPr xmlns:dgm1612="http://schemas.microsoft.com/office/drawing/2016/12/diagram">
                    <a:ln>
                      <a:prstDash val="dash"/>
                    </a:ln>
                  </dgm1612:spPr>
                </a:ext>
              </dgm:extLst>
            </dgm:shape>
            <dgm:presOf/>
            <dgm:constrLst/>
          </dgm:layoutNode>
          <dgm:layoutNode name="ConnectorPoint" styleLbl="alignNode1" moveWith="L2TextContainer">
            <dgm:alg type="sp"/>
            <dgm:shape xmlns:r="http://schemas.openxmlformats.org/officeDocument/2006/relationships" type="ellipse" r:blip="" zOrderOff="1">
              <dgm:adjLst/>
            </dgm:shape>
            <dgm:presOf/>
            <dgm:constrLst/>
          </dgm:layoutNode>
          <dgm:layoutNode name="EmptyPlaceHolder">
            <dgm:alg type="sp"/>
            <dgm:shape xmlns:r="http://schemas.openxmlformats.org/officeDocument/2006/relationships" r:blip="">
              <dgm:adjLst/>
            </dgm:shape>
            <dgm:presOf/>
            <dgm:constrLst/>
          </dgm:layoutNode>
        </dgm:layoutNode>
        <dgm:forEach name="Name28"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Node>
  <dgm:extLst>
    <a:ext uri="{68A01E43-0DF5-4B5B-8FA6-DAF915123BFB}">
      <dgm1612:lstStyle xmlns:dgm1612="http://schemas.microsoft.com/office/drawing/2016/12/diagram">
        <a:lvl1pPr>
          <a:defRPr b="1"/>
        </a:lvl1pPr>
      </dgm1612:lstStyle>
    </a:ext>
  </dgm:extLst>
</dgm:layoutDef>
</file>

<file path=ppt/diagrams/layout4.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txAnchorVert" val="t"/>
                    <dgm:param type="parTxLTRAlign" val="r"/>
                    <dgm:param type="parTxRTLAlign" val="r"/>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txAnchorVert" val="t"/>
                            <dgm:param type="parTxLTRAlign" val="l"/>
                            <dgm:param type="parTxRTLAlign" val="r"/>
                          </dgm:alg>
                        </dgm:if>
                        <dgm:else name="Name15">
                          <dgm:alg type="tx">
                            <dgm:param type="txAnchorVert" val="t"/>
                            <dgm:param type="parTxLTRAlign" val="l"/>
                            <dgm:param type="parTxRTLAlign" val="l"/>
                          </dgm:alg>
                        </dgm:else>
                      </dgm:choose>
                    </dgm:if>
                    <dgm:else name="Name16">
                      <dgm:choose name="Name17">
                        <dgm:if name="Name18" axis="root des" ptType="all node" func="maxDepth" op="gt" val="1">
                          <dgm:alg type="tx">
                            <dgm:param type="txAnchorVert" val="b"/>
                            <dgm:param type="txAnchorVertCh" val="b"/>
                            <dgm:param type="parTxLTRAlign" val="l"/>
                            <dgm:param type="parTxRTLAlign" val="r"/>
                          </dgm:alg>
                        </dgm:if>
                        <dgm:else name="Name1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txAnchorVert" val="t"/>
                            <dgm:param type="parTxLTRAlign" val="l"/>
                            <dgm:param type="parTxRTLAlign" val="r"/>
                          </dgm:alg>
                        </dgm:if>
                        <dgm:else name="Name28">
                          <dgm:alg type="tx">
                            <dgm:param type="txAnchorVert" val="t"/>
                            <dgm:param type="parTxLTRAlign" val="l"/>
                            <dgm:param type="parTxRTLAlign" val="l"/>
                          </dgm:alg>
                        </dgm:else>
                      </dgm:choose>
                    </dgm:if>
                    <dgm:else name="Name29">
                      <dgm:choose name="Name30">
                        <dgm:if name="Name31" axis="root des" ptType="all node" func="maxDepth" op="gt" val="1">
                          <dgm:alg type="tx">
                            <dgm:param type="txAnchorVert" val="b"/>
                            <dgm:param type="txAnchorVertCh" val="b"/>
                            <dgm:param type="parTxLTRAlign" val="l"/>
                            <dgm:param type="parTxRTLAlign" val="r"/>
                          </dgm:alg>
                        </dgm:if>
                        <dgm:else name="Name3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txAnchorVert" val="t"/>
                            <dgm:param type="parTxLTRAlign" val="l"/>
                            <dgm:param type="parTxRTLAlign" val="r"/>
                          </dgm:alg>
                        </dgm:if>
                        <dgm:else name="Name45">
                          <dgm:alg type="tx">
                            <dgm:param type="txAnchorVert" val="t"/>
                            <dgm:param type="parTxLTRAlign" val="l"/>
                            <dgm:param type="parTxRTLAlign" val="l"/>
                          </dgm:alg>
                        </dgm:else>
                      </dgm:choose>
                    </dgm:if>
                    <dgm:else name="Name46">
                      <dgm:choose name="Name47">
                        <dgm:if name="Name48" axis="root des" ptType="all node" func="maxDepth" op="gt" val="1">
                          <dgm:alg type="tx">
                            <dgm:param type="txAnchorVert" val="b"/>
                            <dgm:param type="txAnchorVertCh" val="b"/>
                            <dgm:param type="parTxLTRAlign" val="l"/>
                            <dgm:param type="parTxRTLAlign" val="r"/>
                          </dgm:alg>
                        </dgm:if>
                        <dgm:else name="Name4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txAnchorVert" val="t"/>
                            <dgm:param type="parTxLTRAlign" val="l"/>
                            <dgm:param type="parTxRTLAlign" val="r"/>
                          </dgm:alg>
                        </dgm:if>
                        <dgm:else name="Name58">
                          <dgm:alg type="tx">
                            <dgm:param type="txAnchorVert" val="t"/>
                            <dgm:param type="parTxLTRAlign" val="l"/>
                            <dgm:param type="parTxRTLAlign" val="l"/>
                          </dgm:alg>
                        </dgm:else>
                      </dgm:choose>
                    </dgm:if>
                    <dgm:else name="Name59">
                      <dgm:choose name="Name60">
                        <dgm:if name="Name61" axis="root des" ptType="all node" func="maxDepth" op="gt" val="1">
                          <dgm:alg type="tx">
                            <dgm:param type="txAnchorVert" val="b"/>
                            <dgm:param type="txAnchorVertCh" val="b"/>
                            <dgm:param type="parTxLTRAlign" val="l"/>
                            <dgm:param type="parTxRTLAlign" val="r"/>
                          </dgm:alg>
                        </dgm:if>
                        <dgm:else name="Name6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txAnchorVert" val="t"/>
                            <dgm:param type="parTxLTRAlign" val="l"/>
                            <dgm:param type="parTxRTLAlign" val="r"/>
                          </dgm:alg>
                        </dgm:if>
                        <dgm:else name="Name71">
                          <dgm:alg type="tx">
                            <dgm:param type="txAnchorVert" val="t"/>
                            <dgm:param type="parTxLTRAlign" val="l"/>
                            <dgm:param type="parTxRTLAlign" val="l"/>
                          </dgm:alg>
                        </dgm:else>
                      </dgm:choose>
                    </dgm:if>
                    <dgm:else name="Name72">
                      <dgm:choose name="Name73">
                        <dgm:if name="Name74" axis="root des" ptType="all node" func="maxDepth" op="gt" val="1">
                          <dgm:alg type="tx">
                            <dgm:param type="txAnchorVert" val="b"/>
                            <dgm:param type="txAnchorVertCh" val="b"/>
                            <dgm:param type="parTxLTRAlign" val="l"/>
                            <dgm:param type="parTxRTLAlign" val="r"/>
                          </dgm:alg>
                        </dgm:if>
                        <dgm:else name="Name7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txAnchorVert" val="t"/>
                            <dgm:param type="parTxLTRAlign" val="l"/>
                            <dgm:param type="parTxRTLAlign" val="r"/>
                          </dgm:alg>
                        </dgm:if>
                        <dgm:else name="Name88">
                          <dgm:alg type="tx">
                            <dgm:param type="txAnchorVert" val="t"/>
                            <dgm:param type="parTxLTRAlign" val="l"/>
                            <dgm:param type="parTxRTLAlign" val="l"/>
                          </dgm:alg>
                        </dgm:else>
                      </dgm:choose>
                    </dgm:if>
                    <dgm:else name="Name89">
                      <dgm:choose name="Name90">
                        <dgm:if name="Name91" axis="root des" ptType="all node" func="maxDepth" op="gt" val="1">
                          <dgm:alg type="tx">
                            <dgm:param type="txAnchorVert" val="b"/>
                            <dgm:param type="txAnchorVertCh" val="b"/>
                            <dgm:param type="parTxLTRAlign" val="l"/>
                            <dgm:param type="parTxRTLAlign" val="r"/>
                          </dgm:alg>
                        </dgm:if>
                        <dgm:else name="Name9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txAnchorVert" val="t"/>
                            <dgm:param type="parTxLTRAlign" val="l"/>
                            <dgm:param type="parTxRTLAlign" val="r"/>
                          </dgm:alg>
                        </dgm:if>
                        <dgm:else name="Name101">
                          <dgm:alg type="tx">
                            <dgm:param type="txAnchorVert" val="t"/>
                            <dgm:param type="parTxLTRAlign" val="l"/>
                            <dgm:param type="parTxRTLAlign" val="l"/>
                          </dgm:alg>
                        </dgm:else>
                      </dgm:choose>
                    </dgm:if>
                    <dgm:else name="Name102">
                      <dgm:choose name="Name103">
                        <dgm:if name="Name104" axis="root des" ptType="all node" func="maxDepth" op="gt" val="1">
                          <dgm:alg type="tx">
                            <dgm:param type="txAnchorVert" val="b"/>
                            <dgm:param type="txAnchorVertCh" val="b"/>
                            <dgm:param type="parTxLTRAlign" val="l"/>
                            <dgm:param type="parTxRTLAlign" val="r"/>
                          </dgm:alg>
                        </dgm:if>
                        <dgm:else name="Name10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txAnchorVert" val="t"/>
                            <dgm:param type="parTxLTRAlign" val="l"/>
                            <dgm:param type="parTxRTLAlign" val="r"/>
                          </dgm:alg>
                        </dgm:if>
                        <dgm:else name="Name114">
                          <dgm:alg type="tx">
                            <dgm:param type="txAnchorVert" val="t"/>
                            <dgm:param type="parTxLTRAlign" val="l"/>
                            <dgm:param type="parTxRTLAlign" val="l"/>
                          </dgm:alg>
                        </dgm:else>
                      </dgm:choose>
                    </dgm:if>
                    <dgm:else name="Name115">
                      <dgm:choose name="Name116">
                        <dgm:if name="Name117" axis="root des" ptType="all node" func="maxDepth" op="gt" val="1">
                          <dgm:alg type="tx">
                            <dgm:param type="txAnchorVert" val="b"/>
                            <dgm:param type="txAnchorVertCh" val="b"/>
                            <dgm:param type="parTxLTRAlign" val="l"/>
                            <dgm:param type="parTxRTLAlign" val="r"/>
                          </dgm:alg>
                        </dgm:if>
                        <dgm:else name="Name11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txAnchorVert" val="t"/>
                            <dgm:param type="parTxLTRAlign" val="l"/>
                            <dgm:param type="parTxRTLAlign" val="r"/>
                          </dgm:alg>
                        </dgm:if>
                        <dgm:else name="Name127">
                          <dgm:alg type="tx">
                            <dgm:param type="txAnchorVert" val="t"/>
                            <dgm:param type="parTxLTRAlign" val="l"/>
                            <dgm:param type="parTxRTLAlign" val="l"/>
                          </dgm:alg>
                        </dgm:else>
                      </dgm:choose>
                    </dgm:if>
                    <dgm:else name="Name128">
                      <dgm:choose name="Name129">
                        <dgm:if name="Name130" axis="root des" ptType="all node" func="maxDepth" op="gt" val="1">
                          <dgm:alg type="tx">
                            <dgm:param type="txAnchorVert" val="b"/>
                            <dgm:param type="txAnchorVertCh" val="b"/>
                            <dgm:param type="parTxLTRAlign" val="l"/>
                            <dgm:param type="parTxRTLAlign" val="r"/>
                          </dgm:alg>
                        </dgm:if>
                        <dgm:else name="Name13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txAnchorVert" val="t"/>
                            <dgm:param type="parTxLTRAlign" val="l"/>
                            <dgm:param type="parTxRTLAlign" val="r"/>
                          </dgm:alg>
                        </dgm:if>
                        <dgm:else name="Name144">
                          <dgm:alg type="tx">
                            <dgm:param type="txAnchorVert" val="t"/>
                            <dgm:param type="parTxLTRAlign" val="l"/>
                            <dgm:param type="parTxRTLAlign" val="l"/>
                          </dgm:alg>
                        </dgm:else>
                      </dgm:choose>
                    </dgm:if>
                    <dgm:else name="Name145">
                      <dgm:choose name="Name146">
                        <dgm:if name="Name147" axis="root des" ptType="all node" func="maxDepth" op="gt" val="1">
                          <dgm:alg type="tx">
                            <dgm:param type="txAnchorVert" val="b"/>
                            <dgm:param type="txAnchorVertCh" val="b"/>
                            <dgm:param type="parTxLTRAlign" val="l"/>
                            <dgm:param type="parTxRTLAlign" val="r"/>
                          </dgm:alg>
                        </dgm:if>
                        <dgm:else name="Name14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txAnchorVert" val="t"/>
                            <dgm:param type="parTxLTRAlign" val="l"/>
                            <dgm:param type="parTxRTLAlign" val="r"/>
                          </dgm:alg>
                        </dgm:if>
                        <dgm:else name="Name157">
                          <dgm:alg type="tx">
                            <dgm:param type="txAnchorVert" val="t"/>
                            <dgm:param type="parTxLTRAlign" val="l"/>
                            <dgm:param type="parTxRTLAlign" val="l"/>
                          </dgm:alg>
                        </dgm:else>
                      </dgm:choose>
                    </dgm:if>
                    <dgm:else name="Name158">
                      <dgm:choose name="Name159">
                        <dgm:if name="Name160" axis="root des" ptType="all node" func="maxDepth" op="gt" val="1">
                          <dgm:alg type="tx">
                            <dgm:param type="txAnchorVert" val="b"/>
                            <dgm:param type="txAnchorVertCh" val="b"/>
                            <dgm:param type="parTxLTRAlign" val="l"/>
                            <dgm:param type="parTxRTLAlign" val="r"/>
                          </dgm:alg>
                        </dgm:if>
                        <dgm:else name="Name16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txAnchorVert" val="t"/>
                            <dgm:param type="parTxLTRAlign" val="l"/>
                            <dgm:param type="parTxRTLAlign" val="r"/>
                          </dgm:alg>
                        </dgm:if>
                        <dgm:else name="Name170">
                          <dgm:alg type="tx">
                            <dgm:param type="txAnchorVert" val="t"/>
                            <dgm:param type="parTxLTRAlign" val="l"/>
                            <dgm:param type="parTxRTLAlign" val="l"/>
                          </dgm:alg>
                        </dgm:else>
                      </dgm:choose>
                    </dgm:if>
                    <dgm:else name="Name171">
                      <dgm:choose name="Name172">
                        <dgm:if name="Name173" axis="root des" ptType="all node" func="maxDepth" op="gt" val="1">
                          <dgm:alg type="tx">
                            <dgm:param type="txAnchorVert" val="b"/>
                            <dgm:param type="txAnchorVertCh" val="b"/>
                            <dgm:param type="parTxLTRAlign" val="l"/>
                            <dgm:param type="parTxRTLAlign" val="r"/>
                          </dgm:alg>
                        </dgm:if>
                        <dgm:else name="Name174">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txAnchorVert" val="t"/>
                            <dgm:param type="parTxLTRAlign" val="l"/>
                            <dgm:param type="parTxRTLAlign" val="r"/>
                          </dgm:alg>
                        </dgm:if>
                        <dgm:else name="Name183">
                          <dgm:alg type="tx">
                            <dgm:param type="txAnchorVert" val="t"/>
                            <dgm:param type="parTxLTRAlign" val="l"/>
                            <dgm:param type="parTxRTLAlign" val="l"/>
                          </dgm:alg>
                        </dgm:else>
                      </dgm:choose>
                    </dgm:if>
                    <dgm:else name="Name184">
                      <dgm:choose name="Name185">
                        <dgm:if name="Name186" axis="root des" ptType="all node" func="maxDepth" op="gt" val="1">
                          <dgm:alg type="tx">
                            <dgm:param type="txAnchorVert" val="b"/>
                            <dgm:param type="txAnchorVertCh" val="b"/>
                            <dgm:param type="parTxLTRAlign" val="l"/>
                            <dgm:param type="parTxRTLAlign" val="r"/>
                          </dgm:alg>
                        </dgm:if>
                        <dgm:else name="Name187">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txAnchorVert" val="t"/>
                            <dgm:param type="parTxLTRAlign" val="l"/>
                            <dgm:param type="parTxRTLAlign" val="r"/>
                          </dgm:alg>
                        </dgm:if>
                        <dgm:else name="Name196">
                          <dgm:alg type="tx">
                            <dgm:param type="txAnchorVert" val="t"/>
                            <dgm:param type="parTxLTRAlign" val="l"/>
                            <dgm:param type="parTxRTLAlign" val="l"/>
                          </dgm:alg>
                        </dgm:else>
                      </dgm:choose>
                    </dgm:if>
                    <dgm:else name="Name197">
                      <dgm:choose name="Name198">
                        <dgm:if name="Name199" axis="root des" ptType="all node" func="maxDepth" op="gt" val="1">
                          <dgm:alg type="tx">
                            <dgm:param type="txAnchorVert" val="b"/>
                            <dgm:param type="txAnchorVertCh" val="b"/>
                            <dgm:param type="parTxLTRAlign" val="l"/>
                            <dgm:param type="parTxRTLAlign" val="r"/>
                          </dgm:alg>
                        </dgm:if>
                        <dgm:else name="Name200">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CAE72A9-67A2-4FB1-BBF6-740F2C2EAAB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127B748C-466C-45D8-970C-D4FB4FE80CD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8ABBF3-49A8-4B3F-9773-22E67695BB12}" type="datetimeFigureOut">
              <a:rPr lang="en-US" smtClean="0"/>
              <a:t>11/30/2025</a:t>
            </a:fld>
            <a:endParaRPr lang="en-US"/>
          </a:p>
        </p:txBody>
      </p:sp>
      <p:sp>
        <p:nvSpPr>
          <p:cNvPr id="4" name="Footer Placeholder 3">
            <a:extLst>
              <a:ext uri="{FF2B5EF4-FFF2-40B4-BE49-F238E27FC236}">
                <a16:creationId xmlns:a16="http://schemas.microsoft.com/office/drawing/2014/main" id="{EAA8C23F-271A-4B7C-87EC-108046165C72}"/>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3E7ABF6-4152-4126-AC20-23B44A3111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BEB6193-5AA7-489B-8575-00593FC261DE}" type="slidenum">
              <a:rPr lang="en-US" smtClean="0"/>
              <a:t>‹#›</a:t>
            </a:fld>
            <a:endParaRPr lang="en-US"/>
          </a:p>
        </p:txBody>
      </p:sp>
    </p:spTree>
    <p:extLst>
      <p:ext uri="{BB962C8B-B14F-4D97-AF65-F5344CB8AC3E}">
        <p14:creationId xmlns:p14="http://schemas.microsoft.com/office/powerpoint/2010/main" val="13054054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44AAC2B-A50D-4386-849A-6B59FB991B4C}" type="datetimeFigureOut">
              <a:rPr lang="en-US" smtClean="0"/>
              <a:t>11/30/2025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0895658-EA1F-4910-80AB-4DA76E167475}" type="slidenum">
              <a:rPr lang="en-US" smtClean="0"/>
              <a:t>‹#›</a:t>
            </a:fld>
            <a:endParaRPr lang="en-US"/>
          </a:p>
        </p:txBody>
      </p:sp>
    </p:spTree>
    <p:extLst>
      <p:ext uri="{BB962C8B-B14F-4D97-AF65-F5344CB8AC3E}">
        <p14:creationId xmlns:p14="http://schemas.microsoft.com/office/powerpoint/2010/main" val="34147731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0895658-EA1F-4910-80AB-4DA76E167475}" type="slidenum">
              <a:rPr lang="en-US" smtClean="0"/>
              <a:t>1</a:t>
            </a:fld>
            <a:endParaRPr lang="en-US"/>
          </a:p>
        </p:txBody>
      </p:sp>
    </p:spTree>
    <p:extLst>
      <p:ext uri="{BB962C8B-B14F-4D97-AF65-F5344CB8AC3E}">
        <p14:creationId xmlns:p14="http://schemas.microsoft.com/office/powerpoint/2010/main" val="24568643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95B27-055B-795D-C212-D18BE9260E0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0E65386-2C89-6BDD-34CA-AE29F4AD051A}"/>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AEDD91FA-E1EC-CC56-01E8-8AC8E5E37AB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DC0FC5D-9EAB-C217-F916-ACC8A1C1CA4B}"/>
              </a:ext>
            </a:extLst>
          </p:cNvPr>
          <p:cNvSpPr>
            <a:spLocks noGrp="1"/>
          </p:cNvSpPr>
          <p:nvPr>
            <p:ph type="sldNum" sz="quarter" idx="5"/>
          </p:nvPr>
        </p:nvSpPr>
        <p:spPr/>
        <p:txBody>
          <a:bodyPr/>
          <a:lstStyle/>
          <a:p>
            <a:fld id="{10895658-EA1F-4910-80AB-4DA76E167475}" type="slidenum">
              <a:rPr lang="en-US" smtClean="0"/>
              <a:t>2</a:t>
            </a:fld>
            <a:endParaRPr lang="en-US"/>
          </a:p>
        </p:txBody>
      </p:sp>
    </p:spTree>
    <p:extLst>
      <p:ext uri="{BB962C8B-B14F-4D97-AF65-F5344CB8AC3E}">
        <p14:creationId xmlns:p14="http://schemas.microsoft.com/office/powerpoint/2010/main" val="29189225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98E21-73E7-44F4-7D35-91C0B993C1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C259E0-02C0-5DAD-2876-8B24AF40954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94F59BC3-5E59-2CE6-7E0D-21355E65681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321749D-06C9-AB0B-20F2-3F34F9F92990}"/>
              </a:ext>
            </a:extLst>
          </p:cNvPr>
          <p:cNvSpPr>
            <a:spLocks noGrp="1"/>
          </p:cNvSpPr>
          <p:nvPr>
            <p:ph type="sldNum" sz="quarter" idx="5"/>
          </p:nvPr>
        </p:nvSpPr>
        <p:spPr/>
        <p:txBody>
          <a:bodyPr/>
          <a:lstStyle/>
          <a:p>
            <a:fld id="{10895658-EA1F-4910-80AB-4DA76E167475}" type="slidenum">
              <a:rPr lang="en-US" smtClean="0"/>
              <a:t>3</a:t>
            </a:fld>
            <a:endParaRPr lang="en-US"/>
          </a:p>
        </p:txBody>
      </p:sp>
    </p:spTree>
    <p:extLst>
      <p:ext uri="{BB962C8B-B14F-4D97-AF65-F5344CB8AC3E}">
        <p14:creationId xmlns:p14="http://schemas.microsoft.com/office/powerpoint/2010/main" val="209742572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046C6E-6CAB-236E-2414-2F7B047AE2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65DACB-CED7-21B8-0F57-8673763A9439}"/>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3BFB8E2C-8E17-64CD-1742-1417FAF89893}"/>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BCEE9F3-0A99-4860-60C4-54AB6AD942FF}"/>
              </a:ext>
            </a:extLst>
          </p:cNvPr>
          <p:cNvSpPr>
            <a:spLocks noGrp="1"/>
          </p:cNvSpPr>
          <p:nvPr>
            <p:ph type="sldNum" sz="quarter" idx="5"/>
          </p:nvPr>
        </p:nvSpPr>
        <p:spPr/>
        <p:txBody>
          <a:bodyPr/>
          <a:lstStyle/>
          <a:p>
            <a:fld id="{10895658-EA1F-4910-80AB-4DA76E167475}" type="slidenum">
              <a:rPr lang="en-US" smtClean="0"/>
              <a:t>4</a:t>
            </a:fld>
            <a:endParaRPr lang="en-US"/>
          </a:p>
        </p:txBody>
      </p:sp>
    </p:spTree>
    <p:extLst>
      <p:ext uri="{BB962C8B-B14F-4D97-AF65-F5344CB8AC3E}">
        <p14:creationId xmlns:p14="http://schemas.microsoft.com/office/powerpoint/2010/main" val="30662899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C836A-20C4-4B57-70F9-5E227429D0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121CF0-EA8B-B8B7-DFE0-150C3E12937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15C696C-2747-07C4-F6E1-4AA1C0A26DD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05E4C87-FE0D-A269-6839-C868320A5427}"/>
              </a:ext>
            </a:extLst>
          </p:cNvPr>
          <p:cNvSpPr>
            <a:spLocks noGrp="1"/>
          </p:cNvSpPr>
          <p:nvPr>
            <p:ph type="sldNum" sz="quarter" idx="5"/>
          </p:nvPr>
        </p:nvSpPr>
        <p:spPr/>
        <p:txBody>
          <a:bodyPr/>
          <a:lstStyle/>
          <a:p>
            <a:fld id="{10895658-EA1F-4910-80AB-4DA76E167475}" type="slidenum">
              <a:rPr lang="en-US" smtClean="0"/>
              <a:t>5</a:t>
            </a:fld>
            <a:endParaRPr lang="en-US"/>
          </a:p>
        </p:txBody>
      </p:sp>
    </p:spTree>
    <p:extLst>
      <p:ext uri="{BB962C8B-B14F-4D97-AF65-F5344CB8AC3E}">
        <p14:creationId xmlns:p14="http://schemas.microsoft.com/office/powerpoint/2010/main" val="404408856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09B24-C44E-C4F5-4C60-9E248B6F16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B36007-392B-F0A0-3463-97868013CAD2}"/>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08F6BD1-75DB-F67A-E421-9F855864FC7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26E827B-F48B-023D-E45D-9884A82CEA35}"/>
              </a:ext>
            </a:extLst>
          </p:cNvPr>
          <p:cNvSpPr>
            <a:spLocks noGrp="1"/>
          </p:cNvSpPr>
          <p:nvPr>
            <p:ph type="sldNum" sz="quarter" idx="5"/>
          </p:nvPr>
        </p:nvSpPr>
        <p:spPr/>
        <p:txBody>
          <a:bodyPr/>
          <a:lstStyle/>
          <a:p>
            <a:fld id="{10895658-EA1F-4910-80AB-4DA76E167475}" type="slidenum">
              <a:rPr lang="en-US" smtClean="0"/>
              <a:t>6</a:t>
            </a:fld>
            <a:endParaRPr lang="en-US"/>
          </a:p>
        </p:txBody>
      </p:sp>
    </p:spTree>
    <p:extLst>
      <p:ext uri="{BB962C8B-B14F-4D97-AF65-F5344CB8AC3E}">
        <p14:creationId xmlns:p14="http://schemas.microsoft.com/office/powerpoint/2010/main" val="15547869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E484D9-46AC-A9DE-D308-0EF0F623BC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A8770-3C21-7AEB-1026-F4FE35CB3DBA}"/>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5810617-EF76-4780-842A-8C8ED3B6296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19A20A4-E67A-1F99-CB4C-E7E62539CB3D}"/>
              </a:ext>
            </a:extLst>
          </p:cNvPr>
          <p:cNvSpPr>
            <a:spLocks noGrp="1"/>
          </p:cNvSpPr>
          <p:nvPr>
            <p:ph type="sldNum" sz="quarter" idx="5"/>
          </p:nvPr>
        </p:nvSpPr>
        <p:spPr/>
        <p:txBody>
          <a:bodyPr/>
          <a:lstStyle/>
          <a:p>
            <a:fld id="{10895658-EA1F-4910-80AB-4DA76E167475}" type="slidenum">
              <a:rPr lang="en-US" smtClean="0"/>
              <a:t>7</a:t>
            </a:fld>
            <a:endParaRPr lang="en-US"/>
          </a:p>
        </p:txBody>
      </p:sp>
    </p:spTree>
    <p:extLst>
      <p:ext uri="{BB962C8B-B14F-4D97-AF65-F5344CB8AC3E}">
        <p14:creationId xmlns:p14="http://schemas.microsoft.com/office/powerpoint/2010/main" val="23469630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D9F873-985D-F5A3-FB77-4A75EC923C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2F0FE2-E506-FB95-7F30-0A76002B4A80}"/>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A32403A6-B9AC-5CBB-FD5F-54B83968C3E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2AE6653-5CAB-B235-882D-524900D57A8A}"/>
              </a:ext>
            </a:extLst>
          </p:cNvPr>
          <p:cNvSpPr>
            <a:spLocks noGrp="1"/>
          </p:cNvSpPr>
          <p:nvPr>
            <p:ph type="sldNum" sz="quarter" idx="5"/>
          </p:nvPr>
        </p:nvSpPr>
        <p:spPr/>
        <p:txBody>
          <a:bodyPr/>
          <a:lstStyle/>
          <a:p>
            <a:fld id="{10895658-EA1F-4910-80AB-4DA76E167475}" type="slidenum">
              <a:rPr lang="en-US" smtClean="0"/>
              <a:t>8</a:t>
            </a:fld>
            <a:endParaRPr lang="en-US"/>
          </a:p>
        </p:txBody>
      </p:sp>
    </p:spTree>
    <p:extLst>
      <p:ext uri="{BB962C8B-B14F-4D97-AF65-F5344CB8AC3E}">
        <p14:creationId xmlns:p14="http://schemas.microsoft.com/office/powerpoint/2010/main" val="36061043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2D9D38-80E1-DA66-7063-DB4483130B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15736E-0053-82BE-E802-1E6CCDE3A0C3}"/>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68CFB26B-0209-28B3-A420-60C000002B3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12C9262-C80B-4E72-F8A3-CEC7B3A0110A}"/>
              </a:ext>
            </a:extLst>
          </p:cNvPr>
          <p:cNvSpPr>
            <a:spLocks noGrp="1"/>
          </p:cNvSpPr>
          <p:nvPr>
            <p:ph type="sldNum" sz="quarter" idx="5"/>
          </p:nvPr>
        </p:nvSpPr>
        <p:spPr/>
        <p:txBody>
          <a:bodyPr/>
          <a:lstStyle/>
          <a:p>
            <a:fld id="{10895658-EA1F-4910-80AB-4DA76E167475}" type="slidenum">
              <a:rPr lang="en-US" smtClean="0"/>
              <a:t>9</a:t>
            </a:fld>
            <a:endParaRPr lang="en-US"/>
          </a:p>
        </p:txBody>
      </p:sp>
    </p:spTree>
    <p:extLst>
      <p:ext uri="{BB962C8B-B14F-4D97-AF65-F5344CB8AC3E}">
        <p14:creationId xmlns:p14="http://schemas.microsoft.com/office/powerpoint/2010/main" val="34885656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DF125-D463-4B87-C83D-9A83C6E1D1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4892E2-5BDB-0478-634E-7304200A95B9}"/>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08CC37A7-3CE4-08FE-00DE-52CE80C39E7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EB28D97-486E-D554-763A-4FA668561F57}"/>
              </a:ext>
            </a:extLst>
          </p:cNvPr>
          <p:cNvSpPr>
            <a:spLocks noGrp="1"/>
          </p:cNvSpPr>
          <p:nvPr>
            <p:ph type="sldNum" sz="quarter" idx="5"/>
          </p:nvPr>
        </p:nvSpPr>
        <p:spPr/>
        <p:txBody>
          <a:bodyPr/>
          <a:lstStyle/>
          <a:p>
            <a:fld id="{10895658-EA1F-4910-80AB-4DA76E167475}" type="slidenum">
              <a:rPr lang="en-US" smtClean="0"/>
              <a:t>10</a:t>
            </a:fld>
            <a:endParaRPr lang="en-US"/>
          </a:p>
        </p:txBody>
      </p:sp>
    </p:spTree>
    <p:extLst>
      <p:ext uri="{BB962C8B-B14F-4D97-AF65-F5344CB8AC3E}">
        <p14:creationId xmlns:p14="http://schemas.microsoft.com/office/powerpoint/2010/main" val="20792286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E8BDE-C651-6C8C-32A3-EF6D0F2CF6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8E6336-D273-C227-1AC9-A098BAC2F9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46794775-7F6C-3FD4-7D0E-ECEFE00A70D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DA1DCCF-6DB8-E67D-1119-7C98BDE20D34}"/>
              </a:ext>
            </a:extLst>
          </p:cNvPr>
          <p:cNvSpPr>
            <a:spLocks noGrp="1"/>
          </p:cNvSpPr>
          <p:nvPr>
            <p:ph type="sldNum" sz="quarter" idx="5"/>
          </p:nvPr>
        </p:nvSpPr>
        <p:spPr/>
        <p:txBody>
          <a:bodyPr/>
          <a:lstStyle/>
          <a:p>
            <a:fld id="{10895658-EA1F-4910-80AB-4DA76E167475}" type="slidenum">
              <a:rPr lang="en-US" smtClean="0"/>
              <a:t>11</a:t>
            </a:fld>
            <a:endParaRPr lang="en-US"/>
          </a:p>
        </p:txBody>
      </p:sp>
    </p:spTree>
    <p:extLst>
      <p:ext uri="{BB962C8B-B14F-4D97-AF65-F5344CB8AC3E}">
        <p14:creationId xmlns:p14="http://schemas.microsoft.com/office/powerpoint/2010/main" val="24996202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5C8CCD-7090-6650-4600-98E80448B9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AC543D-B4E4-DCBB-2C33-96714531910F}"/>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6510816-9AFB-F8D9-4063-B1A14093E8B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607A40B-9BEF-5A16-50BF-AC49DC7C5333}"/>
              </a:ext>
            </a:extLst>
          </p:cNvPr>
          <p:cNvSpPr>
            <a:spLocks noGrp="1"/>
          </p:cNvSpPr>
          <p:nvPr>
            <p:ph type="sldNum" sz="quarter" idx="5"/>
          </p:nvPr>
        </p:nvSpPr>
        <p:spPr/>
        <p:txBody>
          <a:bodyPr/>
          <a:lstStyle/>
          <a:p>
            <a:fld id="{10895658-EA1F-4910-80AB-4DA76E167475}" type="slidenum">
              <a:rPr lang="en-US" smtClean="0"/>
              <a:t>12</a:t>
            </a:fld>
            <a:endParaRPr lang="en-US"/>
          </a:p>
        </p:txBody>
      </p:sp>
    </p:spTree>
    <p:extLst>
      <p:ext uri="{BB962C8B-B14F-4D97-AF65-F5344CB8AC3E}">
        <p14:creationId xmlns:p14="http://schemas.microsoft.com/office/powerpoint/2010/main" val="40037231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DBDAD-2BA1-8474-C270-76A9DDE8D55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F909C33-79AE-15C6-AC82-8E5B2C5B53B9}"/>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609E81B5-06B2-99B2-E79E-05EAA331399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A5F07F1-4AB4-549D-EEA0-D5A01BD0768C}"/>
              </a:ext>
            </a:extLst>
          </p:cNvPr>
          <p:cNvSpPr>
            <a:spLocks noGrp="1"/>
          </p:cNvSpPr>
          <p:nvPr>
            <p:ph type="sldNum" sz="quarter" idx="5"/>
          </p:nvPr>
        </p:nvSpPr>
        <p:spPr/>
        <p:txBody>
          <a:bodyPr/>
          <a:lstStyle/>
          <a:p>
            <a:fld id="{10895658-EA1F-4910-80AB-4DA76E167475}" type="slidenum">
              <a:rPr lang="en-US" smtClean="0"/>
              <a:t>13</a:t>
            </a:fld>
            <a:endParaRPr lang="en-US"/>
          </a:p>
        </p:txBody>
      </p:sp>
    </p:spTree>
    <p:extLst>
      <p:ext uri="{BB962C8B-B14F-4D97-AF65-F5344CB8AC3E}">
        <p14:creationId xmlns:p14="http://schemas.microsoft.com/office/powerpoint/2010/main" val="25221419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C30BB-1FBF-396F-248F-129CFB75D2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0D4A971-6202-D969-FA75-BA273BA8E66E}"/>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28171FCB-1A0E-07E1-6991-AA0ED0E4B07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9886C46-6883-E613-7705-580DEF231F73}"/>
              </a:ext>
            </a:extLst>
          </p:cNvPr>
          <p:cNvSpPr>
            <a:spLocks noGrp="1"/>
          </p:cNvSpPr>
          <p:nvPr>
            <p:ph type="sldNum" sz="quarter" idx="5"/>
          </p:nvPr>
        </p:nvSpPr>
        <p:spPr/>
        <p:txBody>
          <a:bodyPr/>
          <a:lstStyle/>
          <a:p>
            <a:fld id="{10895658-EA1F-4910-80AB-4DA76E167475}" type="slidenum">
              <a:rPr lang="en-US" smtClean="0"/>
              <a:t>14</a:t>
            </a:fld>
            <a:endParaRPr lang="en-US"/>
          </a:p>
        </p:txBody>
      </p:sp>
    </p:spTree>
    <p:extLst>
      <p:ext uri="{BB962C8B-B14F-4D97-AF65-F5344CB8AC3E}">
        <p14:creationId xmlns:p14="http://schemas.microsoft.com/office/powerpoint/2010/main" val="78972345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2DB168-3F0C-94B8-A952-3F85055BE1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3922E5-78AB-7BFC-545C-C41D05A2621D}"/>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C1CD21D-5D51-8982-69C3-417BFB96D78E}"/>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6311ABF-6E1E-CDCB-3471-64D45988B5D6}"/>
              </a:ext>
            </a:extLst>
          </p:cNvPr>
          <p:cNvSpPr>
            <a:spLocks noGrp="1"/>
          </p:cNvSpPr>
          <p:nvPr>
            <p:ph type="sldNum" sz="quarter" idx="5"/>
          </p:nvPr>
        </p:nvSpPr>
        <p:spPr/>
        <p:txBody>
          <a:bodyPr/>
          <a:lstStyle/>
          <a:p>
            <a:fld id="{10895658-EA1F-4910-80AB-4DA76E167475}" type="slidenum">
              <a:rPr lang="en-US" smtClean="0"/>
              <a:t>15</a:t>
            </a:fld>
            <a:endParaRPr lang="en-US"/>
          </a:p>
        </p:txBody>
      </p:sp>
    </p:spTree>
    <p:extLst>
      <p:ext uri="{BB962C8B-B14F-4D97-AF65-F5344CB8AC3E}">
        <p14:creationId xmlns:p14="http://schemas.microsoft.com/office/powerpoint/2010/main" val="239478394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B832B-08D4-E11F-42B4-D8DD7DED2D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82FCAF-AB4C-30F3-657B-D8AEFE633238}"/>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D1F28387-4E26-8B4E-20D4-990D080CF68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5CD6133-9E7C-3C73-C68A-04F21CE1B173}"/>
              </a:ext>
            </a:extLst>
          </p:cNvPr>
          <p:cNvSpPr>
            <a:spLocks noGrp="1"/>
          </p:cNvSpPr>
          <p:nvPr>
            <p:ph type="sldNum" sz="quarter" idx="5"/>
          </p:nvPr>
        </p:nvSpPr>
        <p:spPr/>
        <p:txBody>
          <a:bodyPr/>
          <a:lstStyle/>
          <a:p>
            <a:fld id="{10895658-EA1F-4910-80AB-4DA76E167475}" type="slidenum">
              <a:rPr lang="en-US" smtClean="0"/>
              <a:t>16</a:t>
            </a:fld>
            <a:endParaRPr lang="en-US"/>
          </a:p>
        </p:txBody>
      </p:sp>
    </p:spTree>
    <p:extLst>
      <p:ext uri="{BB962C8B-B14F-4D97-AF65-F5344CB8AC3E}">
        <p14:creationId xmlns:p14="http://schemas.microsoft.com/office/powerpoint/2010/main" val="352790247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4C8D1-34E9-F32A-461D-359022CAD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A5B65A-4297-3BA7-A4C5-F0332E9345A5}"/>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9CF55DD8-82E1-58D4-FFE5-FA00367B51C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EA7E67B-B06E-154D-8E49-4FA0EF05CA75}"/>
              </a:ext>
            </a:extLst>
          </p:cNvPr>
          <p:cNvSpPr>
            <a:spLocks noGrp="1"/>
          </p:cNvSpPr>
          <p:nvPr>
            <p:ph type="sldNum" sz="quarter" idx="5"/>
          </p:nvPr>
        </p:nvSpPr>
        <p:spPr/>
        <p:txBody>
          <a:bodyPr/>
          <a:lstStyle/>
          <a:p>
            <a:fld id="{10895658-EA1F-4910-80AB-4DA76E167475}" type="slidenum">
              <a:rPr lang="en-US" smtClean="0"/>
              <a:t>17</a:t>
            </a:fld>
            <a:endParaRPr lang="en-US"/>
          </a:p>
        </p:txBody>
      </p:sp>
    </p:spTree>
    <p:extLst>
      <p:ext uri="{BB962C8B-B14F-4D97-AF65-F5344CB8AC3E}">
        <p14:creationId xmlns:p14="http://schemas.microsoft.com/office/powerpoint/2010/main" val="418289674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13.svg"/><Relationship Id="rId7" Type="http://schemas.openxmlformats.org/officeDocument/2006/relationships/image" Target="../media/image17.svg"/><Relationship Id="rId2" Type="http://schemas.openxmlformats.org/officeDocument/2006/relationships/image" Target="../media/image12.png"/><Relationship Id="rId1" Type="http://schemas.openxmlformats.org/officeDocument/2006/relationships/slideMaster" Target="../slideMasters/slideMaster1.xml"/><Relationship Id="rId6" Type="http://schemas.openxmlformats.org/officeDocument/2006/relationships/image" Target="../media/image16.png"/><Relationship Id="rId5" Type="http://schemas.openxmlformats.org/officeDocument/2006/relationships/image" Target="../media/image15.svg"/><Relationship Id="rId10" Type="http://schemas.openxmlformats.org/officeDocument/2006/relationships/image" Target="../media/image5.png"/><Relationship Id="rId4" Type="http://schemas.openxmlformats.org/officeDocument/2006/relationships/image" Target="../media/image14.png"/><Relationship Id="rId9"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Master" Target="../slideMasters/slideMaster1.xml"/><Relationship Id="rId6" Type="http://schemas.openxmlformats.org/officeDocument/2006/relationships/image" Target="../media/image22.svg"/><Relationship Id="rId5" Type="http://schemas.openxmlformats.org/officeDocument/2006/relationships/image" Target="../media/image21.png"/><Relationship Id="rId4" Type="http://schemas.openxmlformats.org/officeDocument/2006/relationships/image" Target="../media/image20.sv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7.svg"/><Relationship Id="rId7" Type="http://schemas.openxmlformats.org/officeDocument/2006/relationships/image" Target="../media/image24.svg"/><Relationship Id="rId2" Type="http://schemas.openxmlformats.org/officeDocument/2006/relationships/image" Target="../media/image16.png"/><Relationship Id="rId1" Type="http://schemas.openxmlformats.org/officeDocument/2006/relationships/slideMaster" Target="../slideMasters/slideMaster1.xml"/><Relationship Id="rId6" Type="http://schemas.openxmlformats.org/officeDocument/2006/relationships/image" Target="../media/image23.png"/><Relationship Id="rId5" Type="http://schemas.openxmlformats.org/officeDocument/2006/relationships/image" Target="../media/image13.svg"/><Relationship Id="rId4"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26.svg"/><Relationship Id="rId4" Type="http://schemas.openxmlformats.org/officeDocument/2006/relationships/image" Target="../media/image2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Master" Target="../slideMasters/slideMaster1.xml"/><Relationship Id="rId5" Type="http://schemas.openxmlformats.org/officeDocument/2006/relationships/image" Target="../media/image26.svg"/><Relationship Id="rId4" Type="http://schemas.openxmlformats.org/officeDocument/2006/relationships/image" Target="../media/image2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2"/>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E9AF4D7D-42EC-4F30-296A-81B05C4E7D57}"/>
              </a:ext>
              <a:ext uri="{C183D7F6-B498-43B3-948B-1728B52AA6E4}">
                <adec:decorative xmlns:adec="http://schemas.microsoft.com/office/drawing/2017/decorative" val="1"/>
              </a:ext>
            </a:extLst>
          </p:cNvPr>
          <p:cNvGrpSpPr/>
          <p:nvPr userDrawn="1"/>
        </p:nvGrpSpPr>
        <p:grpSpPr>
          <a:xfrm>
            <a:off x="0" y="0"/>
            <a:ext cx="6843092" cy="6858000"/>
            <a:chOff x="0" y="0"/>
            <a:chExt cx="6843092" cy="6858000"/>
          </a:xfrm>
        </p:grpSpPr>
        <p:sp>
          <p:nvSpPr>
            <p:cNvPr id="344" name="Rectangle 343">
              <a:extLst>
                <a:ext uri="{FF2B5EF4-FFF2-40B4-BE49-F238E27FC236}">
                  <a16:creationId xmlns:a16="http://schemas.microsoft.com/office/drawing/2014/main" id="{0685D98A-CA5A-4C48-9AEB-4C1A201237A1}"/>
                </a:ext>
              </a:extLst>
            </p:cNvPr>
            <p:cNvSpPr/>
            <p:nvPr userDrawn="1"/>
          </p:nvSpPr>
          <p:spPr>
            <a:xfrm>
              <a:off x="2021206" y="4828032"/>
              <a:ext cx="2029968" cy="20299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1F97041-3EE3-4F17-990B-3AC264934EF0}"/>
                </a:ext>
              </a:extLst>
            </p:cNvPr>
            <p:cNvSpPr/>
            <p:nvPr userDrawn="1"/>
          </p:nvSpPr>
          <p:spPr>
            <a:xfrm>
              <a:off x="0" y="0"/>
              <a:ext cx="2029968" cy="2029968"/>
            </a:xfrm>
            <a:custGeom>
              <a:avLst/>
              <a:gdLst>
                <a:gd name="connsiteX0" fmla="*/ 0 w 1828800"/>
                <a:gd name="connsiteY0" fmla="*/ 0 h 1828800"/>
                <a:gd name="connsiteX1" fmla="*/ 1828800 w 1828800"/>
                <a:gd name="connsiteY1" fmla="*/ 0 h 1828800"/>
                <a:gd name="connsiteX2" fmla="*/ 1828800 w 1828800"/>
                <a:gd name="connsiteY2" fmla="*/ 1828800 h 1828800"/>
                <a:gd name="connsiteX3" fmla="*/ 0 w 1828800"/>
                <a:gd name="connsiteY3" fmla="*/ 1828800 h 1828800"/>
                <a:gd name="connsiteX4" fmla="*/ 0 w 1828800"/>
                <a:gd name="connsiteY4" fmla="*/ 0 h 1828800"/>
                <a:gd name="connsiteX0" fmla="*/ 0 w 1828800"/>
                <a:gd name="connsiteY0" fmla="*/ 0 h 1828800"/>
                <a:gd name="connsiteX1" fmla="*/ 1828800 w 1828800"/>
                <a:gd name="connsiteY1" fmla="*/ 1828800 h 1828800"/>
                <a:gd name="connsiteX2" fmla="*/ 0 w 1828800"/>
                <a:gd name="connsiteY2" fmla="*/ 1828800 h 1828800"/>
                <a:gd name="connsiteX3" fmla="*/ 0 w 1828800"/>
                <a:gd name="connsiteY3" fmla="*/ 0 h 1828800"/>
              </a:gdLst>
              <a:ahLst/>
              <a:cxnLst>
                <a:cxn ang="0">
                  <a:pos x="connsiteX0" y="connsiteY0"/>
                </a:cxn>
                <a:cxn ang="0">
                  <a:pos x="connsiteX1" y="connsiteY1"/>
                </a:cxn>
                <a:cxn ang="0">
                  <a:pos x="connsiteX2" y="connsiteY2"/>
                </a:cxn>
                <a:cxn ang="0">
                  <a:pos x="connsiteX3" y="connsiteY3"/>
                </a:cxn>
              </a:cxnLst>
              <a:rect l="l" t="t" r="r" b="b"/>
              <a:pathLst>
                <a:path w="1828800" h="1828800">
                  <a:moveTo>
                    <a:pt x="0" y="0"/>
                  </a:moveTo>
                  <a:lnTo>
                    <a:pt x="1828800" y="1828800"/>
                  </a:lnTo>
                  <a:lnTo>
                    <a:pt x="0" y="1828800"/>
                  </a:lnTo>
                  <a:lnTo>
                    <a:pt x="0" y="0"/>
                  </a:ln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1DA30E2-82DB-4AA1-B134-9482F5CD7689}"/>
                </a:ext>
              </a:extLst>
            </p:cNvPr>
            <p:cNvSpPr/>
            <p:nvPr userDrawn="1"/>
          </p:nvSpPr>
          <p:spPr>
            <a:xfrm>
              <a:off x="2457970" y="1686431"/>
              <a:ext cx="1828800" cy="18288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5502070B-3F7D-436A-849C-FB64175E8B45}"/>
                </a:ext>
              </a:extLst>
            </p:cNvPr>
            <p:cNvSpPr/>
            <p:nvPr userDrawn="1"/>
          </p:nvSpPr>
          <p:spPr>
            <a:xfrm>
              <a:off x="0" y="6108192"/>
              <a:ext cx="2029968" cy="7498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9">
              <a:extLst>
                <a:ext uri="{FF2B5EF4-FFF2-40B4-BE49-F238E27FC236}">
                  <a16:creationId xmlns:a16="http://schemas.microsoft.com/office/drawing/2014/main" id="{675AAC8A-F8AB-44A3-9748-96464E9E0B6B}"/>
                </a:ext>
              </a:extLst>
            </p:cNvPr>
            <p:cNvSpPr/>
            <p:nvPr userDrawn="1"/>
          </p:nvSpPr>
          <p:spPr>
            <a:xfrm>
              <a:off x="4054172" y="4069080"/>
              <a:ext cx="2788920" cy="2788920"/>
            </a:xfrm>
            <a:custGeom>
              <a:avLst/>
              <a:gdLst>
                <a:gd name="connsiteX0" fmla="*/ 0 w 1828800"/>
                <a:gd name="connsiteY0" fmla="*/ 0 h 1828800"/>
                <a:gd name="connsiteX1" fmla="*/ 1828800 w 1828800"/>
                <a:gd name="connsiteY1" fmla="*/ 0 h 1828800"/>
                <a:gd name="connsiteX2" fmla="*/ 1828800 w 1828800"/>
                <a:gd name="connsiteY2" fmla="*/ 1828800 h 1828800"/>
                <a:gd name="connsiteX3" fmla="*/ 0 w 1828800"/>
                <a:gd name="connsiteY3" fmla="*/ 1828800 h 1828800"/>
                <a:gd name="connsiteX4" fmla="*/ 0 w 1828800"/>
                <a:gd name="connsiteY4" fmla="*/ 0 h 1828800"/>
                <a:gd name="connsiteX0" fmla="*/ 0 w 1828800"/>
                <a:gd name="connsiteY0" fmla="*/ 0 h 1828800"/>
                <a:gd name="connsiteX1" fmla="*/ 1828800 w 1828800"/>
                <a:gd name="connsiteY1" fmla="*/ 1828800 h 1828800"/>
                <a:gd name="connsiteX2" fmla="*/ 0 w 1828800"/>
                <a:gd name="connsiteY2" fmla="*/ 1828800 h 1828800"/>
                <a:gd name="connsiteX3" fmla="*/ 0 w 1828800"/>
                <a:gd name="connsiteY3" fmla="*/ 0 h 1828800"/>
              </a:gdLst>
              <a:ahLst/>
              <a:cxnLst>
                <a:cxn ang="0">
                  <a:pos x="connsiteX0" y="connsiteY0"/>
                </a:cxn>
                <a:cxn ang="0">
                  <a:pos x="connsiteX1" y="connsiteY1"/>
                </a:cxn>
                <a:cxn ang="0">
                  <a:pos x="connsiteX2" y="connsiteY2"/>
                </a:cxn>
                <a:cxn ang="0">
                  <a:pos x="connsiteX3" y="connsiteY3"/>
                </a:cxn>
              </a:cxnLst>
              <a:rect l="l" t="t" r="r" b="b"/>
              <a:pathLst>
                <a:path w="1828800" h="1828800">
                  <a:moveTo>
                    <a:pt x="0" y="0"/>
                  </a:moveTo>
                  <a:lnTo>
                    <a:pt x="1828800" y="1828800"/>
                  </a:lnTo>
                  <a:lnTo>
                    <a:pt x="0" y="1828800"/>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6" name="Group 115">
              <a:extLst>
                <a:ext uri="{FF2B5EF4-FFF2-40B4-BE49-F238E27FC236}">
                  <a16:creationId xmlns:a16="http://schemas.microsoft.com/office/drawing/2014/main" id="{AC3F6810-4D95-4C6E-A30A-459BAD7510FE}"/>
                </a:ext>
              </a:extLst>
            </p:cNvPr>
            <p:cNvGrpSpPr/>
            <p:nvPr userDrawn="1"/>
          </p:nvGrpSpPr>
          <p:grpSpPr>
            <a:xfrm>
              <a:off x="23853" y="2101527"/>
              <a:ext cx="1920240" cy="1920240"/>
              <a:chOff x="5361924" y="7472790"/>
              <a:chExt cx="1828800" cy="1828800"/>
            </a:xfrm>
          </p:grpSpPr>
          <p:grpSp>
            <p:nvGrpSpPr>
              <p:cNvPr id="115" name="Group 114">
                <a:extLst>
                  <a:ext uri="{FF2B5EF4-FFF2-40B4-BE49-F238E27FC236}">
                    <a16:creationId xmlns:a16="http://schemas.microsoft.com/office/drawing/2014/main" id="{81973B3A-7185-45FB-A2E6-A7BDE6414DF3}"/>
                  </a:ext>
                </a:extLst>
              </p:cNvPr>
              <p:cNvGrpSpPr/>
              <p:nvPr userDrawn="1"/>
            </p:nvGrpSpPr>
            <p:grpSpPr>
              <a:xfrm>
                <a:off x="5361924" y="7472790"/>
                <a:ext cx="1828800" cy="1828800"/>
                <a:chOff x="5361924" y="7472790"/>
                <a:chExt cx="1828800" cy="1828800"/>
              </a:xfrm>
            </p:grpSpPr>
            <p:grpSp>
              <p:nvGrpSpPr>
                <p:cNvPr id="99" name="Group 98">
                  <a:extLst>
                    <a:ext uri="{FF2B5EF4-FFF2-40B4-BE49-F238E27FC236}">
                      <a16:creationId xmlns:a16="http://schemas.microsoft.com/office/drawing/2014/main" id="{DACFFF66-0600-406E-AF42-9FD8E8EDB397}"/>
                    </a:ext>
                  </a:extLst>
                </p:cNvPr>
                <p:cNvGrpSpPr/>
                <p:nvPr userDrawn="1"/>
              </p:nvGrpSpPr>
              <p:grpSpPr>
                <a:xfrm>
                  <a:off x="5361924" y="7472790"/>
                  <a:ext cx="1828800" cy="1828800"/>
                  <a:chOff x="5388428" y="7173291"/>
                  <a:chExt cx="1828800" cy="1828800"/>
                </a:xfrm>
              </p:grpSpPr>
              <p:grpSp>
                <p:nvGrpSpPr>
                  <p:cNvPr id="96" name="Group 95">
                    <a:extLst>
                      <a:ext uri="{FF2B5EF4-FFF2-40B4-BE49-F238E27FC236}">
                        <a16:creationId xmlns:a16="http://schemas.microsoft.com/office/drawing/2014/main" id="{9411687D-2631-487B-AEAB-39750C9E52BF}"/>
                      </a:ext>
                    </a:extLst>
                  </p:cNvPr>
                  <p:cNvGrpSpPr/>
                  <p:nvPr userDrawn="1"/>
                </p:nvGrpSpPr>
                <p:grpSpPr>
                  <a:xfrm>
                    <a:off x="5388428" y="7173291"/>
                    <a:ext cx="1828800" cy="1828800"/>
                    <a:chOff x="5388428" y="7173291"/>
                    <a:chExt cx="1828800" cy="1828800"/>
                  </a:xfrm>
                </p:grpSpPr>
                <p:grpSp>
                  <p:nvGrpSpPr>
                    <p:cNvPr id="90" name="Group 89">
                      <a:extLst>
                        <a:ext uri="{FF2B5EF4-FFF2-40B4-BE49-F238E27FC236}">
                          <a16:creationId xmlns:a16="http://schemas.microsoft.com/office/drawing/2014/main" id="{4BDDEAF6-0726-4BF4-96D7-EBA489ABF3E5}"/>
                        </a:ext>
                      </a:extLst>
                    </p:cNvPr>
                    <p:cNvGrpSpPr/>
                    <p:nvPr userDrawn="1"/>
                  </p:nvGrpSpPr>
                  <p:grpSpPr>
                    <a:xfrm>
                      <a:off x="5388428" y="7173291"/>
                      <a:ext cx="1828800" cy="1828800"/>
                      <a:chOff x="5579044" y="7049770"/>
                      <a:chExt cx="1828800" cy="1828800"/>
                    </a:xfrm>
                  </p:grpSpPr>
                  <p:grpSp>
                    <p:nvGrpSpPr>
                      <p:cNvPr id="89" name="Group 88">
                        <a:extLst>
                          <a:ext uri="{FF2B5EF4-FFF2-40B4-BE49-F238E27FC236}">
                            <a16:creationId xmlns:a16="http://schemas.microsoft.com/office/drawing/2014/main" id="{F80BBFBA-D0FB-4E20-8981-F569A2A0B678}"/>
                          </a:ext>
                        </a:extLst>
                      </p:cNvPr>
                      <p:cNvGrpSpPr/>
                      <p:nvPr userDrawn="1"/>
                    </p:nvGrpSpPr>
                    <p:grpSpPr>
                      <a:xfrm>
                        <a:off x="5579044" y="7049770"/>
                        <a:ext cx="1828800" cy="1828800"/>
                        <a:chOff x="5579044" y="7049770"/>
                        <a:chExt cx="1828800" cy="1828800"/>
                      </a:xfrm>
                    </p:grpSpPr>
                    <p:grpSp>
                      <p:nvGrpSpPr>
                        <p:cNvPr id="86" name="Group 85">
                          <a:extLst>
                            <a:ext uri="{FF2B5EF4-FFF2-40B4-BE49-F238E27FC236}">
                              <a16:creationId xmlns:a16="http://schemas.microsoft.com/office/drawing/2014/main" id="{6B3BCF7C-4204-4B1A-8371-96E859FC8425}"/>
                            </a:ext>
                          </a:extLst>
                        </p:cNvPr>
                        <p:cNvGrpSpPr/>
                        <p:nvPr userDrawn="1"/>
                      </p:nvGrpSpPr>
                      <p:grpSpPr>
                        <a:xfrm>
                          <a:off x="5579044" y="7049770"/>
                          <a:ext cx="1828800" cy="1828800"/>
                          <a:chOff x="5579044" y="7049770"/>
                          <a:chExt cx="1828800" cy="1828800"/>
                        </a:xfrm>
                      </p:grpSpPr>
                      <p:grpSp>
                        <p:nvGrpSpPr>
                          <p:cNvPr id="83" name="Group 82">
                            <a:extLst>
                              <a:ext uri="{FF2B5EF4-FFF2-40B4-BE49-F238E27FC236}">
                                <a16:creationId xmlns:a16="http://schemas.microsoft.com/office/drawing/2014/main" id="{31CF95CD-48BB-4659-870A-21584266D83F}"/>
                              </a:ext>
                            </a:extLst>
                          </p:cNvPr>
                          <p:cNvGrpSpPr/>
                          <p:nvPr userDrawn="1"/>
                        </p:nvGrpSpPr>
                        <p:grpSpPr>
                          <a:xfrm>
                            <a:off x="5579044" y="7049770"/>
                            <a:ext cx="1828800" cy="1828800"/>
                            <a:chOff x="5579044" y="7049770"/>
                            <a:chExt cx="1828800" cy="1828800"/>
                          </a:xfrm>
                        </p:grpSpPr>
                        <p:sp>
                          <p:nvSpPr>
                            <p:cNvPr id="78" name="Oval 77">
                              <a:extLst>
                                <a:ext uri="{FF2B5EF4-FFF2-40B4-BE49-F238E27FC236}">
                                  <a16:creationId xmlns:a16="http://schemas.microsoft.com/office/drawing/2014/main" id="{871E1954-F3FD-427D-8FFA-F28839673545}"/>
                                </a:ext>
                              </a:extLst>
                            </p:cNvPr>
                            <p:cNvSpPr/>
                            <p:nvPr userDrawn="1"/>
                          </p:nvSpPr>
                          <p:spPr>
                            <a:xfrm>
                              <a:off x="5579044" y="7049770"/>
                              <a:ext cx="1828800" cy="182880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80" name="Oval 79">
                              <a:extLst>
                                <a:ext uri="{FF2B5EF4-FFF2-40B4-BE49-F238E27FC236}">
                                  <a16:creationId xmlns:a16="http://schemas.microsoft.com/office/drawing/2014/main" id="{B655BD1D-8AE2-43E7-B1D4-17923D0E0171}"/>
                                </a:ext>
                              </a:extLst>
                            </p:cNvPr>
                            <p:cNvSpPr/>
                            <p:nvPr userDrawn="1"/>
                          </p:nvSpPr>
                          <p:spPr>
                            <a:xfrm>
                              <a:off x="5647624" y="7118350"/>
                              <a:ext cx="1691640" cy="169164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82" name="Oval 81">
                            <a:extLst>
                              <a:ext uri="{FF2B5EF4-FFF2-40B4-BE49-F238E27FC236}">
                                <a16:creationId xmlns:a16="http://schemas.microsoft.com/office/drawing/2014/main" id="{9F92C461-5E10-49F3-B4F0-F320512C0756}"/>
                              </a:ext>
                            </a:extLst>
                          </p:cNvPr>
                          <p:cNvSpPr/>
                          <p:nvPr userDrawn="1"/>
                        </p:nvSpPr>
                        <p:spPr>
                          <a:xfrm>
                            <a:off x="5716204" y="7186930"/>
                            <a:ext cx="1554480" cy="155448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85" name="Oval 84">
                          <a:extLst>
                            <a:ext uri="{FF2B5EF4-FFF2-40B4-BE49-F238E27FC236}">
                              <a16:creationId xmlns:a16="http://schemas.microsoft.com/office/drawing/2014/main" id="{A6D57951-375C-41E9-BF45-DFC40F8E0A1A}"/>
                            </a:ext>
                          </a:extLst>
                        </p:cNvPr>
                        <p:cNvSpPr/>
                        <p:nvPr userDrawn="1"/>
                      </p:nvSpPr>
                      <p:spPr>
                        <a:xfrm>
                          <a:off x="5784784" y="7255510"/>
                          <a:ext cx="1417320" cy="141732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88" name="Oval 87">
                        <a:extLst>
                          <a:ext uri="{FF2B5EF4-FFF2-40B4-BE49-F238E27FC236}">
                            <a16:creationId xmlns:a16="http://schemas.microsoft.com/office/drawing/2014/main" id="{E4A4216D-DF9B-4DD9-989C-1F4040F3F4F7}"/>
                          </a:ext>
                        </a:extLst>
                      </p:cNvPr>
                      <p:cNvSpPr/>
                      <p:nvPr userDrawn="1"/>
                    </p:nvSpPr>
                    <p:spPr>
                      <a:xfrm>
                        <a:off x="5853364" y="7324090"/>
                        <a:ext cx="1280160" cy="128016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92" name="Oval 91">
                      <a:extLst>
                        <a:ext uri="{FF2B5EF4-FFF2-40B4-BE49-F238E27FC236}">
                          <a16:creationId xmlns:a16="http://schemas.microsoft.com/office/drawing/2014/main" id="{3DCCC81D-9EE7-47A8-8A4C-74B5E047A336}"/>
                        </a:ext>
                      </a:extLst>
                    </p:cNvPr>
                    <p:cNvSpPr/>
                    <p:nvPr userDrawn="1"/>
                  </p:nvSpPr>
                  <p:spPr>
                    <a:xfrm>
                      <a:off x="5731328" y="7516191"/>
                      <a:ext cx="1143000" cy="114300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95" name="Oval 94">
                    <a:extLst>
                      <a:ext uri="{FF2B5EF4-FFF2-40B4-BE49-F238E27FC236}">
                        <a16:creationId xmlns:a16="http://schemas.microsoft.com/office/drawing/2014/main" id="{9985F9FD-CFFB-417E-A560-28BD7BC7EE86}"/>
                      </a:ext>
                    </a:extLst>
                  </p:cNvPr>
                  <p:cNvSpPr/>
                  <p:nvPr userDrawn="1"/>
                </p:nvSpPr>
                <p:spPr>
                  <a:xfrm>
                    <a:off x="5799908" y="7584771"/>
                    <a:ext cx="1005840" cy="100584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98" name="Oval 97">
                  <a:extLst>
                    <a:ext uri="{FF2B5EF4-FFF2-40B4-BE49-F238E27FC236}">
                      <a16:creationId xmlns:a16="http://schemas.microsoft.com/office/drawing/2014/main" id="{9A923F7B-7D75-4E04-AE62-D5B99F645756}"/>
                    </a:ext>
                  </a:extLst>
                </p:cNvPr>
                <p:cNvSpPr/>
                <p:nvPr userDrawn="1"/>
              </p:nvSpPr>
              <p:spPr>
                <a:xfrm>
                  <a:off x="5841984" y="7952850"/>
                  <a:ext cx="868680" cy="86868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02" name="Oval 101">
                  <a:extLst>
                    <a:ext uri="{FF2B5EF4-FFF2-40B4-BE49-F238E27FC236}">
                      <a16:creationId xmlns:a16="http://schemas.microsoft.com/office/drawing/2014/main" id="{F0239D2C-73EF-42E3-B73F-E69B7C27F65B}"/>
                    </a:ext>
                  </a:extLst>
                </p:cNvPr>
                <p:cNvSpPr/>
                <p:nvPr userDrawn="1"/>
              </p:nvSpPr>
              <p:spPr>
                <a:xfrm>
                  <a:off x="5910564" y="8021430"/>
                  <a:ext cx="731520" cy="73152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05" name="Oval 104">
                  <a:extLst>
                    <a:ext uri="{FF2B5EF4-FFF2-40B4-BE49-F238E27FC236}">
                      <a16:creationId xmlns:a16="http://schemas.microsoft.com/office/drawing/2014/main" id="{59BA1C3D-ADED-4596-8A9D-3DEC7E848945}"/>
                    </a:ext>
                  </a:extLst>
                </p:cNvPr>
                <p:cNvSpPr/>
                <p:nvPr userDrawn="1"/>
              </p:nvSpPr>
              <p:spPr>
                <a:xfrm>
                  <a:off x="5979144" y="8090010"/>
                  <a:ext cx="594360" cy="59436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08" name="Oval 107">
                  <a:extLst>
                    <a:ext uri="{FF2B5EF4-FFF2-40B4-BE49-F238E27FC236}">
                      <a16:creationId xmlns:a16="http://schemas.microsoft.com/office/drawing/2014/main" id="{015F2BFA-6803-42A0-A870-794B120EF574}"/>
                    </a:ext>
                  </a:extLst>
                </p:cNvPr>
                <p:cNvSpPr/>
                <p:nvPr userDrawn="1"/>
              </p:nvSpPr>
              <p:spPr>
                <a:xfrm>
                  <a:off x="6047724" y="8158590"/>
                  <a:ext cx="457200" cy="45720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10" name="Oval 109">
                  <a:extLst>
                    <a:ext uri="{FF2B5EF4-FFF2-40B4-BE49-F238E27FC236}">
                      <a16:creationId xmlns:a16="http://schemas.microsoft.com/office/drawing/2014/main" id="{E09A173D-9FE5-446C-B59E-5D7C0A00BF6C}"/>
                    </a:ext>
                  </a:extLst>
                </p:cNvPr>
                <p:cNvSpPr/>
                <p:nvPr userDrawn="1"/>
              </p:nvSpPr>
              <p:spPr>
                <a:xfrm>
                  <a:off x="6116304" y="8227170"/>
                  <a:ext cx="320040" cy="32004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113" name="Oval 112">
                <a:extLst>
                  <a:ext uri="{FF2B5EF4-FFF2-40B4-BE49-F238E27FC236}">
                    <a16:creationId xmlns:a16="http://schemas.microsoft.com/office/drawing/2014/main" id="{974C3792-995F-4717-8C8B-089BBA7DE9C7}"/>
                  </a:ext>
                </a:extLst>
              </p:cNvPr>
              <p:cNvSpPr/>
              <p:nvPr userDrawn="1"/>
            </p:nvSpPr>
            <p:spPr>
              <a:xfrm>
                <a:off x="6184884" y="8295750"/>
                <a:ext cx="182880" cy="18288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23" name="Freeform: Shape 22">
              <a:extLst>
                <a:ext uri="{FF2B5EF4-FFF2-40B4-BE49-F238E27FC236}">
                  <a16:creationId xmlns:a16="http://schemas.microsoft.com/office/drawing/2014/main" id="{C8FD950B-0E2B-4905-8DE9-195E24B2ABE7}"/>
                </a:ext>
              </a:extLst>
            </p:cNvPr>
            <p:cNvSpPr/>
            <p:nvPr userDrawn="1"/>
          </p:nvSpPr>
          <p:spPr>
            <a:xfrm rot="10800000">
              <a:off x="1013527" y="2043171"/>
              <a:ext cx="1014984" cy="2029968"/>
            </a:xfrm>
            <a:custGeom>
              <a:avLst/>
              <a:gdLst>
                <a:gd name="connsiteX0" fmla="*/ 1248 w 915648"/>
                <a:gd name="connsiteY0" fmla="*/ 0 h 1828800"/>
                <a:gd name="connsiteX1" fmla="*/ 915648 w 915648"/>
                <a:gd name="connsiteY1" fmla="*/ 914400 h 1828800"/>
                <a:gd name="connsiteX2" fmla="*/ 1248 w 915648"/>
                <a:gd name="connsiteY2" fmla="*/ 1828800 h 1828800"/>
                <a:gd name="connsiteX3" fmla="*/ 0 w 915648"/>
                <a:gd name="connsiteY3" fmla="*/ 1828737 h 1828800"/>
                <a:gd name="connsiteX4" fmla="*/ 0 w 915648"/>
                <a:gd name="connsiteY4" fmla="*/ 63 h 1828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5648" h="1828800">
                  <a:moveTo>
                    <a:pt x="1248" y="0"/>
                  </a:moveTo>
                  <a:cubicBezTo>
                    <a:pt x="506257" y="0"/>
                    <a:pt x="915648" y="409391"/>
                    <a:pt x="915648" y="914400"/>
                  </a:cubicBezTo>
                  <a:cubicBezTo>
                    <a:pt x="915648" y="1419409"/>
                    <a:pt x="506257" y="1828800"/>
                    <a:pt x="1248" y="1828800"/>
                  </a:cubicBezTo>
                  <a:lnTo>
                    <a:pt x="0" y="1828737"/>
                  </a:lnTo>
                  <a:lnTo>
                    <a:pt x="0" y="63"/>
                  </a:ln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8" name="Rectangle 9">
              <a:extLst>
                <a:ext uri="{FF2B5EF4-FFF2-40B4-BE49-F238E27FC236}">
                  <a16:creationId xmlns:a16="http://schemas.microsoft.com/office/drawing/2014/main" id="{D0B57759-E007-4FD0-9C6B-356DC53050C4}"/>
                </a:ext>
              </a:extLst>
            </p:cNvPr>
            <p:cNvSpPr/>
            <p:nvPr userDrawn="1"/>
          </p:nvSpPr>
          <p:spPr>
            <a:xfrm rot="5400000">
              <a:off x="2028432" y="4821048"/>
              <a:ext cx="2029968" cy="2029968"/>
            </a:xfrm>
            <a:custGeom>
              <a:avLst/>
              <a:gdLst>
                <a:gd name="connsiteX0" fmla="*/ 0 w 1828800"/>
                <a:gd name="connsiteY0" fmla="*/ 0 h 1828800"/>
                <a:gd name="connsiteX1" fmla="*/ 1828800 w 1828800"/>
                <a:gd name="connsiteY1" fmla="*/ 0 h 1828800"/>
                <a:gd name="connsiteX2" fmla="*/ 1828800 w 1828800"/>
                <a:gd name="connsiteY2" fmla="*/ 1828800 h 1828800"/>
                <a:gd name="connsiteX3" fmla="*/ 0 w 1828800"/>
                <a:gd name="connsiteY3" fmla="*/ 1828800 h 1828800"/>
                <a:gd name="connsiteX4" fmla="*/ 0 w 1828800"/>
                <a:gd name="connsiteY4" fmla="*/ 0 h 1828800"/>
                <a:gd name="connsiteX0" fmla="*/ 0 w 1828800"/>
                <a:gd name="connsiteY0" fmla="*/ 0 h 1828800"/>
                <a:gd name="connsiteX1" fmla="*/ 1828800 w 1828800"/>
                <a:gd name="connsiteY1" fmla="*/ 1828800 h 1828800"/>
                <a:gd name="connsiteX2" fmla="*/ 0 w 1828800"/>
                <a:gd name="connsiteY2" fmla="*/ 1828800 h 1828800"/>
                <a:gd name="connsiteX3" fmla="*/ 0 w 1828800"/>
                <a:gd name="connsiteY3" fmla="*/ 0 h 1828800"/>
              </a:gdLst>
              <a:ahLst/>
              <a:cxnLst>
                <a:cxn ang="0">
                  <a:pos x="connsiteX0" y="connsiteY0"/>
                </a:cxn>
                <a:cxn ang="0">
                  <a:pos x="connsiteX1" y="connsiteY1"/>
                </a:cxn>
                <a:cxn ang="0">
                  <a:pos x="connsiteX2" y="connsiteY2"/>
                </a:cxn>
                <a:cxn ang="0">
                  <a:pos x="connsiteX3" y="connsiteY3"/>
                </a:cxn>
              </a:cxnLst>
              <a:rect l="l" t="t" r="r" b="b"/>
              <a:pathLst>
                <a:path w="1828800" h="1828800">
                  <a:moveTo>
                    <a:pt x="0" y="0"/>
                  </a:moveTo>
                  <a:lnTo>
                    <a:pt x="1828800" y="1828800"/>
                  </a:lnTo>
                  <a:lnTo>
                    <a:pt x="0" y="1828800"/>
                  </a:lnTo>
                  <a:lnTo>
                    <a:pt x="0" y="0"/>
                  </a:ln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Oval 174">
              <a:extLst>
                <a:ext uri="{FF2B5EF4-FFF2-40B4-BE49-F238E27FC236}">
                  <a16:creationId xmlns:a16="http://schemas.microsoft.com/office/drawing/2014/main" id="{273C520A-0126-47DA-A75B-1A38883907A2}"/>
                </a:ext>
              </a:extLst>
            </p:cNvPr>
            <p:cNvSpPr/>
            <p:nvPr userDrawn="1"/>
          </p:nvSpPr>
          <p:spPr>
            <a:xfrm>
              <a:off x="861942" y="888111"/>
              <a:ext cx="274320" cy="2743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 name="Rectangle 290">
              <a:extLst>
                <a:ext uri="{FF2B5EF4-FFF2-40B4-BE49-F238E27FC236}">
                  <a16:creationId xmlns:a16="http://schemas.microsoft.com/office/drawing/2014/main" id="{AB12487D-8BC9-4BEB-B6A7-B9DD702B2BD3}"/>
                </a:ext>
              </a:extLst>
            </p:cNvPr>
            <p:cNvSpPr/>
            <p:nvPr userDrawn="1"/>
          </p:nvSpPr>
          <p:spPr>
            <a:xfrm>
              <a:off x="0" y="4082178"/>
              <a:ext cx="2029968" cy="202996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97" name="Graphic 296">
              <a:extLst>
                <a:ext uri="{FF2B5EF4-FFF2-40B4-BE49-F238E27FC236}">
                  <a16:creationId xmlns:a16="http://schemas.microsoft.com/office/drawing/2014/main" id="{AEE6DE36-A3C9-4D40-B471-F49B6A875D3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10800000">
              <a:off x="2029016" y="2051944"/>
              <a:ext cx="2029968" cy="2029968"/>
            </a:xfrm>
            <a:prstGeom prst="rect">
              <a:avLst/>
            </a:prstGeom>
          </p:spPr>
        </p:pic>
        <p:pic>
          <p:nvPicPr>
            <p:cNvPr id="299" name="Graphic 298">
              <a:extLst>
                <a:ext uri="{FF2B5EF4-FFF2-40B4-BE49-F238E27FC236}">
                  <a16:creationId xmlns:a16="http://schemas.microsoft.com/office/drawing/2014/main" id="{99FF86FA-8891-4235-B88B-CFCA3B57E53A}"/>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4078224"/>
              <a:ext cx="2029968" cy="2029968"/>
            </a:xfrm>
            <a:prstGeom prst="rect">
              <a:avLst/>
            </a:prstGeom>
          </p:spPr>
        </p:pic>
        <p:cxnSp>
          <p:nvCxnSpPr>
            <p:cNvPr id="170" name="Straight Connector 169">
              <a:extLst>
                <a:ext uri="{FF2B5EF4-FFF2-40B4-BE49-F238E27FC236}">
                  <a16:creationId xmlns:a16="http://schemas.microsoft.com/office/drawing/2014/main" id="{7ADD6DC9-9036-47C7-AAE5-8AF23CE0C81D}"/>
                </a:ext>
              </a:extLst>
            </p:cNvPr>
            <p:cNvCxnSpPr>
              <a:cxnSpLocks/>
            </p:cNvCxnSpPr>
            <p:nvPr userDrawn="1"/>
          </p:nvCxnSpPr>
          <p:spPr>
            <a:xfrm>
              <a:off x="974376" y="989441"/>
              <a:ext cx="5867327" cy="5867206"/>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6C25C416-A3A2-4CF9-9532-2C0BFB51CFDF}"/>
              </a:ext>
            </a:extLst>
          </p:cNvPr>
          <p:cNvSpPr>
            <a:spLocks noGrp="1"/>
          </p:cNvSpPr>
          <p:nvPr>
            <p:ph type="ctrTitle" hasCustomPrompt="1"/>
          </p:nvPr>
        </p:nvSpPr>
        <p:spPr>
          <a:xfrm>
            <a:off x="4714772" y="677918"/>
            <a:ext cx="6856292" cy="3590596"/>
          </a:xfrm>
        </p:spPr>
        <p:txBody>
          <a:bodyPr anchor="ctr"/>
          <a:lstStyle>
            <a:lvl1pPr algn="l">
              <a:defRPr sz="6000" cap="all" baseline="0">
                <a:solidFill>
                  <a:schemeClr val="tx2"/>
                </a:solidFill>
              </a:defRPr>
            </a:lvl1pPr>
          </a:lstStyle>
          <a:p>
            <a:r>
              <a:rPr lang="en-US"/>
              <a:t>Click to add title</a:t>
            </a:r>
          </a:p>
        </p:txBody>
      </p:sp>
    </p:spTree>
    <p:extLst>
      <p:ext uri="{BB962C8B-B14F-4D97-AF65-F5344CB8AC3E}">
        <p14:creationId xmlns:p14="http://schemas.microsoft.com/office/powerpoint/2010/main" val="670392170"/>
      </p:ext>
    </p:extLst>
  </p:cSld>
  <p:clrMapOvr>
    <a:masterClrMapping/>
  </p:clrMapOvr>
  <p:extLst>
    <p:ext uri="{DCECCB84-F9BA-43D5-87BE-67443E8EF086}">
      <p15:sldGuideLst xmlns:p15="http://schemas.microsoft.com/office/powerpoint/2012/main">
        <p15:guide id="1" orient="horz" pos="1080" userDrawn="1">
          <p15:clr>
            <a:srgbClr val="FBAE40"/>
          </p15:clr>
        </p15:guide>
        <p15:guide id="2" orient="horz" pos="2160" userDrawn="1">
          <p15:clr>
            <a:srgbClr val="FBAE40"/>
          </p15:clr>
        </p15:guide>
        <p15:guide id="3" orient="horz" pos="3240" userDrawn="1">
          <p15:clr>
            <a:srgbClr val="FBAE40"/>
          </p15:clr>
        </p15:guide>
        <p15:guide id="4" orient="horz" pos="2260" userDrawn="1">
          <p15:clr>
            <a:srgbClr val="FBAE40"/>
          </p15:clr>
        </p15:guide>
        <p15:guide id="5" pos="7296"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3">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4933950" y="429461"/>
            <a:ext cx="6343650" cy="2668463"/>
          </a:xfrm>
        </p:spPr>
        <p:txBody>
          <a:bodyPr anchor="b" anchorCtr="0"/>
          <a:lstStyle>
            <a:lvl1pPr>
              <a:defRPr cap="all" baseline="0">
                <a:solidFill>
                  <a:schemeClr val="accent1"/>
                </a:solidFill>
              </a:defRPr>
            </a:lvl1pPr>
          </a:lstStyle>
          <a:p>
            <a:r>
              <a:rPr lang="en-US"/>
              <a:t>CLICK TO ADD TITLE</a:t>
            </a:r>
          </a:p>
        </p:txBody>
      </p:sp>
      <p:sp>
        <p:nvSpPr>
          <p:cNvPr id="7" name="Content Placeholder 2">
            <a:extLst>
              <a:ext uri="{FF2B5EF4-FFF2-40B4-BE49-F238E27FC236}">
                <a16:creationId xmlns:a16="http://schemas.microsoft.com/office/drawing/2014/main" id="{F183B974-C7F1-5026-EC6E-647371B64BBB}"/>
              </a:ext>
            </a:extLst>
          </p:cNvPr>
          <p:cNvSpPr>
            <a:spLocks noGrp="1"/>
          </p:cNvSpPr>
          <p:nvPr>
            <p:ph sz="half" idx="14" hasCustomPrompt="1"/>
          </p:nvPr>
        </p:nvSpPr>
        <p:spPr>
          <a:xfrm>
            <a:off x="4938712" y="3299953"/>
            <a:ext cx="6338888" cy="2668463"/>
          </a:xfrm>
        </p:spPr>
        <p:txBody>
          <a:bodyPr>
            <a:normAutofit/>
          </a:bodyPr>
          <a:lstStyle>
            <a:lvl1pPr marL="0" indent="0">
              <a:lnSpc>
                <a:spcPct val="150000"/>
              </a:lnSpc>
              <a:spcBef>
                <a:spcPts val="0"/>
              </a:spcBef>
              <a:spcAft>
                <a:spcPts val="0"/>
              </a:spcAft>
              <a:buFont typeface="Arial" panose="020B0604020202020204" pitchFamily="34" charset="0"/>
              <a:buNone/>
              <a:defRPr sz="2400"/>
            </a:lvl1pPr>
            <a:lvl2pPr marL="457200">
              <a:lnSpc>
                <a:spcPts val="2000"/>
              </a:lnSpc>
              <a:defRPr sz="1800"/>
            </a:lvl2pPr>
            <a:lvl3pPr marL="914400">
              <a:lnSpc>
                <a:spcPts val="2000"/>
              </a:lnSpc>
              <a:defRPr sz="1800"/>
            </a:lvl3pPr>
            <a:lvl4pPr marL="1371600">
              <a:lnSpc>
                <a:spcPts val="2000"/>
              </a:lnSpc>
              <a:defRPr sz="1800"/>
            </a:lvl4pPr>
            <a:lvl5pPr marL="1828800">
              <a:lnSpc>
                <a:spcPts val="2000"/>
              </a:lnSpc>
              <a:defRPr sz="1800"/>
            </a:lvl5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grpSp>
        <p:nvGrpSpPr>
          <p:cNvPr id="3" name="Group 2">
            <a:extLst>
              <a:ext uri="{FF2B5EF4-FFF2-40B4-BE49-F238E27FC236}">
                <a16:creationId xmlns:a16="http://schemas.microsoft.com/office/drawing/2014/main" id="{464914EB-20DD-97B4-8FF9-94D739D21CA4}"/>
              </a:ext>
              <a:ext uri="{C183D7F6-B498-43B3-948B-1728B52AA6E4}">
                <adec:decorative xmlns:adec="http://schemas.microsoft.com/office/drawing/2017/decorative" val="1"/>
              </a:ext>
            </a:extLst>
          </p:cNvPr>
          <p:cNvGrpSpPr/>
          <p:nvPr userDrawn="1"/>
        </p:nvGrpSpPr>
        <p:grpSpPr>
          <a:xfrm>
            <a:off x="-9867" y="-7753"/>
            <a:ext cx="4187536" cy="6865753"/>
            <a:chOff x="-9867" y="-7753"/>
            <a:chExt cx="4187536" cy="6865753"/>
          </a:xfrm>
        </p:grpSpPr>
        <p:sp>
          <p:nvSpPr>
            <p:cNvPr id="64" name="Rectangle 63">
              <a:extLst>
                <a:ext uri="{FF2B5EF4-FFF2-40B4-BE49-F238E27FC236}">
                  <a16:creationId xmlns:a16="http://schemas.microsoft.com/office/drawing/2014/main" id="{0407AED1-9974-465A-BC9C-530E270105DE}"/>
                </a:ext>
              </a:extLst>
            </p:cNvPr>
            <p:cNvSpPr/>
            <p:nvPr userDrawn="1"/>
          </p:nvSpPr>
          <p:spPr>
            <a:xfrm flipH="1">
              <a:off x="0" y="2021358"/>
              <a:ext cx="2032942" cy="202996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808ADBC6-C9BE-4302-A86A-4AC842874C24}"/>
                </a:ext>
              </a:extLst>
            </p:cNvPr>
            <p:cNvSpPr/>
            <p:nvPr userDrawn="1"/>
          </p:nvSpPr>
          <p:spPr>
            <a:xfrm>
              <a:off x="2029604" y="2031653"/>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 name="connsiteX4" fmla="*/ 0 w 2029968"/>
                <a:gd name="connsiteY4" fmla="*/ 0 h 2029968"/>
                <a:gd name="connsiteX0" fmla="*/ 0 w 2029968"/>
                <a:gd name="connsiteY0" fmla="*/ 0 h 2029968"/>
                <a:gd name="connsiteX1" fmla="*/ 2029968 w 2029968"/>
                <a:gd name="connsiteY1" fmla="*/ 2029968 h 2029968"/>
                <a:gd name="connsiteX2" fmla="*/ 0 w 2029968"/>
                <a:gd name="connsiteY2" fmla="*/ 2029968 h 2029968"/>
                <a:gd name="connsiteX3" fmla="*/ 0 w 2029968"/>
                <a:gd name="connsiteY3" fmla="*/ 0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2029968"/>
                  </a:lnTo>
                  <a:lnTo>
                    <a:pt x="0" y="2029968"/>
                  </a:lnTo>
                  <a:lnTo>
                    <a:pt x="0" y="0"/>
                  </a:ln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02B04AFC-F339-4DFB-AA44-D68317065E02}"/>
                </a:ext>
              </a:extLst>
            </p:cNvPr>
            <p:cNvSpPr/>
            <p:nvPr userDrawn="1"/>
          </p:nvSpPr>
          <p:spPr>
            <a:xfrm>
              <a:off x="2028253" y="4052815"/>
              <a:ext cx="2029968" cy="202996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Picture 19" descr="A black and white striped pattern&#10;&#10;Description automatically generated with low confidence">
              <a:extLst>
                <a:ext uri="{FF2B5EF4-FFF2-40B4-BE49-F238E27FC236}">
                  <a16:creationId xmlns:a16="http://schemas.microsoft.com/office/drawing/2014/main" id="{E88B2398-8473-499F-836C-F3AF518F5BB2}"/>
                </a:ext>
              </a:extLst>
            </p:cNvPr>
            <p:cNvPicPr>
              <a:picLocks noChangeAspect="1"/>
            </p:cNvPicPr>
            <p:nvPr userDrawn="1"/>
          </p:nvPicPr>
          <p:blipFill>
            <a:blip r:embed="rId2" cstate="screen">
              <a:extLst>
                <a:ext uri="{28A0092B-C50C-407E-A947-70E740481C1C}">
                  <a14:useLocalDpi xmlns:a14="http://schemas.microsoft.com/office/drawing/2010/main" val="0"/>
                </a:ext>
              </a:extLst>
            </a:blip>
            <a:stretch>
              <a:fillRect/>
            </a:stretch>
          </p:blipFill>
          <p:spPr>
            <a:xfrm>
              <a:off x="2033015" y="5086646"/>
              <a:ext cx="2019299" cy="999451"/>
            </a:xfrm>
            <a:prstGeom prst="rect">
              <a:avLst/>
            </a:prstGeom>
          </p:spPr>
        </p:pic>
        <p:pic>
          <p:nvPicPr>
            <p:cNvPr id="26" name="Graphic 25">
              <a:extLst>
                <a:ext uri="{FF2B5EF4-FFF2-40B4-BE49-F238E27FC236}">
                  <a16:creationId xmlns:a16="http://schemas.microsoft.com/office/drawing/2014/main" id="{E1BC9BFE-80C0-4DA9-92DB-070C41E412BC}"/>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rot="10800000">
              <a:off x="-9867" y="-1076"/>
              <a:ext cx="2029968" cy="2029968"/>
            </a:xfrm>
            <a:prstGeom prst="rect">
              <a:avLst/>
            </a:prstGeom>
          </p:spPr>
        </p:pic>
        <p:sp>
          <p:nvSpPr>
            <p:cNvPr id="31" name="Rectangle 30">
              <a:extLst>
                <a:ext uri="{FF2B5EF4-FFF2-40B4-BE49-F238E27FC236}">
                  <a16:creationId xmlns:a16="http://schemas.microsoft.com/office/drawing/2014/main" id="{A522571C-09D3-4F39-B963-76F80D9973F1}"/>
                </a:ext>
              </a:extLst>
            </p:cNvPr>
            <p:cNvSpPr/>
            <p:nvPr userDrawn="1"/>
          </p:nvSpPr>
          <p:spPr>
            <a:xfrm>
              <a:off x="2029968" y="6045049"/>
              <a:ext cx="2029968" cy="81295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20268D7D-D5FB-492C-8D00-3E866534BD42}"/>
                </a:ext>
              </a:extLst>
            </p:cNvPr>
            <p:cNvSpPr/>
            <p:nvPr userDrawn="1"/>
          </p:nvSpPr>
          <p:spPr>
            <a:xfrm flipH="1">
              <a:off x="0" y="4828032"/>
              <a:ext cx="2032942" cy="202996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a:extLst>
                <a:ext uri="{FF2B5EF4-FFF2-40B4-BE49-F238E27FC236}">
                  <a16:creationId xmlns:a16="http://schemas.microsoft.com/office/drawing/2014/main" id="{54BCEF24-C76B-44E5-A457-E55658E8EB8B}"/>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2860" y="4828032"/>
              <a:ext cx="2029968" cy="2029968"/>
            </a:xfrm>
            <a:prstGeom prst="rect">
              <a:avLst/>
            </a:prstGeom>
          </p:spPr>
        </p:pic>
        <p:grpSp>
          <p:nvGrpSpPr>
            <p:cNvPr id="40" name="Group 39">
              <a:extLst>
                <a:ext uri="{FF2B5EF4-FFF2-40B4-BE49-F238E27FC236}">
                  <a16:creationId xmlns:a16="http://schemas.microsoft.com/office/drawing/2014/main" id="{18216784-417D-44A8-8CF1-C0CAF410EB9B}"/>
                </a:ext>
              </a:extLst>
            </p:cNvPr>
            <p:cNvGrpSpPr/>
            <p:nvPr userDrawn="1"/>
          </p:nvGrpSpPr>
          <p:grpSpPr>
            <a:xfrm>
              <a:off x="100242" y="2099803"/>
              <a:ext cx="1920240" cy="1920240"/>
              <a:chOff x="5361924" y="7472790"/>
              <a:chExt cx="1828800" cy="1828800"/>
            </a:xfrm>
          </p:grpSpPr>
          <p:grpSp>
            <p:nvGrpSpPr>
              <p:cNvPr id="41" name="Group 40">
                <a:extLst>
                  <a:ext uri="{FF2B5EF4-FFF2-40B4-BE49-F238E27FC236}">
                    <a16:creationId xmlns:a16="http://schemas.microsoft.com/office/drawing/2014/main" id="{FFF90BA2-E949-4FDF-A88E-B68F607E3205}"/>
                  </a:ext>
                </a:extLst>
              </p:cNvPr>
              <p:cNvGrpSpPr/>
              <p:nvPr userDrawn="1"/>
            </p:nvGrpSpPr>
            <p:grpSpPr>
              <a:xfrm>
                <a:off x="5361924" y="7472790"/>
                <a:ext cx="1828800" cy="1828800"/>
                <a:chOff x="5361924" y="7472790"/>
                <a:chExt cx="1828800" cy="1828800"/>
              </a:xfrm>
            </p:grpSpPr>
            <p:grpSp>
              <p:nvGrpSpPr>
                <p:cNvPr id="43" name="Group 42">
                  <a:extLst>
                    <a:ext uri="{FF2B5EF4-FFF2-40B4-BE49-F238E27FC236}">
                      <a16:creationId xmlns:a16="http://schemas.microsoft.com/office/drawing/2014/main" id="{41F18930-2C24-4BA6-A1EB-BF1644EE8558}"/>
                    </a:ext>
                  </a:extLst>
                </p:cNvPr>
                <p:cNvGrpSpPr/>
                <p:nvPr userDrawn="1"/>
              </p:nvGrpSpPr>
              <p:grpSpPr>
                <a:xfrm>
                  <a:off x="5361924" y="7472790"/>
                  <a:ext cx="1828800" cy="1828800"/>
                  <a:chOff x="5388428" y="7173291"/>
                  <a:chExt cx="1828800" cy="1828800"/>
                </a:xfrm>
              </p:grpSpPr>
              <p:grpSp>
                <p:nvGrpSpPr>
                  <p:cNvPr id="49" name="Group 48">
                    <a:extLst>
                      <a:ext uri="{FF2B5EF4-FFF2-40B4-BE49-F238E27FC236}">
                        <a16:creationId xmlns:a16="http://schemas.microsoft.com/office/drawing/2014/main" id="{D5953E65-C24C-4C83-86BB-E4A6D2532FDF}"/>
                      </a:ext>
                    </a:extLst>
                  </p:cNvPr>
                  <p:cNvGrpSpPr/>
                  <p:nvPr userDrawn="1"/>
                </p:nvGrpSpPr>
                <p:grpSpPr>
                  <a:xfrm>
                    <a:off x="5388428" y="7173291"/>
                    <a:ext cx="1828800" cy="1828800"/>
                    <a:chOff x="5388428" y="7173291"/>
                    <a:chExt cx="1828800" cy="1828800"/>
                  </a:xfrm>
                </p:grpSpPr>
                <p:grpSp>
                  <p:nvGrpSpPr>
                    <p:cNvPr id="51" name="Group 50">
                      <a:extLst>
                        <a:ext uri="{FF2B5EF4-FFF2-40B4-BE49-F238E27FC236}">
                          <a16:creationId xmlns:a16="http://schemas.microsoft.com/office/drawing/2014/main" id="{0B9DA7A8-A66E-4E0E-92DF-B3FF112EBB70}"/>
                        </a:ext>
                      </a:extLst>
                    </p:cNvPr>
                    <p:cNvGrpSpPr/>
                    <p:nvPr userDrawn="1"/>
                  </p:nvGrpSpPr>
                  <p:grpSpPr>
                    <a:xfrm>
                      <a:off x="5388428" y="7173291"/>
                      <a:ext cx="1828800" cy="1828800"/>
                      <a:chOff x="5579044" y="7049770"/>
                      <a:chExt cx="1828800" cy="1828800"/>
                    </a:xfrm>
                  </p:grpSpPr>
                  <p:grpSp>
                    <p:nvGrpSpPr>
                      <p:cNvPr id="53" name="Group 52">
                        <a:extLst>
                          <a:ext uri="{FF2B5EF4-FFF2-40B4-BE49-F238E27FC236}">
                            <a16:creationId xmlns:a16="http://schemas.microsoft.com/office/drawing/2014/main" id="{94E74739-1964-4A3C-B2E5-28FEF5EF8E49}"/>
                          </a:ext>
                        </a:extLst>
                      </p:cNvPr>
                      <p:cNvGrpSpPr/>
                      <p:nvPr userDrawn="1"/>
                    </p:nvGrpSpPr>
                    <p:grpSpPr>
                      <a:xfrm>
                        <a:off x="5579044" y="7049770"/>
                        <a:ext cx="1828800" cy="1828800"/>
                        <a:chOff x="5579044" y="7049770"/>
                        <a:chExt cx="1828800" cy="1828800"/>
                      </a:xfrm>
                    </p:grpSpPr>
                    <p:grpSp>
                      <p:nvGrpSpPr>
                        <p:cNvPr id="55" name="Group 54">
                          <a:extLst>
                            <a:ext uri="{FF2B5EF4-FFF2-40B4-BE49-F238E27FC236}">
                              <a16:creationId xmlns:a16="http://schemas.microsoft.com/office/drawing/2014/main" id="{E31C22DC-76BD-4E83-8A1A-B7AE70B2E8FE}"/>
                            </a:ext>
                          </a:extLst>
                        </p:cNvPr>
                        <p:cNvGrpSpPr/>
                        <p:nvPr userDrawn="1"/>
                      </p:nvGrpSpPr>
                      <p:grpSpPr>
                        <a:xfrm>
                          <a:off x="5579044" y="7049770"/>
                          <a:ext cx="1828800" cy="1828800"/>
                          <a:chOff x="5579044" y="7049770"/>
                          <a:chExt cx="1828800" cy="1828800"/>
                        </a:xfrm>
                      </p:grpSpPr>
                      <p:grpSp>
                        <p:nvGrpSpPr>
                          <p:cNvPr id="57" name="Group 56">
                            <a:extLst>
                              <a:ext uri="{FF2B5EF4-FFF2-40B4-BE49-F238E27FC236}">
                                <a16:creationId xmlns:a16="http://schemas.microsoft.com/office/drawing/2014/main" id="{F63C700C-5749-4BA1-8128-78559312E825}"/>
                              </a:ext>
                            </a:extLst>
                          </p:cNvPr>
                          <p:cNvGrpSpPr/>
                          <p:nvPr userDrawn="1"/>
                        </p:nvGrpSpPr>
                        <p:grpSpPr>
                          <a:xfrm>
                            <a:off x="5579044" y="7049770"/>
                            <a:ext cx="1828800" cy="1828800"/>
                            <a:chOff x="5579044" y="7049770"/>
                            <a:chExt cx="1828800" cy="1828800"/>
                          </a:xfrm>
                        </p:grpSpPr>
                        <p:sp>
                          <p:nvSpPr>
                            <p:cNvPr id="59" name="Oval 58">
                              <a:extLst>
                                <a:ext uri="{FF2B5EF4-FFF2-40B4-BE49-F238E27FC236}">
                                  <a16:creationId xmlns:a16="http://schemas.microsoft.com/office/drawing/2014/main" id="{EC81C305-3A69-4634-8A07-56F8272122AF}"/>
                                </a:ext>
                              </a:extLst>
                            </p:cNvPr>
                            <p:cNvSpPr/>
                            <p:nvPr userDrawn="1"/>
                          </p:nvSpPr>
                          <p:spPr>
                            <a:xfrm>
                              <a:off x="5579044" y="7049770"/>
                              <a:ext cx="1828800" cy="182880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60" name="Oval 59">
                              <a:extLst>
                                <a:ext uri="{FF2B5EF4-FFF2-40B4-BE49-F238E27FC236}">
                                  <a16:creationId xmlns:a16="http://schemas.microsoft.com/office/drawing/2014/main" id="{A14AAEDA-8F87-420D-A6BD-FF115C08EB7A}"/>
                                </a:ext>
                              </a:extLst>
                            </p:cNvPr>
                            <p:cNvSpPr/>
                            <p:nvPr userDrawn="1"/>
                          </p:nvSpPr>
                          <p:spPr>
                            <a:xfrm>
                              <a:off x="5647624" y="7118350"/>
                              <a:ext cx="1691640" cy="169164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58" name="Oval 57">
                            <a:extLst>
                              <a:ext uri="{FF2B5EF4-FFF2-40B4-BE49-F238E27FC236}">
                                <a16:creationId xmlns:a16="http://schemas.microsoft.com/office/drawing/2014/main" id="{A1FA4EA0-701D-49A3-8962-1BD0CE6E9C0E}"/>
                              </a:ext>
                            </a:extLst>
                          </p:cNvPr>
                          <p:cNvSpPr/>
                          <p:nvPr userDrawn="1"/>
                        </p:nvSpPr>
                        <p:spPr>
                          <a:xfrm>
                            <a:off x="5716204" y="7186930"/>
                            <a:ext cx="1554480" cy="155448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56" name="Oval 55">
                          <a:extLst>
                            <a:ext uri="{FF2B5EF4-FFF2-40B4-BE49-F238E27FC236}">
                              <a16:creationId xmlns:a16="http://schemas.microsoft.com/office/drawing/2014/main" id="{E362A8AA-1110-4C1C-9922-60F7D43E82B0}"/>
                            </a:ext>
                          </a:extLst>
                        </p:cNvPr>
                        <p:cNvSpPr/>
                        <p:nvPr userDrawn="1"/>
                      </p:nvSpPr>
                      <p:spPr>
                        <a:xfrm>
                          <a:off x="5784784" y="7255510"/>
                          <a:ext cx="1417320" cy="141732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54" name="Oval 53">
                        <a:extLst>
                          <a:ext uri="{FF2B5EF4-FFF2-40B4-BE49-F238E27FC236}">
                            <a16:creationId xmlns:a16="http://schemas.microsoft.com/office/drawing/2014/main" id="{BC8B72EE-335A-4030-B500-7E6FB4D24F18}"/>
                          </a:ext>
                        </a:extLst>
                      </p:cNvPr>
                      <p:cNvSpPr/>
                      <p:nvPr userDrawn="1"/>
                    </p:nvSpPr>
                    <p:spPr>
                      <a:xfrm>
                        <a:off x="5853364" y="7324090"/>
                        <a:ext cx="1280160" cy="128016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52" name="Oval 51">
                      <a:extLst>
                        <a:ext uri="{FF2B5EF4-FFF2-40B4-BE49-F238E27FC236}">
                          <a16:creationId xmlns:a16="http://schemas.microsoft.com/office/drawing/2014/main" id="{10167348-D9AA-4440-8569-849A6B0F2C2D}"/>
                        </a:ext>
                      </a:extLst>
                    </p:cNvPr>
                    <p:cNvSpPr/>
                    <p:nvPr userDrawn="1"/>
                  </p:nvSpPr>
                  <p:spPr>
                    <a:xfrm>
                      <a:off x="5731328" y="7516191"/>
                      <a:ext cx="1143000" cy="114300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50" name="Oval 49">
                    <a:extLst>
                      <a:ext uri="{FF2B5EF4-FFF2-40B4-BE49-F238E27FC236}">
                        <a16:creationId xmlns:a16="http://schemas.microsoft.com/office/drawing/2014/main" id="{A5616AB2-7A83-42C0-883C-FFA27D5468CE}"/>
                      </a:ext>
                    </a:extLst>
                  </p:cNvPr>
                  <p:cNvSpPr/>
                  <p:nvPr userDrawn="1"/>
                </p:nvSpPr>
                <p:spPr>
                  <a:xfrm>
                    <a:off x="5799908" y="7584771"/>
                    <a:ext cx="1005840" cy="100584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44" name="Oval 43">
                  <a:extLst>
                    <a:ext uri="{FF2B5EF4-FFF2-40B4-BE49-F238E27FC236}">
                      <a16:creationId xmlns:a16="http://schemas.microsoft.com/office/drawing/2014/main" id="{6A9CA073-4F0B-4787-B46D-7886261E945E}"/>
                    </a:ext>
                  </a:extLst>
                </p:cNvPr>
                <p:cNvSpPr/>
                <p:nvPr userDrawn="1"/>
              </p:nvSpPr>
              <p:spPr>
                <a:xfrm>
                  <a:off x="5841984" y="7952850"/>
                  <a:ext cx="868680" cy="86868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45" name="Oval 44">
                  <a:extLst>
                    <a:ext uri="{FF2B5EF4-FFF2-40B4-BE49-F238E27FC236}">
                      <a16:creationId xmlns:a16="http://schemas.microsoft.com/office/drawing/2014/main" id="{9AF901A3-1EC5-458F-A653-74CCEAE9A13D}"/>
                    </a:ext>
                  </a:extLst>
                </p:cNvPr>
                <p:cNvSpPr/>
                <p:nvPr userDrawn="1"/>
              </p:nvSpPr>
              <p:spPr>
                <a:xfrm>
                  <a:off x="5910564" y="8021430"/>
                  <a:ext cx="731520" cy="73152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46" name="Oval 45">
                  <a:extLst>
                    <a:ext uri="{FF2B5EF4-FFF2-40B4-BE49-F238E27FC236}">
                      <a16:creationId xmlns:a16="http://schemas.microsoft.com/office/drawing/2014/main" id="{4D5E35A9-4BB5-48F3-AE34-E1BDD3343EB1}"/>
                    </a:ext>
                  </a:extLst>
                </p:cNvPr>
                <p:cNvSpPr/>
                <p:nvPr userDrawn="1"/>
              </p:nvSpPr>
              <p:spPr>
                <a:xfrm>
                  <a:off x="5979144" y="8090010"/>
                  <a:ext cx="594360" cy="59436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47" name="Oval 46">
                  <a:extLst>
                    <a:ext uri="{FF2B5EF4-FFF2-40B4-BE49-F238E27FC236}">
                      <a16:creationId xmlns:a16="http://schemas.microsoft.com/office/drawing/2014/main" id="{A9A549D5-A823-49C4-8C36-D074E6E039B9}"/>
                    </a:ext>
                  </a:extLst>
                </p:cNvPr>
                <p:cNvSpPr/>
                <p:nvPr userDrawn="1"/>
              </p:nvSpPr>
              <p:spPr>
                <a:xfrm>
                  <a:off x="6047724" y="8158590"/>
                  <a:ext cx="457200" cy="45720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48" name="Oval 47">
                  <a:extLst>
                    <a:ext uri="{FF2B5EF4-FFF2-40B4-BE49-F238E27FC236}">
                      <a16:creationId xmlns:a16="http://schemas.microsoft.com/office/drawing/2014/main" id="{6A767C47-7246-4B50-8E78-82766365754A}"/>
                    </a:ext>
                  </a:extLst>
                </p:cNvPr>
                <p:cNvSpPr/>
                <p:nvPr userDrawn="1"/>
              </p:nvSpPr>
              <p:spPr>
                <a:xfrm>
                  <a:off x="6116304" y="8227170"/>
                  <a:ext cx="320040" cy="32004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42" name="Oval 41">
                <a:extLst>
                  <a:ext uri="{FF2B5EF4-FFF2-40B4-BE49-F238E27FC236}">
                    <a16:creationId xmlns:a16="http://schemas.microsoft.com/office/drawing/2014/main" id="{0AEE1DDC-07C3-4204-A3B1-BB7C77C0622B}"/>
                  </a:ext>
                </a:extLst>
              </p:cNvPr>
              <p:cNvSpPr/>
              <p:nvPr userDrawn="1"/>
            </p:nvSpPr>
            <p:spPr>
              <a:xfrm>
                <a:off x="6184884" y="8295750"/>
                <a:ext cx="182880" cy="18288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75" name="Rectangle 74">
              <a:extLst>
                <a:ext uri="{FF2B5EF4-FFF2-40B4-BE49-F238E27FC236}">
                  <a16:creationId xmlns:a16="http://schemas.microsoft.com/office/drawing/2014/main" id="{15DA288D-BE35-46E8-AA86-9F28D8504DAB}"/>
                </a:ext>
              </a:extLst>
            </p:cNvPr>
            <p:cNvSpPr/>
            <p:nvPr userDrawn="1"/>
          </p:nvSpPr>
          <p:spPr>
            <a:xfrm>
              <a:off x="0" y="4043197"/>
              <a:ext cx="2029968" cy="7845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Freeform: Shape 73">
              <a:extLst>
                <a:ext uri="{FF2B5EF4-FFF2-40B4-BE49-F238E27FC236}">
                  <a16:creationId xmlns:a16="http://schemas.microsoft.com/office/drawing/2014/main" id="{72557B54-30A3-4192-9D51-EE28AF522DE9}"/>
                </a:ext>
              </a:extLst>
            </p:cNvPr>
            <p:cNvSpPr/>
            <p:nvPr userDrawn="1"/>
          </p:nvSpPr>
          <p:spPr>
            <a:xfrm>
              <a:off x="0" y="2021358"/>
              <a:ext cx="1014984" cy="2029968"/>
            </a:xfrm>
            <a:custGeom>
              <a:avLst/>
              <a:gdLst>
                <a:gd name="connsiteX0" fmla="*/ 1248 w 915648"/>
                <a:gd name="connsiteY0" fmla="*/ 0 h 1828800"/>
                <a:gd name="connsiteX1" fmla="*/ 915648 w 915648"/>
                <a:gd name="connsiteY1" fmla="*/ 914400 h 1828800"/>
                <a:gd name="connsiteX2" fmla="*/ 1248 w 915648"/>
                <a:gd name="connsiteY2" fmla="*/ 1828800 h 1828800"/>
                <a:gd name="connsiteX3" fmla="*/ 0 w 915648"/>
                <a:gd name="connsiteY3" fmla="*/ 1828737 h 1828800"/>
                <a:gd name="connsiteX4" fmla="*/ 0 w 915648"/>
                <a:gd name="connsiteY4" fmla="*/ 63 h 1828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5648" h="1828800">
                  <a:moveTo>
                    <a:pt x="1248" y="0"/>
                  </a:moveTo>
                  <a:cubicBezTo>
                    <a:pt x="506257" y="0"/>
                    <a:pt x="915648" y="409391"/>
                    <a:pt x="915648" y="914400"/>
                  </a:cubicBezTo>
                  <a:cubicBezTo>
                    <a:pt x="915648" y="1419409"/>
                    <a:pt x="506257" y="1828800"/>
                    <a:pt x="1248" y="1828800"/>
                  </a:cubicBezTo>
                  <a:lnTo>
                    <a:pt x="0" y="1828737"/>
                  </a:lnTo>
                  <a:lnTo>
                    <a:pt x="0" y="63"/>
                  </a:ln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cxnSp>
          <p:nvCxnSpPr>
            <p:cNvPr id="66" name="Straight Connector 65">
              <a:extLst>
                <a:ext uri="{FF2B5EF4-FFF2-40B4-BE49-F238E27FC236}">
                  <a16:creationId xmlns:a16="http://schemas.microsoft.com/office/drawing/2014/main" id="{2208FD0E-034D-4DF3-85D7-F0EBE2775B58}"/>
                </a:ext>
              </a:extLst>
            </p:cNvPr>
            <p:cNvCxnSpPr>
              <a:cxnSpLocks/>
            </p:cNvCxnSpPr>
            <p:nvPr userDrawn="1"/>
          </p:nvCxnSpPr>
          <p:spPr>
            <a:xfrm>
              <a:off x="10632" y="-7753"/>
              <a:ext cx="4052352" cy="4040860"/>
            </a:xfrm>
            <a:prstGeom prst="line">
              <a:avLst/>
            </a:prstGeom>
            <a:ln w="50800">
              <a:solidFill>
                <a:schemeClr val="accent2"/>
              </a:solidFill>
            </a:ln>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E20239FE-47D0-4B4F-8440-F859F368C141}"/>
                </a:ext>
              </a:extLst>
            </p:cNvPr>
            <p:cNvSpPr/>
            <p:nvPr userDrawn="1"/>
          </p:nvSpPr>
          <p:spPr>
            <a:xfrm>
              <a:off x="3903349" y="3869829"/>
              <a:ext cx="274320" cy="27432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 name="Footer Placeholder 4">
            <a:extLst>
              <a:ext uri="{FF2B5EF4-FFF2-40B4-BE49-F238E27FC236}">
                <a16:creationId xmlns:a16="http://schemas.microsoft.com/office/drawing/2014/main" id="{A8925BB7-B630-981C-964B-37A5DCBEA2E2}"/>
              </a:ext>
            </a:extLst>
          </p:cNvPr>
          <p:cNvSpPr>
            <a:spLocks noGrp="1"/>
          </p:cNvSpPr>
          <p:nvPr>
            <p:ph type="ftr" sz="quarter" idx="11"/>
          </p:nvPr>
        </p:nvSpPr>
        <p:spPr>
          <a:xfrm>
            <a:off x="7306165" y="6355080"/>
            <a:ext cx="2286000" cy="365125"/>
          </a:xfrm>
        </p:spPr>
        <p:txBody>
          <a:bodyPr/>
          <a:lstStyle>
            <a:lvl1pPr>
              <a:defRPr>
                <a:solidFill>
                  <a:schemeClr val="tx1"/>
                </a:solidFill>
              </a:defRPr>
            </a:lvl1pPr>
          </a:lstStyle>
          <a:p>
            <a:r>
              <a:rPr lang="en-US"/>
              <a:t>Presentation title</a:t>
            </a:r>
          </a:p>
        </p:txBody>
      </p:sp>
      <p:sp>
        <p:nvSpPr>
          <p:cNvPr id="5" name="Slide Number Placeholder 5">
            <a:extLst>
              <a:ext uri="{FF2B5EF4-FFF2-40B4-BE49-F238E27FC236}">
                <a16:creationId xmlns:a16="http://schemas.microsoft.com/office/drawing/2014/main" id="{4B4D24B0-E841-7B76-D133-06ABBAB6B6FF}"/>
              </a:ext>
            </a:extLst>
          </p:cNvPr>
          <p:cNvSpPr>
            <a:spLocks noGrp="1"/>
          </p:cNvSpPr>
          <p:nvPr>
            <p:ph type="sldNum" sz="quarter" idx="12"/>
          </p:nvPr>
        </p:nvSpPr>
        <p:spPr>
          <a:xfrm>
            <a:off x="10967357" y="6356350"/>
            <a:ext cx="457200" cy="365125"/>
          </a:xfrm>
        </p:spPr>
        <p:txBody>
          <a:bodyPr/>
          <a:lstStyle>
            <a:lvl1pPr>
              <a:defRPr>
                <a:solidFill>
                  <a:schemeClr val="tx1"/>
                </a:solidFill>
              </a:defRPr>
            </a:lvl1pPr>
          </a:lstStyle>
          <a:p>
            <a:fld id="{B5CEABB6-07DC-46E8-9B57-56EC44A396E5}" type="slidenum">
              <a:rPr lang="en-US" smtClean="0"/>
              <a:pPr/>
              <a:t>‹#›</a:t>
            </a:fld>
            <a:endParaRPr lang="en-US"/>
          </a:p>
        </p:txBody>
      </p:sp>
      <p:sp>
        <p:nvSpPr>
          <p:cNvPr id="6" name="Date Placeholder 3">
            <a:extLst>
              <a:ext uri="{FF2B5EF4-FFF2-40B4-BE49-F238E27FC236}">
                <a16:creationId xmlns:a16="http://schemas.microsoft.com/office/drawing/2014/main" id="{C7D011F5-A799-BEAA-9160-5743D58B456A}"/>
              </a:ext>
            </a:extLst>
          </p:cNvPr>
          <p:cNvSpPr>
            <a:spLocks noGrp="1"/>
          </p:cNvSpPr>
          <p:nvPr>
            <p:ph type="dt" sz="half" idx="10"/>
          </p:nvPr>
        </p:nvSpPr>
        <p:spPr>
          <a:xfrm>
            <a:off x="4833694" y="6353175"/>
            <a:ext cx="1097280" cy="365125"/>
          </a:xfrm>
        </p:spPr>
        <p:txBody>
          <a:bodyPr/>
          <a:lstStyle>
            <a:lvl1pPr>
              <a:defRPr>
                <a:solidFill>
                  <a:schemeClr val="tx1"/>
                </a:solidFill>
              </a:defRPr>
            </a:lvl1pPr>
          </a:lstStyle>
          <a:p>
            <a:r>
              <a:rPr lang="en-US"/>
              <a:t>12/11/2023</a:t>
            </a:r>
          </a:p>
        </p:txBody>
      </p:sp>
    </p:spTree>
    <p:extLst>
      <p:ext uri="{BB962C8B-B14F-4D97-AF65-F5344CB8AC3E}">
        <p14:creationId xmlns:p14="http://schemas.microsoft.com/office/powerpoint/2010/main" val="193739902"/>
      </p:ext>
    </p:extLst>
  </p:cSld>
  <p:clrMapOvr>
    <a:masterClrMapping/>
  </p:clrMapOvr>
  <p:extLst>
    <p:ext uri="{DCECCB84-F9BA-43D5-87BE-67443E8EF086}">
      <p15:sldGuideLst xmlns:p15="http://schemas.microsoft.com/office/powerpoint/2012/main">
        <p15:guide id="1" orient="horz" pos="552" userDrawn="1">
          <p15:clr>
            <a:srgbClr val="FBAE40"/>
          </p15:clr>
        </p15:guide>
        <p15:guide id="2" pos="7104" userDrawn="1">
          <p15:clr>
            <a:srgbClr val="FBAE40"/>
          </p15:clr>
        </p15:guide>
        <p15:guide id="3" pos="7392"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 Picture">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5C416-A3A2-4CF9-9532-2C0BFB51CFDF}"/>
              </a:ext>
            </a:extLst>
          </p:cNvPr>
          <p:cNvSpPr>
            <a:spLocks noGrp="1"/>
          </p:cNvSpPr>
          <p:nvPr>
            <p:ph type="ctrTitle" hasCustomPrompt="1"/>
          </p:nvPr>
        </p:nvSpPr>
        <p:spPr>
          <a:xfrm>
            <a:off x="4833694" y="660358"/>
            <a:ext cx="6594768" cy="5537284"/>
          </a:xfrm>
        </p:spPr>
        <p:txBody>
          <a:bodyPr anchor="ctr">
            <a:normAutofit/>
          </a:bodyPr>
          <a:lstStyle>
            <a:lvl1pPr algn="l">
              <a:defRPr sz="4800" cap="all" baseline="0">
                <a:solidFill>
                  <a:schemeClr val="tx2"/>
                </a:solidFill>
              </a:defRPr>
            </a:lvl1pPr>
          </a:lstStyle>
          <a:p>
            <a:r>
              <a:rPr lang="en-US"/>
              <a:t>Click to add title</a:t>
            </a:r>
          </a:p>
        </p:txBody>
      </p:sp>
      <p:sp>
        <p:nvSpPr>
          <p:cNvPr id="63" name="Picture Placeholder 62">
            <a:extLst>
              <a:ext uri="{FF2B5EF4-FFF2-40B4-BE49-F238E27FC236}">
                <a16:creationId xmlns:a16="http://schemas.microsoft.com/office/drawing/2014/main" id="{A461CB72-9777-50F4-94EC-91A4EE864A4A}"/>
              </a:ext>
            </a:extLst>
          </p:cNvPr>
          <p:cNvSpPr>
            <a:spLocks noGrp="1"/>
          </p:cNvSpPr>
          <p:nvPr>
            <p:ph type="pic" sz="quarter" idx="13" hasCustomPrompt="1"/>
          </p:nvPr>
        </p:nvSpPr>
        <p:spPr>
          <a:xfrm rot="10800000">
            <a:off x="1" y="761322"/>
            <a:ext cx="4076118" cy="6096678"/>
          </a:xfrm>
          <a:custGeom>
            <a:avLst/>
            <a:gdLst>
              <a:gd name="connsiteX0" fmla="*/ 0 w 4076118"/>
              <a:gd name="connsiteY0" fmla="*/ 0 h 6096678"/>
              <a:gd name="connsiteX1" fmla="*/ 4076118 w 4076118"/>
              <a:gd name="connsiteY1" fmla="*/ 0 h 6096678"/>
              <a:gd name="connsiteX2" fmla="*/ 4076118 w 4076118"/>
              <a:gd name="connsiteY2" fmla="*/ 2038351 h 6096678"/>
              <a:gd name="connsiteX3" fmla="*/ 4076118 w 4076118"/>
              <a:gd name="connsiteY3" fmla="*/ 2048256 h 6096678"/>
              <a:gd name="connsiteX4" fmla="*/ 4076118 w 4076118"/>
              <a:gd name="connsiteY4" fmla="*/ 6096678 h 6096678"/>
              <a:gd name="connsiteX5" fmla="*/ 27696 w 4076118"/>
              <a:gd name="connsiteY5" fmla="*/ 2048256 h 6096678"/>
              <a:gd name="connsiteX6" fmla="*/ 0 w 4076118"/>
              <a:gd name="connsiteY6" fmla="*/ 2048256 h 60966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76118" h="6096678">
                <a:moveTo>
                  <a:pt x="0" y="0"/>
                </a:moveTo>
                <a:lnTo>
                  <a:pt x="4076118" y="0"/>
                </a:lnTo>
                <a:lnTo>
                  <a:pt x="4076118" y="2038351"/>
                </a:lnTo>
                <a:lnTo>
                  <a:pt x="4076118" y="2048256"/>
                </a:lnTo>
                <a:lnTo>
                  <a:pt x="4076118" y="6096678"/>
                </a:lnTo>
                <a:lnTo>
                  <a:pt x="27696" y="2048256"/>
                </a:lnTo>
                <a:lnTo>
                  <a:pt x="0" y="2048256"/>
                </a:lnTo>
                <a:close/>
              </a:path>
            </a:pathLst>
          </a:custGeom>
        </p:spPr>
        <p:txBody>
          <a:bodyPr wrap="square">
            <a:noAutofit/>
          </a:bodyPr>
          <a:lstStyle>
            <a:lvl1pPr algn="ctr">
              <a:defRPr sz="2000">
                <a:solidFill>
                  <a:schemeClr val="bg1"/>
                </a:solidFill>
              </a:defRPr>
            </a:lvl1pPr>
          </a:lstStyle>
          <a:p>
            <a:r>
              <a:rPr lang="en-US"/>
              <a:t>Click icon to insert picture</a:t>
            </a:r>
          </a:p>
        </p:txBody>
      </p:sp>
      <p:grpSp>
        <p:nvGrpSpPr>
          <p:cNvPr id="4" name="Group 3">
            <a:extLst>
              <a:ext uri="{FF2B5EF4-FFF2-40B4-BE49-F238E27FC236}">
                <a16:creationId xmlns:a16="http://schemas.microsoft.com/office/drawing/2014/main" id="{A1EA6F58-FA46-C921-5758-59234B148D4F}"/>
              </a:ext>
              <a:ext uri="{C183D7F6-B498-43B3-948B-1728B52AA6E4}">
                <adec:decorative xmlns:adec="http://schemas.microsoft.com/office/drawing/2017/decorative" val="1"/>
              </a:ext>
            </a:extLst>
          </p:cNvPr>
          <p:cNvGrpSpPr/>
          <p:nvPr userDrawn="1"/>
        </p:nvGrpSpPr>
        <p:grpSpPr>
          <a:xfrm>
            <a:off x="0" y="0"/>
            <a:ext cx="4069439" cy="4828833"/>
            <a:chOff x="0" y="0"/>
            <a:chExt cx="4069439" cy="4828833"/>
          </a:xfrm>
        </p:grpSpPr>
        <p:sp>
          <p:nvSpPr>
            <p:cNvPr id="7" name="Rectangle 6">
              <a:extLst>
                <a:ext uri="{FF2B5EF4-FFF2-40B4-BE49-F238E27FC236}">
                  <a16:creationId xmlns:a16="http://schemas.microsoft.com/office/drawing/2014/main" id="{06F989FA-6E7A-3A98-AF95-F2384308BD32}"/>
                </a:ext>
              </a:extLst>
            </p:cNvPr>
            <p:cNvSpPr>
              <a:spLocks/>
            </p:cNvSpPr>
            <p:nvPr userDrawn="1"/>
          </p:nvSpPr>
          <p:spPr>
            <a:xfrm rot="10800000" flipH="1">
              <a:off x="2026630" y="776431"/>
              <a:ext cx="2032942" cy="202996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23">
              <a:extLst>
                <a:ext uri="{FF2B5EF4-FFF2-40B4-BE49-F238E27FC236}">
                  <a16:creationId xmlns:a16="http://schemas.microsoft.com/office/drawing/2014/main" id="{F0BAC8B3-F184-675F-DC5F-C48CE69D7622}"/>
                </a:ext>
              </a:extLst>
            </p:cNvPr>
            <p:cNvSpPr/>
            <p:nvPr userDrawn="1"/>
          </p:nvSpPr>
          <p:spPr>
            <a:xfrm rot="10800000">
              <a:off x="0" y="766136"/>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 name="connsiteX4" fmla="*/ 0 w 2029968"/>
                <a:gd name="connsiteY4" fmla="*/ 0 h 2029968"/>
                <a:gd name="connsiteX0" fmla="*/ 0 w 2029968"/>
                <a:gd name="connsiteY0" fmla="*/ 0 h 2029968"/>
                <a:gd name="connsiteX1" fmla="*/ 2029968 w 2029968"/>
                <a:gd name="connsiteY1" fmla="*/ 2029968 h 2029968"/>
                <a:gd name="connsiteX2" fmla="*/ 0 w 2029968"/>
                <a:gd name="connsiteY2" fmla="*/ 2029968 h 2029968"/>
                <a:gd name="connsiteX3" fmla="*/ 0 w 2029968"/>
                <a:gd name="connsiteY3" fmla="*/ 0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2029968"/>
                  </a:lnTo>
                  <a:lnTo>
                    <a:pt x="0" y="2029968"/>
                  </a:lnTo>
                  <a:lnTo>
                    <a:pt x="0" y="0"/>
                  </a:ln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0B75A35-885A-CE38-4F65-95EF186B13D1}"/>
                </a:ext>
              </a:extLst>
            </p:cNvPr>
            <p:cNvSpPr/>
            <p:nvPr userDrawn="1"/>
          </p:nvSpPr>
          <p:spPr>
            <a:xfrm rot="10800000">
              <a:off x="1351" y="0"/>
              <a:ext cx="2029968" cy="77494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4B488086-4998-410C-FCC8-29CA6288A79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039471" y="2798865"/>
              <a:ext cx="2029968" cy="2029968"/>
            </a:xfrm>
            <a:prstGeom prst="rect">
              <a:avLst/>
            </a:prstGeom>
          </p:spPr>
        </p:pic>
        <p:sp>
          <p:nvSpPr>
            <p:cNvPr id="41" name="Rectangle 40">
              <a:extLst>
                <a:ext uri="{FF2B5EF4-FFF2-40B4-BE49-F238E27FC236}">
                  <a16:creationId xmlns:a16="http://schemas.microsoft.com/office/drawing/2014/main" id="{26879019-2911-2F60-CC5B-25D1BE752B8D}"/>
                </a:ext>
              </a:extLst>
            </p:cNvPr>
            <p:cNvSpPr/>
            <p:nvPr userDrawn="1"/>
          </p:nvSpPr>
          <p:spPr>
            <a:xfrm rot="10800000">
              <a:off x="2029604" y="0"/>
              <a:ext cx="2029968" cy="784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Picture 10" descr="A black and white striped pattern&#10;&#10;Description automatically generated with low confidence">
              <a:extLst>
                <a:ext uri="{FF2B5EF4-FFF2-40B4-BE49-F238E27FC236}">
                  <a16:creationId xmlns:a16="http://schemas.microsoft.com/office/drawing/2014/main" id="{CD1CD1B2-7EBC-96B6-A02D-7972C278746E}"/>
                </a:ext>
              </a:extLst>
            </p:cNvPr>
            <p:cNvPicPr>
              <a:picLocks noChangeAspect="1"/>
            </p:cNvPicPr>
            <p:nvPr userDrawn="1"/>
          </p:nvPicPr>
          <p:blipFill>
            <a:blip r:embed="rId4" cstate="screen">
              <a:extLst>
                <a:ext uri="{28A0092B-C50C-407E-A947-70E740481C1C}">
                  <a14:useLocalDpi xmlns:a14="http://schemas.microsoft.com/office/drawing/2010/main" val="0"/>
                </a:ext>
              </a:extLst>
            </a:blip>
            <a:stretch>
              <a:fillRect/>
            </a:stretch>
          </p:blipFill>
          <p:spPr>
            <a:xfrm rot="10800000">
              <a:off x="2035948" y="788197"/>
              <a:ext cx="2019299" cy="999451"/>
            </a:xfrm>
            <a:prstGeom prst="rect">
              <a:avLst/>
            </a:prstGeom>
          </p:spPr>
        </p:pic>
      </p:grpSp>
    </p:spTree>
    <p:extLst>
      <p:ext uri="{BB962C8B-B14F-4D97-AF65-F5344CB8AC3E}">
        <p14:creationId xmlns:p14="http://schemas.microsoft.com/office/powerpoint/2010/main" val="1506966382"/>
      </p:ext>
    </p:extLst>
  </p:cSld>
  <p:clrMapOvr>
    <a:masterClrMapping/>
  </p:clrMapOvr>
  <p:extLst>
    <p:ext uri="{DCECCB84-F9BA-43D5-87BE-67443E8EF086}">
      <p15:sldGuideLst xmlns:p15="http://schemas.microsoft.com/office/powerpoint/2012/main">
        <p15:guide id="1" orient="horz" pos="1080" userDrawn="1">
          <p15:clr>
            <a:srgbClr val="FBAE40"/>
          </p15:clr>
        </p15:guide>
        <p15:guide id="2" orient="horz" pos="2160" userDrawn="1">
          <p15:clr>
            <a:srgbClr val="FBAE40"/>
          </p15:clr>
        </p15:guide>
        <p15:guide id="3" orient="horz" pos="3240" userDrawn="1">
          <p15:clr>
            <a:srgbClr val="FBAE40"/>
          </p15:clr>
        </p15:guide>
        <p15:guide id="4" orient="horz" pos="2260" userDrawn="1">
          <p15:clr>
            <a:srgbClr val="FBAE40"/>
          </p15:clr>
        </p15:guide>
        <p15:guide id="5" pos="7296"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Subtitle + Picture ">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5C416-A3A2-4CF9-9532-2C0BFB51CFDF}"/>
              </a:ext>
            </a:extLst>
          </p:cNvPr>
          <p:cNvSpPr>
            <a:spLocks noGrp="1"/>
          </p:cNvSpPr>
          <p:nvPr>
            <p:ph type="ctrTitle" hasCustomPrompt="1"/>
          </p:nvPr>
        </p:nvSpPr>
        <p:spPr>
          <a:xfrm>
            <a:off x="4833694" y="544285"/>
            <a:ext cx="6594768" cy="3445329"/>
          </a:xfrm>
        </p:spPr>
        <p:txBody>
          <a:bodyPr anchor="b">
            <a:normAutofit/>
          </a:bodyPr>
          <a:lstStyle>
            <a:lvl1pPr algn="l">
              <a:defRPr sz="4800" cap="all" baseline="0">
                <a:solidFill>
                  <a:schemeClr val="tx2"/>
                </a:solidFill>
              </a:defRPr>
            </a:lvl1pPr>
          </a:lstStyle>
          <a:p>
            <a:r>
              <a:rPr lang="en-US"/>
              <a:t>Click to add title</a:t>
            </a:r>
          </a:p>
        </p:txBody>
      </p:sp>
      <p:sp>
        <p:nvSpPr>
          <p:cNvPr id="3" name="Subtitle 2">
            <a:extLst>
              <a:ext uri="{FF2B5EF4-FFF2-40B4-BE49-F238E27FC236}">
                <a16:creationId xmlns:a16="http://schemas.microsoft.com/office/drawing/2014/main" id="{43D32955-BB06-40DE-A14A-2170FD41AD52}"/>
              </a:ext>
            </a:extLst>
          </p:cNvPr>
          <p:cNvSpPr>
            <a:spLocks noGrp="1"/>
          </p:cNvSpPr>
          <p:nvPr>
            <p:ph type="subTitle" idx="1" hasCustomPrompt="1"/>
          </p:nvPr>
        </p:nvSpPr>
        <p:spPr>
          <a:xfrm>
            <a:off x="4829789" y="4130045"/>
            <a:ext cx="6594768" cy="1951523"/>
          </a:xfrm>
        </p:spPr>
        <p:txBody>
          <a:bodyPr>
            <a:normAutofit/>
          </a:bodyPr>
          <a:lstStyle>
            <a:lvl1pPr marL="0" indent="0" algn="l">
              <a:lnSpc>
                <a:spcPct val="150000"/>
              </a:lnSpc>
              <a:spcBef>
                <a:spcPts val="0"/>
              </a:spcBef>
              <a:buNone/>
              <a:defRPr sz="24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grpSp>
        <p:nvGrpSpPr>
          <p:cNvPr id="4" name="Group 3">
            <a:extLst>
              <a:ext uri="{FF2B5EF4-FFF2-40B4-BE49-F238E27FC236}">
                <a16:creationId xmlns:a16="http://schemas.microsoft.com/office/drawing/2014/main" id="{C2A24CB0-5164-75CE-ED27-EF876C19C655}"/>
              </a:ext>
              <a:ext uri="{C183D7F6-B498-43B3-948B-1728B52AA6E4}">
                <adec:decorative xmlns:adec="http://schemas.microsoft.com/office/drawing/2017/decorative" val="1"/>
              </a:ext>
            </a:extLst>
          </p:cNvPr>
          <p:cNvGrpSpPr/>
          <p:nvPr userDrawn="1"/>
        </p:nvGrpSpPr>
        <p:grpSpPr>
          <a:xfrm>
            <a:off x="0" y="2029167"/>
            <a:ext cx="4069439" cy="4828833"/>
            <a:chOff x="0" y="2029167"/>
            <a:chExt cx="4069439" cy="4828833"/>
          </a:xfrm>
        </p:grpSpPr>
        <p:sp>
          <p:nvSpPr>
            <p:cNvPr id="7" name="Rectangle 6">
              <a:extLst>
                <a:ext uri="{FF2B5EF4-FFF2-40B4-BE49-F238E27FC236}">
                  <a16:creationId xmlns:a16="http://schemas.microsoft.com/office/drawing/2014/main" id="{06F989FA-6E7A-3A98-AF95-F2384308BD32}"/>
                </a:ext>
              </a:extLst>
            </p:cNvPr>
            <p:cNvSpPr/>
            <p:nvPr userDrawn="1"/>
          </p:nvSpPr>
          <p:spPr>
            <a:xfrm flipH="1">
              <a:off x="9867" y="4051601"/>
              <a:ext cx="2032942" cy="202996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23">
              <a:extLst>
                <a:ext uri="{FF2B5EF4-FFF2-40B4-BE49-F238E27FC236}">
                  <a16:creationId xmlns:a16="http://schemas.microsoft.com/office/drawing/2014/main" id="{F0BAC8B3-F184-675F-DC5F-C48CE69D7622}"/>
                </a:ext>
              </a:extLst>
            </p:cNvPr>
            <p:cNvSpPr/>
            <p:nvPr userDrawn="1"/>
          </p:nvSpPr>
          <p:spPr>
            <a:xfrm>
              <a:off x="2039471" y="4061896"/>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 name="connsiteX4" fmla="*/ 0 w 2029968"/>
                <a:gd name="connsiteY4" fmla="*/ 0 h 2029968"/>
                <a:gd name="connsiteX0" fmla="*/ 0 w 2029968"/>
                <a:gd name="connsiteY0" fmla="*/ 0 h 2029968"/>
                <a:gd name="connsiteX1" fmla="*/ 2029968 w 2029968"/>
                <a:gd name="connsiteY1" fmla="*/ 2029968 h 2029968"/>
                <a:gd name="connsiteX2" fmla="*/ 0 w 2029968"/>
                <a:gd name="connsiteY2" fmla="*/ 2029968 h 2029968"/>
                <a:gd name="connsiteX3" fmla="*/ 0 w 2029968"/>
                <a:gd name="connsiteY3" fmla="*/ 0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2029968"/>
                  </a:lnTo>
                  <a:lnTo>
                    <a:pt x="0" y="2029968"/>
                  </a:lnTo>
                  <a:lnTo>
                    <a:pt x="0" y="0"/>
                  </a:ln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0B75A35-885A-CE38-4F65-95EF186B13D1}"/>
                </a:ext>
              </a:extLst>
            </p:cNvPr>
            <p:cNvSpPr/>
            <p:nvPr userDrawn="1"/>
          </p:nvSpPr>
          <p:spPr>
            <a:xfrm>
              <a:off x="2038120" y="6083058"/>
              <a:ext cx="2029968" cy="77494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Graphic 12">
              <a:extLst>
                <a:ext uri="{FF2B5EF4-FFF2-40B4-BE49-F238E27FC236}">
                  <a16:creationId xmlns:a16="http://schemas.microsoft.com/office/drawing/2014/main" id="{4B488086-4998-410C-FCC8-29CA6288A79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10800000">
              <a:off x="0" y="2029167"/>
              <a:ext cx="2029968" cy="2029968"/>
            </a:xfrm>
            <a:prstGeom prst="rect">
              <a:avLst/>
            </a:prstGeom>
          </p:spPr>
        </p:pic>
        <p:grpSp>
          <p:nvGrpSpPr>
            <p:cNvPr id="19" name="Group 18">
              <a:extLst>
                <a:ext uri="{FF2B5EF4-FFF2-40B4-BE49-F238E27FC236}">
                  <a16:creationId xmlns:a16="http://schemas.microsoft.com/office/drawing/2014/main" id="{227BDAED-0D36-04AE-1A0C-E36977943C38}"/>
                </a:ext>
              </a:extLst>
            </p:cNvPr>
            <p:cNvGrpSpPr/>
            <p:nvPr userDrawn="1"/>
          </p:nvGrpSpPr>
          <p:grpSpPr>
            <a:xfrm>
              <a:off x="110109" y="4130046"/>
              <a:ext cx="1920240" cy="1920240"/>
              <a:chOff x="5361924" y="7472790"/>
              <a:chExt cx="1828800" cy="1828800"/>
            </a:xfrm>
          </p:grpSpPr>
          <p:grpSp>
            <p:nvGrpSpPr>
              <p:cNvPr id="20" name="Group 19">
                <a:extLst>
                  <a:ext uri="{FF2B5EF4-FFF2-40B4-BE49-F238E27FC236}">
                    <a16:creationId xmlns:a16="http://schemas.microsoft.com/office/drawing/2014/main" id="{DCF3798F-8E8C-7928-8347-8BC5B07B29F9}"/>
                  </a:ext>
                </a:extLst>
              </p:cNvPr>
              <p:cNvGrpSpPr/>
              <p:nvPr userDrawn="1"/>
            </p:nvGrpSpPr>
            <p:grpSpPr>
              <a:xfrm>
                <a:off x="5361924" y="7472790"/>
                <a:ext cx="1828800" cy="1828800"/>
                <a:chOff x="5361924" y="7472790"/>
                <a:chExt cx="1828800" cy="1828800"/>
              </a:xfrm>
            </p:grpSpPr>
            <p:grpSp>
              <p:nvGrpSpPr>
                <p:cNvPr id="22" name="Group 21">
                  <a:extLst>
                    <a:ext uri="{FF2B5EF4-FFF2-40B4-BE49-F238E27FC236}">
                      <a16:creationId xmlns:a16="http://schemas.microsoft.com/office/drawing/2014/main" id="{A488BF7D-B7D9-249A-4EC2-8A1F6311D1BD}"/>
                    </a:ext>
                  </a:extLst>
                </p:cNvPr>
                <p:cNvGrpSpPr/>
                <p:nvPr userDrawn="1"/>
              </p:nvGrpSpPr>
              <p:grpSpPr>
                <a:xfrm>
                  <a:off x="5361924" y="7472790"/>
                  <a:ext cx="1828800" cy="1828800"/>
                  <a:chOff x="5388428" y="7173291"/>
                  <a:chExt cx="1828800" cy="1828800"/>
                </a:xfrm>
              </p:grpSpPr>
              <p:grpSp>
                <p:nvGrpSpPr>
                  <p:cNvPr id="29" name="Group 28">
                    <a:extLst>
                      <a:ext uri="{FF2B5EF4-FFF2-40B4-BE49-F238E27FC236}">
                        <a16:creationId xmlns:a16="http://schemas.microsoft.com/office/drawing/2014/main" id="{C68EE8A4-53F3-EAAD-F43C-1F73C11BCE4C}"/>
                      </a:ext>
                    </a:extLst>
                  </p:cNvPr>
                  <p:cNvGrpSpPr/>
                  <p:nvPr userDrawn="1"/>
                </p:nvGrpSpPr>
                <p:grpSpPr>
                  <a:xfrm>
                    <a:off x="5388428" y="7173291"/>
                    <a:ext cx="1828800" cy="1828800"/>
                    <a:chOff x="5388428" y="7173291"/>
                    <a:chExt cx="1828800" cy="1828800"/>
                  </a:xfrm>
                </p:grpSpPr>
                <p:grpSp>
                  <p:nvGrpSpPr>
                    <p:cNvPr id="31" name="Group 30">
                      <a:extLst>
                        <a:ext uri="{FF2B5EF4-FFF2-40B4-BE49-F238E27FC236}">
                          <a16:creationId xmlns:a16="http://schemas.microsoft.com/office/drawing/2014/main" id="{806ABFB8-B814-19D4-3D47-A20F5AE8785F}"/>
                        </a:ext>
                      </a:extLst>
                    </p:cNvPr>
                    <p:cNvGrpSpPr/>
                    <p:nvPr userDrawn="1"/>
                  </p:nvGrpSpPr>
                  <p:grpSpPr>
                    <a:xfrm>
                      <a:off x="5388428" y="7173291"/>
                      <a:ext cx="1828800" cy="1828800"/>
                      <a:chOff x="5579044" y="7049770"/>
                      <a:chExt cx="1828800" cy="1828800"/>
                    </a:xfrm>
                  </p:grpSpPr>
                  <p:grpSp>
                    <p:nvGrpSpPr>
                      <p:cNvPr id="33" name="Group 32">
                        <a:extLst>
                          <a:ext uri="{FF2B5EF4-FFF2-40B4-BE49-F238E27FC236}">
                            <a16:creationId xmlns:a16="http://schemas.microsoft.com/office/drawing/2014/main" id="{992340A8-8A61-1791-D56D-37F56A662FEC}"/>
                          </a:ext>
                        </a:extLst>
                      </p:cNvPr>
                      <p:cNvGrpSpPr/>
                      <p:nvPr userDrawn="1"/>
                    </p:nvGrpSpPr>
                    <p:grpSpPr>
                      <a:xfrm>
                        <a:off x="5579044" y="7049770"/>
                        <a:ext cx="1828800" cy="1828800"/>
                        <a:chOff x="5579044" y="7049770"/>
                        <a:chExt cx="1828800" cy="1828800"/>
                      </a:xfrm>
                    </p:grpSpPr>
                    <p:grpSp>
                      <p:nvGrpSpPr>
                        <p:cNvPr id="35" name="Group 34">
                          <a:extLst>
                            <a:ext uri="{FF2B5EF4-FFF2-40B4-BE49-F238E27FC236}">
                              <a16:creationId xmlns:a16="http://schemas.microsoft.com/office/drawing/2014/main" id="{CD482B6F-4CF8-CEB3-7478-EB1A76DCF567}"/>
                            </a:ext>
                          </a:extLst>
                        </p:cNvPr>
                        <p:cNvGrpSpPr/>
                        <p:nvPr userDrawn="1"/>
                      </p:nvGrpSpPr>
                      <p:grpSpPr>
                        <a:xfrm>
                          <a:off x="5579044" y="7049770"/>
                          <a:ext cx="1828800" cy="1828800"/>
                          <a:chOff x="5579044" y="7049770"/>
                          <a:chExt cx="1828800" cy="1828800"/>
                        </a:xfrm>
                      </p:grpSpPr>
                      <p:grpSp>
                        <p:nvGrpSpPr>
                          <p:cNvPr id="37" name="Group 36">
                            <a:extLst>
                              <a:ext uri="{FF2B5EF4-FFF2-40B4-BE49-F238E27FC236}">
                                <a16:creationId xmlns:a16="http://schemas.microsoft.com/office/drawing/2014/main" id="{48DB94FE-59B9-2EAD-D619-84D732CEACD3}"/>
                              </a:ext>
                            </a:extLst>
                          </p:cNvPr>
                          <p:cNvGrpSpPr/>
                          <p:nvPr userDrawn="1"/>
                        </p:nvGrpSpPr>
                        <p:grpSpPr>
                          <a:xfrm>
                            <a:off x="5579044" y="7049770"/>
                            <a:ext cx="1828800" cy="1828800"/>
                            <a:chOff x="5579044" y="7049770"/>
                            <a:chExt cx="1828800" cy="1828800"/>
                          </a:xfrm>
                        </p:grpSpPr>
                        <p:sp>
                          <p:nvSpPr>
                            <p:cNvPr id="39" name="Oval 38">
                              <a:extLst>
                                <a:ext uri="{FF2B5EF4-FFF2-40B4-BE49-F238E27FC236}">
                                  <a16:creationId xmlns:a16="http://schemas.microsoft.com/office/drawing/2014/main" id="{E9EB6EED-2663-2442-C484-EF27395DCEBC}"/>
                                </a:ext>
                              </a:extLst>
                            </p:cNvPr>
                            <p:cNvSpPr/>
                            <p:nvPr userDrawn="1"/>
                          </p:nvSpPr>
                          <p:spPr>
                            <a:xfrm>
                              <a:off x="5579044" y="7049770"/>
                              <a:ext cx="1828800" cy="182880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40" name="Oval 39">
                              <a:extLst>
                                <a:ext uri="{FF2B5EF4-FFF2-40B4-BE49-F238E27FC236}">
                                  <a16:creationId xmlns:a16="http://schemas.microsoft.com/office/drawing/2014/main" id="{E5978766-DE51-5FF5-41BE-B1007C37165E}"/>
                                </a:ext>
                              </a:extLst>
                            </p:cNvPr>
                            <p:cNvSpPr/>
                            <p:nvPr userDrawn="1"/>
                          </p:nvSpPr>
                          <p:spPr>
                            <a:xfrm>
                              <a:off x="5647624" y="7118350"/>
                              <a:ext cx="1691640" cy="169164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38" name="Oval 37">
                            <a:extLst>
                              <a:ext uri="{FF2B5EF4-FFF2-40B4-BE49-F238E27FC236}">
                                <a16:creationId xmlns:a16="http://schemas.microsoft.com/office/drawing/2014/main" id="{749B68DA-C119-6301-085A-2E7F3F7E3CB1}"/>
                              </a:ext>
                            </a:extLst>
                          </p:cNvPr>
                          <p:cNvSpPr/>
                          <p:nvPr userDrawn="1"/>
                        </p:nvSpPr>
                        <p:spPr>
                          <a:xfrm>
                            <a:off x="5716204" y="7186930"/>
                            <a:ext cx="1554480" cy="155448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36" name="Oval 35">
                          <a:extLst>
                            <a:ext uri="{FF2B5EF4-FFF2-40B4-BE49-F238E27FC236}">
                              <a16:creationId xmlns:a16="http://schemas.microsoft.com/office/drawing/2014/main" id="{D753957E-F4A5-E4CA-B8B3-F6AE73F159FA}"/>
                            </a:ext>
                          </a:extLst>
                        </p:cNvPr>
                        <p:cNvSpPr/>
                        <p:nvPr userDrawn="1"/>
                      </p:nvSpPr>
                      <p:spPr>
                        <a:xfrm>
                          <a:off x="5784784" y="7255510"/>
                          <a:ext cx="1417320" cy="141732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34" name="Oval 33">
                        <a:extLst>
                          <a:ext uri="{FF2B5EF4-FFF2-40B4-BE49-F238E27FC236}">
                            <a16:creationId xmlns:a16="http://schemas.microsoft.com/office/drawing/2014/main" id="{3C4F46AE-42C2-9E3D-D294-F9297389D110}"/>
                          </a:ext>
                        </a:extLst>
                      </p:cNvPr>
                      <p:cNvSpPr/>
                      <p:nvPr userDrawn="1"/>
                    </p:nvSpPr>
                    <p:spPr>
                      <a:xfrm>
                        <a:off x="5853364" y="7324090"/>
                        <a:ext cx="1280160" cy="128016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32" name="Oval 31">
                      <a:extLst>
                        <a:ext uri="{FF2B5EF4-FFF2-40B4-BE49-F238E27FC236}">
                          <a16:creationId xmlns:a16="http://schemas.microsoft.com/office/drawing/2014/main" id="{42376F25-4466-0F15-CD2F-B821AC9CCE5C}"/>
                        </a:ext>
                      </a:extLst>
                    </p:cNvPr>
                    <p:cNvSpPr/>
                    <p:nvPr userDrawn="1"/>
                  </p:nvSpPr>
                  <p:spPr>
                    <a:xfrm>
                      <a:off x="5731328" y="7516191"/>
                      <a:ext cx="1143000" cy="114300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30" name="Oval 29">
                    <a:extLst>
                      <a:ext uri="{FF2B5EF4-FFF2-40B4-BE49-F238E27FC236}">
                        <a16:creationId xmlns:a16="http://schemas.microsoft.com/office/drawing/2014/main" id="{BBC988D2-4FFC-612A-DD91-A41B6194EF6C}"/>
                      </a:ext>
                    </a:extLst>
                  </p:cNvPr>
                  <p:cNvSpPr/>
                  <p:nvPr userDrawn="1"/>
                </p:nvSpPr>
                <p:spPr>
                  <a:xfrm>
                    <a:off x="5799908" y="7584771"/>
                    <a:ext cx="1005840" cy="100584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24" name="Oval 23">
                  <a:extLst>
                    <a:ext uri="{FF2B5EF4-FFF2-40B4-BE49-F238E27FC236}">
                      <a16:creationId xmlns:a16="http://schemas.microsoft.com/office/drawing/2014/main" id="{53690E8A-1D3D-3D5D-932E-D2A2CFE5BDAB}"/>
                    </a:ext>
                  </a:extLst>
                </p:cNvPr>
                <p:cNvSpPr/>
                <p:nvPr userDrawn="1"/>
              </p:nvSpPr>
              <p:spPr>
                <a:xfrm>
                  <a:off x="5841984" y="7952850"/>
                  <a:ext cx="868680" cy="86868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25" name="Oval 24">
                  <a:extLst>
                    <a:ext uri="{FF2B5EF4-FFF2-40B4-BE49-F238E27FC236}">
                      <a16:creationId xmlns:a16="http://schemas.microsoft.com/office/drawing/2014/main" id="{1AE08D7C-4190-C00C-19F0-BEC1F608B97A}"/>
                    </a:ext>
                  </a:extLst>
                </p:cNvPr>
                <p:cNvSpPr/>
                <p:nvPr userDrawn="1"/>
              </p:nvSpPr>
              <p:spPr>
                <a:xfrm>
                  <a:off x="5910564" y="8021430"/>
                  <a:ext cx="731520" cy="73152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26" name="Oval 25">
                  <a:extLst>
                    <a:ext uri="{FF2B5EF4-FFF2-40B4-BE49-F238E27FC236}">
                      <a16:creationId xmlns:a16="http://schemas.microsoft.com/office/drawing/2014/main" id="{7B3E9873-3672-0001-60F1-6068B67A6DFE}"/>
                    </a:ext>
                  </a:extLst>
                </p:cNvPr>
                <p:cNvSpPr/>
                <p:nvPr userDrawn="1"/>
              </p:nvSpPr>
              <p:spPr>
                <a:xfrm>
                  <a:off x="5979144" y="8090010"/>
                  <a:ext cx="594360" cy="59436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27" name="Oval 26">
                  <a:extLst>
                    <a:ext uri="{FF2B5EF4-FFF2-40B4-BE49-F238E27FC236}">
                      <a16:creationId xmlns:a16="http://schemas.microsoft.com/office/drawing/2014/main" id="{4CD85BCE-3B9E-234C-4D1D-EC1A6A57D298}"/>
                    </a:ext>
                  </a:extLst>
                </p:cNvPr>
                <p:cNvSpPr/>
                <p:nvPr userDrawn="1"/>
              </p:nvSpPr>
              <p:spPr>
                <a:xfrm>
                  <a:off x="6047724" y="8158590"/>
                  <a:ext cx="457200" cy="45720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28" name="Oval 27">
                  <a:extLst>
                    <a:ext uri="{FF2B5EF4-FFF2-40B4-BE49-F238E27FC236}">
                      <a16:creationId xmlns:a16="http://schemas.microsoft.com/office/drawing/2014/main" id="{5CC66A2F-CBBE-220E-5ECB-528B8EE34F83}"/>
                    </a:ext>
                  </a:extLst>
                </p:cNvPr>
                <p:cNvSpPr/>
                <p:nvPr userDrawn="1"/>
              </p:nvSpPr>
              <p:spPr>
                <a:xfrm>
                  <a:off x="6116304" y="8227170"/>
                  <a:ext cx="320040" cy="32004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21" name="Oval 20">
                <a:extLst>
                  <a:ext uri="{FF2B5EF4-FFF2-40B4-BE49-F238E27FC236}">
                    <a16:creationId xmlns:a16="http://schemas.microsoft.com/office/drawing/2014/main" id="{B7B0A7FC-B497-31A6-1F93-414F96AF4C47}"/>
                  </a:ext>
                </a:extLst>
              </p:cNvPr>
              <p:cNvSpPr/>
              <p:nvPr userDrawn="1"/>
            </p:nvSpPr>
            <p:spPr>
              <a:xfrm>
                <a:off x="6184884" y="8295750"/>
                <a:ext cx="182880" cy="18288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41" name="Rectangle 40">
              <a:extLst>
                <a:ext uri="{FF2B5EF4-FFF2-40B4-BE49-F238E27FC236}">
                  <a16:creationId xmlns:a16="http://schemas.microsoft.com/office/drawing/2014/main" id="{26879019-2911-2F60-CC5B-25D1BE752B8D}"/>
                </a:ext>
              </a:extLst>
            </p:cNvPr>
            <p:cNvSpPr/>
            <p:nvPr userDrawn="1"/>
          </p:nvSpPr>
          <p:spPr>
            <a:xfrm>
              <a:off x="9867" y="6073440"/>
              <a:ext cx="2029968" cy="7845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8CCEA94B-F499-5FCA-D063-7FD71F10F95B}"/>
                </a:ext>
              </a:extLst>
            </p:cNvPr>
            <p:cNvSpPr/>
            <p:nvPr userDrawn="1"/>
          </p:nvSpPr>
          <p:spPr>
            <a:xfrm>
              <a:off x="9867" y="4051601"/>
              <a:ext cx="1014984" cy="2029968"/>
            </a:xfrm>
            <a:custGeom>
              <a:avLst/>
              <a:gdLst>
                <a:gd name="connsiteX0" fmla="*/ 1248 w 915648"/>
                <a:gd name="connsiteY0" fmla="*/ 0 h 1828800"/>
                <a:gd name="connsiteX1" fmla="*/ 915648 w 915648"/>
                <a:gd name="connsiteY1" fmla="*/ 914400 h 1828800"/>
                <a:gd name="connsiteX2" fmla="*/ 1248 w 915648"/>
                <a:gd name="connsiteY2" fmla="*/ 1828800 h 1828800"/>
                <a:gd name="connsiteX3" fmla="*/ 0 w 915648"/>
                <a:gd name="connsiteY3" fmla="*/ 1828737 h 1828800"/>
                <a:gd name="connsiteX4" fmla="*/ 0 w 915648"/>
                <a:gd name="connsiteY4" fmla="*/ 63 h 1828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5648" h="1828800">
                  <a:moveTo>
                    <a:pt x="1248" y="0"/>
                  </a:moveTo>
                  <a:cubicBezTo>
                    <a:pt x="506257" y="0"/>
                    <a:pt x="915648" y="409391"/>
                    <a:pt x="915648" y="914400"/>
                  </a:cubicBezTo>
                  <a:cubicBezTo>
                    <a:pt x="915648" y="1419409"/>
                    <a:pt x="506257" y="1828800"/>
                    <a:pt x="1248" y="1828800"/>
                  </a:cubicBezTo>
                  <a:lnTo>
                    <a:pt x="0" y="1828737"/>
                  </a:lnTo>
                  <a:lnTo>
                    <a:pt x="0" y="63"/>
                  </a:ln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63" name="Picture Placeholder 62">
            <a:extLst>
              <a:ext uri="{FF2B5EF4-FFF2-40B4-BE49-F238E27FC236}">
                <a16:creationId xmlns:a16="http://schemas.microsoft.com/office/drawing/2014/main" id="{A461CB72-9777-50F4-94EC-91A4EE864A4A}"/>
              </a:ext>
            </a:extLst>
          </p:cNvPr>
          <p:cNvSpPr>
            <a:spLocks noGrp="1"/>
          </p:cNvSpPr>
          <p:nvPr>
            <p:ph type="pic" sz="quarter" idx="13" hasCustomPrompt="1"/>
          </p:nvPr>
        </p:nvSpPr>
        <p:spPr>
          <a:xfrm>
            <a:off x="0" y="-1"/>
            <a:ext cx="4076118" cy="6096678"/>
          </a:xfrm>
          <a:custGeom>
            <a:avLst/>
            <a:gdLst>
              <a:gd name="connsiteX0" fmla="*/ 0 w 4076118"/>
              <a:gd name="connsiteY0" fmla="*/ 0 h 6096678"/>
              <a:gd name="connsiteX1" fmla="*/ 4076118 w 4076118"/>
              <a:gd name="connsiteY1" fmla="*/ 0 h 6096678"/>
              <a:gd name="connsiteX2" fmla="*/ 4076118 w 4076118"/>
              <a:gd name="connsiteY2" fmla="*/ 2038351 h 6096678"/>
              <a:gd name="connsiteX3" fmla="*/ 4076118 w 4076118"/>
              <a:gd name="connsiteY3" fmla="*/ 2048256 h 6096678"/>
              <a:gd name="connsiteX4" fmla="*/ 4076118 w 4076118"/>
              <a:gd name="connsiteY4" fmla="*/ 6096678 h 6096678"/>
              <a:gd name="connsiteX5" fmla="*/ 27696 w 4076118"/>
              <a:gd name="connsiteY5" fmla="*/ 2048256 h 6096678"/>
              <a:gd name="connsiteX6" fmla="*/ 0 w 4076118"/>
              <a:gd name="connsiteY6" fmla="*/ 2048256 h 60966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076118" h="6096678">
                <a:moveTo>
                  <a:pt x="0" y="0"/>
                </a:moveTo>
                <a:lnTo>
                  <a:pt x="4076118" y="0"/>
                </a:lnTo>
                <a:lnTo>
                  <a:pt x="4076118" y="2038351"/>
                </a:lnTo>
                <a:lnTo>
                  <a:pt x="4076118" y="2048256"/>
                </a:lnTo>
                <a:lnTo>
                  <a:pt x="4076118" y="6096678"/>
                </a:lnTo>
                <a:lnTo>
                  <a:pt x="27696" y="2048256"/>
                </a:lnTo>
                <a:lnTo>
                  <a:pt x="0" y="2048256"/>
                </a:lnTo>
                <a:close/>
              </a:path>
            </a:pathLst>
          </a:custGeom>
        </p:spPr>
        <p:txBody>
          <a:bodyPr wrap="square">
            <a:noAutofit/>
          </a:bodyPr>
          <a:lstStyle>
            <a:lvl1pPr marL="0" indent="0" algn="ctr">
              <a:buNone/>
              <a:defRPr sz="2000">
                <a:solidFill>
                  <a:schemeClr val="bg1"/>
                </a:solidFill>
              </a:defRPr>
            </a:lvl1pPr>
          </a:lstStyle>
          <a:p>
            <a:r>
              <a:rPr lang="en-US"/>
              <a:t>Click icon to insert picture</a:t>
            </a:r>
          </a:p>
        </p:txBody>
      </p:sp>
    </p:spTree>
    <p:extLst>
      <p:ext uri="{BB962C8B-B14F-4D97-AF65-F5344CB8AC3E}">
        <p14:creationId xmlns:p14="http://schemas.microsoft.com/office/powerpoint/2010/main" val="17235676"/>
      </p:ext>
    </p:extLst>
  </p:cSld>
  <p:clrMapOvr>
    <a:masterClrMapping/>
  </p:clrMapOvr>
  <p:extLst>
    <p:ext uri="{DCECCB84-F9BA-43D5-87BE-67443E8EF086}">
      <p15:sldGuideLst xmlns:p15="http://schemas.microsoft.com/office/powerpoint/2012/main">
        <p15:guide id="1" orient="horz" pos="1080" userDrawn="1">
          <p15:clr>
            <a:srgbClr val="FBAE40"/>
          </p15:clr>
        </p15:guide>
        <p15:guide id="2" orient="horz" pos="2160" userDrawn="1">
          <p15:clr>
            <a:srgbClr val="FBAE40"/>
          </p15:clr>
        </p15:guide>
        <p15:guide id="3" orient="horz" pos="3240" userDrawn="1">
          <p15:clr>
            <a:srgbClr val="FBAE40"/>
          </p15:clr>
        </p15:guide>
        <p15:guide id="4" orient="horz" pos="2260" userDrawn="1">
          <p15:clr>
            <a:srgbClr val="FBAE40"/>
          </p15:clr>
        </p15:guide>
        <p15:guide id="5" pos="7296"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ntent 1">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762001" y="896112"/>
            <a:ext cx="6589150" cy="1988706"/>
          </a:xfrm>
        </p:spPr>
        <p:txBody>
          <a:bodyPr anchor="t" anchorCtr="0"/>
          <a:lstStyle>
            <a:lvl1pPr>
              <a:defRPr cap="all" baseline="0">
                <a:solidFill>
                  <a:schemeClr val="tx2"/>
                </a:solidFill>
              </a:defRPr>
            </a:lvl1pPr>
          </a:lstStyle>
          <a:p>
            <a:r>
              <a:rPr lang="en-US"/>
              <a:t>CLICK TO ADD TITLE</a:t>
            </a:r>
          </a:p>
        </p:txBody>
      </p:sp>
      <p:grpSp>
        <p:nvGrpSpPr>
          <p:cNvPr id="3" name="Group 2">
            <a:extLst>
              <a:ext uri="{FF2B5EF4-FFF2-40B4-BE49-F238E27FC236}">
                <a16:creationId xmlns:a16="http://schemas.microsoft.com/office/drawing/2014/main" id="{C8EF03D4-C3B7-918C-FF43-0A9C106ACA0F}"/>
              </a:ext>
              <a:ext uri="{C183D7F6-B498-43B3-948B-1728B52AA6E4}">
                <adec:decorative xmlns:adec="http://schemas.microsoft.com/office/drawing/2017/decorative" val="1"/>
              </a:ext>
            </a:extLst>
          </p:cNvPr>
          <p:cNvGrpSpPr/>
          <p:nvPr userDrawn="1"/>
        </p:nvGrpSpPr>
        <p:grpSpPr>
          <a:xfrm>
            <a:off x="8127476" y="-9144"/>
            <a:ext cx="4069095" cy="6867144"/>
            <a:chOff x="8127476" y="-9144"/>
            <a:chExt cx="4069095" cy="6867144"/>
          </a:xfrm>
        </p:grpSpPr>
        <p:sp>
          <p:nvSpPr>
            <p:cNvPr id="11" name="Rectangle 10">
              <a:extLst>
                <a:ext uri="{FF2B5EF4-FFF2-40B4-BE49-F238E27FC236}">
                  <a16:creationId xmlns:a16="http://schemas.microsoft.com/office/drawing/2014/main" id="{4FADCD25-4CC2-4A9A-B033-132F3DA6D2F5}"/>
                </a:ext>
              </a:extLst>
            </p:cNvPr>
            <p:cNvSpPr/>
            <p:nvPr userDrawn="1"/>
          </p:nvSpPr>
          <p:spPr>
            <a:xfrm>
              <a:off x="10162032" y="2014436"/>
              <a:ext cx="2029968" cy="202996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23">
              <a:extLst>
                <a:ext uri="{FF2B5EF4-FFF2-40B4-BE49-F238E27FC236}">
                  <a16:creationId xmlns:a16="http://schemas.microsoft.com/office/drawing/2014/main" id="{D2F68DA8-1D58-42B0-A2C9-046E92884BC1}"/>
                </a:ext>
              </a:extLst>
            </p:cNvPr>
            <p:cNvSpPr/>
            <p:nvPr userDrawn="1"/>
          </p:nvSpPr>
          <p:spPr>
            <a:xfrm rot="5400000">
              <a:off x="10160492" y="2024569"/>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 name="connsiteX4" fmla="*/ 0 w 2029968"/>
                <a:gd name="connsiteY4" fmla="*/ 0 h 2029968"/>
                <a:gd name="connsiteX0" fmla="*/ 0 w 2029968"/>
                <a:gd name="connsiteY0" fmla="*/ 0 h 2029968"/>
                <a:gd name="connsiteX1" fmla="*/ 2029968 w 2029968"/>
                <a:gd name="connsiteY1" fmla="*/ 2029968 h 2029968"/>
                <a:gd name="connsiteX2" fmla="*/ 0 w 2029968"/>
                <a:gd name="connsiteY2" fmla="*/ 2029968 h 2029968"/>
                <a:gd name="connsiteX3" fmla="*/ 0 w 2029968"/>
                <a:gd name="connsiteY3" fmla="*/ 0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2029968"/>
                  </a:lnTo>
                  <a:lnTo>
                    <a:pt x="0" y="2029968"/>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9DB232A4-4F4E-48E9-9E61-BE51F716635C}"/>
                </a:ext>
              </a:extLst>
            </p:cNvPr>
            <p:cNvSpPr/>
            <p:nvPr userDrawn="1"/>
          </p:nvSpPr>
          <p:spPr>
            <a:xfrm>
              <a:off x="10162032" y="0"/>
              <a:ext cx="2029968" cy="2029968"/>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Graphic 7">
              <a:extLst>
                <a:ext uri="{FF2B5EF4-FFF2-40B4-BE49-F238E27FC236}">
                  <a16:creationId xmlns:a16="http://schemas.microsoft.com/office/drawing/2014/main" id="{4CB66576-218C-4236-B125-DD7B03A7848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10800000">
              <a:off x="10162032" y="0"/>
              <a:ext cx="2029968" cy="2029968"/>
            </a:xfrm>
            <a:prstGeom prst="rect">
              <a:avLst/>
            </a:prstGeom>
          </p:spPr>
        </p:pic>
        <p:sp>
          <p:nvSpPr>
            <p:cNvPr id="7" name="Rectangle 6">
              <a:extLst>
                <a:ext uri="{FF2B5EF4-FFF2-40B4-BE49-F238E27FC236}">
                  <a16:creationId xmlns:a16="http://schemas.microsoft.com/office/drawing/2014/main" id="{E557D1F3-8C55-47FE-B39A-86D30F8FFEA1}"/>
                </a:ext>
              </a:extLst>
            </p:cNvPr>
            <p:cNvSpPr/>
            <p:nvPr userDrawn="1"/>
          </p:nvSpPr>
          <p:spPr>
            <a:xfrm>
              <a:off x="8139364" y="-7084"/>
              <a:ext cx="2029968" cy="20299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F4EB6F2E-2621-4EB5-A04D-906FD08CED87}"/>
                </a:ext>
              </a:extLst>
            </p:cNvPr>
            <p:cNvSpPr/>
            <p:nvPr userDrawn="1"/>
          </p:nvSpPr>
          <p:spPr>
            <a:xfrm flipH="1">
              <a:off x="8127476" y="4807776"/>
              <a:ext cx="2032942" cy="202996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9CC28908-2548-441C-BE9D-8728E1FC84C0}"/>
                </a:ext>
              </a:extLst>
            </p:cNvPr>
            <p:cNvSpPr/>
            <p:nvPr userDrawn="1"/>
          </p:nvSpPr>
          <p:spPr>
            <a:xfrm>
              <a:off x="10160492" y="4041539"/>
              <a:ext cx="2029968" cy="20299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5" name="Picture 34" descr="A black and white striped pattern&#10;&#10;Description automatically generated with low confidence">
              <a:extLst>
                <a:ext uri="{FF2B5EF4-FFF2-40B4-BE49-F238E27FC236}">
                  <a16:creationId xmlns:a16="http://schemas.microsoft.com/office/drawing/2014/main" id="{731DC170-FB16-45F8-B62C-DCAB2B9AC310}"/>
                </a:ext>
              </a:extLst>
            </p:cNvPr>
            <p:cNvPicPr>
              <a:picLocks noChangeAspect="1"/>
            </p:cNvPicPr>
            <p:nvPr userDrawn="1"/>
          </p:nvPicPr>
          <p:blipFill>
            <a:blip r:embed="rId4" cstate="screen">
              <a:extLst>
                <a:ext uri="{28A0092B-C50C-407E-A947-70E740481C1C}">
                  <a14:useLocalDpi xmlns:a14="http://schemas.microsoft.com/office/drawing/2010/main" val="0"/>
                </a:ext>
              </a:extLst>
            </a:blip>
            <a:stretch>
              <a:fillRect/>
            </a:stretch>
          </p:blipFill>
          <p:spPr>
            <a:xfrm>
              <a:off x="10177272" y="5079562"/>
              <a:ext cx="2019299" cy="999451"/>
            </a:xfrm>
            <a:prstGeom prst="rect">
              <a:avLst/>
            </a:prstGeom>
          </p:spPr>
        </p:pic>
        <p:pic>
          <p:nvPicPr>
            <p:cNvPr id="36" name="Graphic 35">
              <a:extLst>
                <a:ext uri="{FF2B5EF4-FFF2-40B4-BE49-F238E27FC236}">
                  <a16:creationId xmlns:a16="http://schemas.microsoft.com/office/drawing/2014/main" id="{6529D2A7-ABB3-4E2D-88CA-F813997011F5}"/>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rot="10800000">
              <a:off x="8139640" y="-9144"/>
              <a:ext cx="2029968" cy="2029968"/>
            </a:xfrm>
            <a:prstGeom prst="rect">
              <a:avLst/>
            </a:prstGeom>
          </p:spPr>
        </p:pic>
        <p:sp>
          <p:nvSpPr>
            <p:cNvPr id="37" name="Rectangle 36">
              <a:extLst>
                <a:ext uri="{FF2B5EF4-FFF2-40B4-BE49-F238E27FC236}">
                  <a16:creationId xmlns:a16="http://schemas.microsoft.com/office/drawing/2014/main" id="{CDB6750E-735F-4906-8BCA-E0BD4F029617}"/>
                </a:ext>
              </a:extLst>
            </p:cNvPr>
            <p:cNvSpPr/>
            <p:nvPr userDrawn="1"/>
          </p:nvSpPr>
          <p:spPr>
            <a:xfrm>
              <a:off x="10158984" y="6016751"/>
              <a:ext cx="2029968" cy="8412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8" name="Graphic 37">
              <a:extLst>
                <a:ext uri="{FF2B5EF4-FFF2-40B4-BE49-F238E27FC236}">
                  <a16:creationId xmlns:a16="http://schemas.microsoft.com/office/drawing/2014/main" id="{051ECE99-ACA6-46AF-98D5-81FBD3F834A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8131156" y="4828032"/>
              <a:ext cx="2029968" cy="2029968"/>
            </a:xfrm>
            <a:prstGeom prst="rect">
              <a:avLst/>
            </a:prstGeom>
          </p:spPr>
        </p:pic>
        <p:grpSp>
          <p:nvGrpSpPr>
            <p:cNvPr id="40" name="Group 39">
              <a:extLst>
                <a:ext uri="{FF2B5EF4-FFF2-40B4-BE49-F238E27FC236}">
                  <a16:creationId xmlns:a16="http://schemas.microsoft.com/office/drawing/2014/main" id="{3A847BA4-24DF-47BE-BE28-02415C2A2D3C}"/>
                </a:ext>
              </a:extLst>
            </p:cNvPr>
            <p:cNvGrpSpPr/>
            <p:nvPr userDrawn="1"/>
          </p:nvGrpSpPr>
          <p:grpSpPr>
            <a:xfrm>
              <a:off x="8227718" y="2092719"/>
              <a:ext cx="1920240" cy="1920240"/>
              <a:chOff x="5361924" y="7472790"/>
              <a:chExt cx="1828800" cy="1828800"/>
            </a:xfrm>
          </p:grpSpPr>
          <p:grpSp>
            <p:nvGrpSpPr>
              <p:cNvPr id="41" name="Group 40">
                <a:extLst>
                  <a:ext uri="{FF2B5EF4-FFF2-40B4-BE49-F238E27FC236}">
                    <a16:creationId xmlns:a16="http://schemas.microsoft.com/office/drawing/2014/main" id="{882CC485-8A14-4767-80E8-8FB0A9991D20}"/>
                  </a:ext>
                </a:extLst>
              </p:cNvPr>
              <p:cNvGrpSpPr/>
              <p:nvPr userDrawn="1"/>
            </p:nvGrpSpPr>
            <p:grpSpPr>
              <a:xfrm>
                <a:off x="5361924" y="7472790"/>
                <a:ext cx="1828800" cy="1828800"/>
                <a:chOff x="5361924" y="7472790"/>
                <a:chExt cx="1828800" cy="1828800"/>
              </a:xfrm>
            </p:grpSpPr>
            <p:grpSp>
              <p:nvGrpSpPr>
                <p:cNvPr id="43" name="Group 42">
                  <a:extLst>
                    <a:ext uri="{FF2B5EF4-FFF2-40B4-BE49-F238E27FC236}">
                      <a16:creationId xmlns:a16="http://schemas.microsoft.com/office/drawing/2014/main" id="{E119FAB2-4AF3-4EC9-98C6-E69760D02810}"/>
                    </a:ext>
                  </a:extLst>
                </p:cNvPr>
                <p:cNvGrpSpPr/>
                <p:nvPr userDrawn="1"/>
              </p:nvGrpSpPr>
              <p:grpSpPr>
                <a:xfrm>
                  <a:off x="5361924" y="7472790"/>
                  <a:ext cx="1828800" cy="1828800"/>
                  <a:chOff x="5388428" y="7173291"/>
                  <a:chExt cx="1828800" cy="1828800"/>
                </a:xfrm>
              </p:grpSpPr>
              <p:grpSp>
                <p:nvGrpSpPr>
                  <p:cNvPr id="49" name="Group 48">
                    <a:extLst>
                      <a:ext uri="{FF2B5EF4-FFF2-40B4-BE49-F238E27FC236}">
                        <a16:creationId xmlns:a16="http://schemas.microsoft.com/office/drawing/2014/main" id="{E2A21525-E952-4F39-A9B2-2CA7C5B14B85}"/>
                      </a:ext>
                    </a:extLst>
                  </p:cNvPr>
                  <p:cNvGrpSpPr/>
                  <p:nvPr userDrawn="1"/>
                </p:nvGrpSpPr>
                <p:grpSpPr>
                  <a:xfrm>
                    <a:off x="5388428" y="7173291"/>
                    <a:ext cx="1828800" cy="1828800"/>
                    <a:chOff x="5388428" y="7173291"/>
                    <a:chExt cx="1828800" cy="1828800"/>
                  </a:xfrm>
                </p:grpSpPr>
                <p:grpSp>
                  <p:nvGrpSpPr>
                    <p:cNvPr id="51" name="Group 50">
                      <a:extLst>
                        <a:ext uri="{FF2B5EF4-FFF2-40B4-BE49-F238E27FC236}">
                          <a16:creationId xmlns:a16="http://schemas.microsoft.com/office/drawing/2014/main" id="{53BFFD34-0142-4185-8790-1D792CB2F5DD}"/>
                        </a:ext>
                      </a:extLst>
                    </p:cNvPr>
                    <p:cNvGrpSpPr/>
                    <p:nvPr userDrawn="1"/>
                  </p:nvGrpSpPr>
                  <p:grpSpPr>
                    <a:xfrm>
                      <a:off x="5388428" y="7173291"/>
                      <a:ext cx="1828800" cy="1828800"/>
                      <a:chOff x="5579044" y="7049770"/>
                      <a:chExt cx="1828800" cy="1828800"/>
                    </a:xfrm>
                  </p:grpSpPr>
                  <p:grpSp>
                    <p:nvGrpSpPr>
                      <p:cNvPr id="53" name="Group 52">
                        <a:extLst>
                          <a:ext uri="{FF2B5EF4-FFF2-40B4-BE49-F238E27FC236}">
                            <a16:creationId xmlns:a16="http://schemas.microsoft.com/office/drawing/2014/main" id="{00D3FC75-8C07-4B5B-A025-3CCC5DC458DA}"/>
                          </a:ext>
                        </a:extLst>
                      </p:cNvPr>
                      <p:cNvGrpSpPr/>
                      <p:nvPr userDrawn="1"/>
                    </p:nvGrpSpPr>
                    <p:grpSpPr>
                      <a:xfrm>
                        <a:off x="5579044" y="7049770"/>
                        <a:ext cx="1828800" cy="1828800"/>
                        <a:chOff x="5579044" y="7049770"/>
                        <a:chExt cx="1828800" cy="1828800"/>
                      </a:xfrm>
                    </p:grpSpPr>
                    <p:grpSp>
                      <p:nvGrpSpPr>
                        <p:cNvPr id="55" name="Group 54">
                          <a:extLst>
                            <a:ext uri="{FF2B5EF4-FFF2-40B4-BE49-F238E27FC236}">
                              <a16:creationId xmlns:a16="http://schemas.microsoft.com/office/drawing/2014/main" id="{393D2F91-0E6A-4541-843C-1FC0CC2A024A}"/>
                            </a:ext>
                          </a:extLst>
                        </p:cNvPr>
                        <p:cNvGrpSpPr/>
                        <p:nvPr userDrawn="1"/>
                      </p:nvGrpSpPr>
                      <p:grpSpPr>
                        <a:xfrm>
                          <a:off x="5579044" y="7049770"/>
                          <a:ext cx="1828800" cy="1828800"/>
                          <a:chOff x="5579044" y="7049770"/>
                          <a:chExt cx="1828800" cy="1828800"/>
                        </a:xfrm>
                      </p:grpSpPr>
                      <p:grpSp>
                        <p:nvGrpSpPr>
                          <p:cNvPr id="57" name="Group 56">
                            <a:extLst>
                              <a:ext uri="{FF2B5EF4-FFF2-40B4-BE49-F238E27FC236}">
                                <a16:creationId xmlns:a16="http://schemas.microsoft.com/office/drawing/2014/main" id="{7C9F80E2-6A88-44DC-B048-7178CAA61DAF}"/>
                              </a:ext>
                            </a:extLst>
                          </p:cNvPr>
                          <p:cNvGrpSpPr/>
                          <p:nvPr userDrawn="1"/>
                        </p:nvGrpSpPr>
                        <p:grpSpPr>
                          <a:xfrm>
                            <a:off x="5579044" y="7049770"/>
                            <a:ext cx="1828800" cy="1828800"/>
                            <a:chOff x="5579044" y="7049770"/>
                            <a:chExt cx="1828800" cy="1828800"/>
                          </a:xfrm>
                        </p:grpSpPr>
                        <p:sp>
                          <p:nvSpPr>
                            <p:cNvPr id="59" name="Oval 58">
                              <a:extLst>
                                <a:ext uri="{FF2B5EF4-FFF2-40B4-BE49-F238E27FC236}">
                                  <a16:creationId xmlns:a16="http://schemas.microsoft.com/office/drawing/2014/main" id="{1D9D5420-70BE-477D-A17F-A86F19AD3FAC}"/>
                                </a:ext>
                              </a:extLst>
                            </p:cNvPr>
                            <p:cNvSpPr/>
                            <p:nvPr userDrawn="1"/>
                          </p:nvSpPr>
                          <p:spPr>
                            <a:xfrm>
                              <a:off x="5579044" y="7049770"/>
                              <a:ext cx="1828800" cy="182880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60" name="Oval 59">
                              <a:extLst>
                                <a:ext uri="{FF2B5EF4-FFF2-40B4-BE49-F238E27FC236}">
                                  <a16:creationId xmlns:a16="http://schemas.microsoft.com/office/drawing/2014/main" id="{0BBACECF-9AE7-40B5-90D0-AE2CF1FBE0BD}"/>
                                </a:ext>
                              </a:extLst>
                            </p:cNvPr>
                            <p:cNvSpPr/>
                            <p:nvPr userDrawn="1"/>
                          </p:nvSpPr>
                          <p:spPr>
                            <a:xfrm>
                              <a:off x="5647624" y="7118350"/>
                              <a:ext cx="1691640" cy="169164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58" name="Oval 57">
                            <a:extLst>
                              <a:ext uri="{FF2B5EF4-FFF2-40B4-BE49-F238E27FC236}">
                                <a16:creationId xmlns:a16="http://schemas.microsoft.com/office/drawing/2014/main" id="{1A76BEA0-888E-41CD-9B30-B128A39F781E}"/>
                              </a:ext>
                            </a:extLst>
                          </p:cNvPr>
                          <p:cNvSpPr/>
                          <p:nvPr userDrawn="1"/>
                        </p:nvSpPr>
                        <p:spPr>
                          <a:xfrm>
                            <a:off x="5716204" y="7186930"/>
                            <a:ext cx="1554480" cy="155448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56" name="Oval 55">
                          <a:extLst>
                            <a:ext uri="{FF2B5EF4-FFF2-40B4-BE49-F238E27FC236}">
                              <a16:creationId xmlns:a16="http://schemas.microsoft.com/office/drawing/2014/main" id="{2EA36045-2F1D-402B-A951-B9957D5C145A}"/>
                            </a:ext>
                          </a:extLst>
                        </p:cNvPr>
                        <p:cNvSpPr/>
                        <p:nvPr userDrawn="1"/>
                      </p:nvSpPr>
                      <p:spPr>
                        <a:xfrm>
                          <a:off x="5784784" y="7255510"/>
                          <a:ext cx="1417320" cy="141732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54" name="Oval 53">
                        <a:extLst>
                          <a:ext uri="{FF2B5EF4-FFF2-40B4-BE49-F238E27FC236}">
                            <a16:creationId xmlns:a16="http://schemas.microsoft.com/office/drawing/2014/main" id="{AAF58CB3-363E-4156-8148-52E0B9CB634A}"/>
                          </a:ext>
                        </a:extLst>
                      </p:cNvPr>
                      <p:cNvSpPr/>
                      <p:nvPr userDrawn="1"/>
                    </p:nvSpPr>
                    <p:spPr>
                      <a:xfrm>
                        <a:off x="5853364" y="7324090"/>
                        <a:ext cx="1280160" cy="128016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52" name="Oval 51">
                      <a:extLst>
                        <a:ext uri="{FF2B5EF4-FFF2-40B4-BE49-F238E27FC236}">
                          <a16:creationId xmlns:a16="http://schemas.microsoft.com/office/drawing/2014/main" id="{BDC4E05B-A602-483A-B19B-B907358D4629}"/>
                        </a:ext>
                      </a:extLst>
                    </p:cNvPr>
                    <p:cNvSpPr/>
                    <p:nvPr userDrawn="1"/>
                  </p:nvSpPr>
                  <p:spPr>
                    <a:xfrm>
                      <a:off x="5731328" y="7516191"/>
                      <a:ext cx="1143000" cy="114300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50" name="Oval 49">
                    <a:extLst>
                      <a:ext uri="{FF2B5EF4-FFF2-40B4-BE49-F238E27FC236}">
                        <a16:creationId xmlns:a16="http://schemas.microsoft.com/office/drawing/2014/main" id="{55AC54D8-2C27-49A7-B1CE-C865E629499E}"/>
                      </a:ext>
                    </a:extLst>
                  </p:cNvPr>
                  <p:cNvSpPr/>
                  <p:nvPr userDrawn="1"/>
                </p:nvSpPr>
                <p:spPr>
                  <a:xfrm>
                    <a:off x="5799908" y="7584771"/>
                    <a:ext cx="1005840" cy="100584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44" name="Oval 43">
                  <a:extLst>
                    <a:ext uri="{FF2B5EF4-FFF2-40B4-BE49-F238E27FC236}">
                      <a16:creationId xmlns:a16="http://schemas.microsoft.com/office/drawing/2014/main" id="{C9753262-9BA1-4716-B4B5-AAFE232A72A2}"/>
                    </a:ext>
                  </a:extLst>
                </p:cNvPr>
                <p:cNvSpPr/>
                <p:nvPr userDrawn="1"/>
              </p:nvSpPr>
              <p:spPr>
                <a:xfrm>
                  <a:off x="5841984" y="7952850"/>
                  <a:ext cx="868680" cy="86868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45" name="Oval 44">
                  <a:extLst>
                    <a:ext uri="{FF2B5EF4-FFF2-40B4-BE49-F238E27FC236}">
                      <a16:creationId xmlns:a16="http://schemas.microsoft.com/office/drawing/2014/main" id="{5B2AD932-98DF-4DA1-B19E-E38A4DD270F0}"/>
                    </a:ext>
                  </a:extLst>
                </p:cNvPr>
                <p:cNvSpPr/>
                <p:nvPr userDrawn="1"/>
              </p:nvSpPr>
              <p:spPr>
                <a:xfrm>
                  <a:off x="5910564" y="8021430"/>
                  <a:ext cx="731520" cy="73152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46" name="Oval 45">
                  <a:extLst>
                    <a:ext uri="{FF2B5EF4-FFF2-40B4-BE49-F238E27FC236}">
                      <a16:creationId xmlns:a16="http://schemas.microsoft.com/office/drawing/2014/main" id="{DE13C879-BB42-4F2C-9413-A1322DE58809}"/>
                    </a:ext>
                  </a:extLst>
                </p:cNvPr>
                <p:cNvSpPr/>
                <p:nvPr userDrawn="1"/>
              </p:nvSpPr>
              <p:spPr>
                <a:xfrm>
                  <a:off x="5979144" y="8090010"/>
                  <a:ext cx="594360" cy="59436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47" name="Oval 46">
                  <a:extLst>
                    <a:ext uri="{FF2B5EF4-FFF2-40B4-BE49-F238E27FC236}">
                      <a16:creationId xmlns:a16="http://schemas.microsoft.com/office/drawing/2014/main" id="{28B4D2F2-9DD5-4B23-A2F2-7DBEE9E61F6C}"/>
                    </a:ext>
                  </a:extLst>
                </p:cNvPr>
                <p:cNvSpPr/>
                <p:nvPr userDrawn="1"/>
              </p:nvSpPr>
              <p:spPr>
                <a:xfrm>
                  <a:off x="6047724" y="8158590"/>
                  <a:ext cx="457200" cy="45720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48" name="Oval 47">
                  <a:extLst>
                    <a:ext uri="{FF2B5EF4-FFF2-40B4-BE49-F238E27FC236}">
                      <a16:creationId xmlns:a16="http://schemas.microsoft.com/office/drawing/2014/main" id="{C1A2F663-A8A7-4337-9C39-489B4C457111}"/>
                    </a:ext>
                  </a:extLst>
                </p:cNvPr>
                <p:cNvSpPr/>
                <p:nvPr userDrawn="1"/>
              </p:nvSpPr>
              <p:spPr>
                <a:xfrm>
                  <a:off x="6116304" y="8227170"/>
                  <a:ext cx="320040" cy="32004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42" name="Oval 41">
                <a:extLst>
                  <a:ext uri="{FF2B5EF4-FFF2-40B4-BE49-F238E27FC236}">
                    <a16:creationId xmlns:a16="http://schemas.microsoft.com/office/drawing/2014/main" id="{1609761D-150A-4DE0-9604-CC3953C108D0}"/>
                  </a:ext>
                </a:extLst>
              </p:cNvPr>
              <p:cNvSpPr/>
              <p:nvPr userDrawn="1"/>
            </p:nvSpPr>
            <p:spPr>
              <a:xfrm>
                <a:off x="6184884" y="8295750"/>
                <a:ext cx="182880" cy="18288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61" name="Rectangle 60">
              <a:extLst>
                <a:ext uri="{FF2B5EF4-FFF2-40B4-BE49-F238E27FC236}">
                  <a16:creationId xmlns:a16="http://schemas.microsoft.com/office/drawing/2014/main" id="{D1189D1C-85ED-4EF1-A384-7C4590ED50FD}"/>
                </a:ext>
              </a:extLst>
            </p:cNvPr>
            <p:cNvSpPr/>
            <p:nvPr userDrawn="1"/>
          </p:nvSpPr>
          <p:spPr>
            <a:xfrm>
              <a:off x="8138160" y="4045868"/>
              <a:ext cx="2029968" cy="82296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Freeform: Shape 61">
              <a:extLst>
                <a:ext uri="{FF2B5EF4-FFF2-40B4-BE49-F238E27FC236}">
                  <a16:creationId xmlns:a16="http://schemas.microsoft.com/office/drawing/2014/main" id="{445306C5-E470-4A93-9C9F-5D066F760D16}"/>
                </a:ext>
              </a:extLst>
            </p:cNvPr>
            <p:cNvSpPr/>
            <p:nvPr userDrawn="1"/>
          </p:nvSpPr>
          <p:spPr>
            <a:xfrm>
              <a:off x="8138160" y="2029968"/>
              <a:ext cx="1014984" cy="2011680"/>
            </a:xfrm>
            <a:custGeom>
              <a:avLst/>
              <a:gdLst>
                <a:gd name="connsiteX0" fmla="*/ 1248 w 915648"/>
                <a:gd name="connsiteY0" fmla="*/ 0 h 1828800"/>
                <a:gd name="connsiteX1" fmla="*/ 915648 w 915648"/>
                <a:gd name="connsiteY1" fmla="*/ 914400 h 1828800"/>
                <a:gd name="connsiteX2" fmla="*/ 1248 w 915648"/>
                <a:gd name="connsiteY2" fmla="*/ 1828800 h 1828800"/>
                <a:gd name="connsiteX3" fmla="*/ 0 w 915648"/>
                <a:gd name="connsiteY3" fmla="*/ 1828737 h 1828800"/>
                <a:gd name="connsiteX4" fmla="*/ 0 w 915648"/>
                <a:gd name="connsiteY4" fmla="*/ 63 h 1828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5648" h="1828800">
                  <a:moveTo>
                    <a:pt x="1248" y="0"/>
                  </a:moveTo>
                  <a:cubicBezTo>
                    <a:pt x="506257" y="0"/>
                    <a:pt x="915648" y="409391"/>
                    <a:pt x="915648" y="914400"/>
                  </a:cubicBezTo>
                  <a:cubicBezTo>
                    <a:pt x="915648" y="1419409"/>
                    <a:pt x="506257" y="1828800"/>
                    <a:pt x="1248" y="1828800"/>
                  </a:cubicBezTo>
                  <a:lnTo>
                    <a:pt x="0" y="1828737"/>
                  </a:lnTo>
                  <a:lnTo>
                    <a:pt x="0" y="63"/>
                  </a:ln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cxnSp>
          <p:nvCxnSpPr>
            <p:cNvPr id="63" name="Straight Connector 62">
              <a:extLst>
                <a:ext uri="{FF2B5EF4-FFF2-40B4-BE49-F238E27FC236}">
                  <a16:creationId xmlns:a16="http://schemas.microsoft.com/office/drawing/2014/main" id="{B31C374B-40F2-4B1E-A9D8-6E5C932FF170}"/>
                </a:ext>
              </a:extLst>
            </p:cNvPr>
            <p:cNvCxnSpPr>
              <a:cxnSpLocks/>
            </p:cNvCxnSpPr>
            <p:nvPr userDrawn="1"/>
          </p:nvCxnSpPr>
          <p:spPr>
            <a:xfrm flipV="1">
              <a:off x="8138160" y="2012062"/>
              <a:ext cx="3044952" cy="7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
          <p:nvSpPr>
            <p:cNvPr id="64" name="Oval 63">
              <a:extLst>
                <a:ext uri="{FF2B5EF4-FFF2-40B4-BE49-F238E27FC236}">
                  <a16:creationId xmlns:a16="http://schemas.microsoft.com/office/drawing/2014/main" id="{1C668341-39BE-4448-B29D-2594AE6D75C2}"/>
                </a:ext>
              </a:extLst>
            </p:cNvPr>
            <p:cNvSpPr/>
            <p:nvPr userDrawn="1"/>
          </p:nvSpPr>
          <p:spPr>
            <a:xfrm>
              <a:off x="11055096" y="1874902"/>
              <a:ext cx="274320" cy="27432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7" name="Date Placeholder 3">
            <a:extLst>
              <a:ext uri="{FF2B5EF4-FFF2-40B4-BE49-F238E27FC236}">
                <a16:creationId xmlns:a16="http://schemas.microsoft.com/office/drawing/2014/main" id="{56895315-7883-40AA-AB6E-E7F8B77E5BAC}"/>
              </a:ext>
            </a:extLst>
          </p:cNvPr>
          <p:cNvSpPr>
            <a:spLocks noGrp="1"/>
          </p:cNvSpPr>
          <p:nvPr>
            <p:ph type="dt" sz="half" idx="10"/>
          </p:nvPr>
        </p:nvSpPr>
        <p:spPr>
          <a:xfrm>
            <a:off x="761295" y="6355080"/>
            <a:ext cx="1097280" cy="365125"/>
          </a:xfrm>
        </p:spPr>
        <p:txBody>
          <a:bodyPr/>
          <a:lstStyle>
            <a:lvl1pPr>
              <a:defRPr>
                <a:solidFill>
                  <a:schemeClr val="bg1"/>
                </a:solidFill>
              </a:defRPr>
            </a:lvl1pPr>
          </a:lstStyle>
          <a:p>
            <a:r>
              <a:rPr lang="en-US"/>
              <a:t>12/11/2023</a:t>
            </a:r>
          </a:p>
        </p:txBody>
      </p:sp>
      <p:sp>
        <p:nvSpPr>
          <p:cNvPr id="68" name="Footer Placeholder 4">
            <a:extLst>
              <a:ext uri="{FF2B5EF4-FFF2-40B4-BE49-F238E27FC236}">
                <a16:creationId xmlns:a16="http://schemas.microsoft.com/office/drawing/2014/main" id="{0000A4E2-8200-4049-B783-2C99FBDBAEBD}"/>
              </a:ext>
            </a:extLst>
          </p:cNvPr>
          <p:cNvSpPr>
            <a:spLocks noGrp="1"/>
          </p:cNvSpPr>
          <p:nvPr>
            <p:ph type="ftr" sz="quarter" idx="11"/>
          </p:nvPr>
        </p:nvSpPr>
        <p:spPr>
          <a:xfrm>
            <a:off x="5499886" y="6355080"/>
            <a:ext cx="2286000" cy="365125"/>
          </a:xfrm>
        </p:spPr>
        <p:txBody>
          <a:bodyPr/>
          <a:lstStyle>
            <a:lvl1pPr>
              <a:defRPr>
                <a:solidFill>
                  <a:schemeClr val="bg1"/>
                </a:solidFill>
              </a:defRPr>
            </a:lvl1pPr>
          </a:lstStyle>
          <a:p>
            <a:r>
              <a:rPr lang="en-US"/>
              <a:t>Presentation title</a:t>
            </a:r>
          </a:p>
        </p:txBody>
      </p:sp>
      <p:sp>
        <p:nvSpPr>
          <p:cNvPr id="69" name="Slide Number Placeholder 5">
            <a:extLst>
              <a:ext uri="{FF2B5EF4-FFF2-40B4-BE49-F238E27FC236}">
                <a16:creationId xmlns:a16="http://schemas.microsoft.com/office/drawing/2014/main" id="{179E1CD1-EB8F-4E56-ADD5-06293A7A2EE8}"/>
              </a:ext>
            </a:extLst>
          </p:cNvPr>
          <p:cNvSpPr>
            <a:spLocks noGrp="1"/>
          </p:cNvSpPr>
          <p:nvPr>
            <p:ph type="sldNum" sz="quarter" idx="12"/>
          </p:nvPr>
        </p:nvSpPr>
        <p:spPr>
          <a:xfrm>
            <a:off x="11274091" y="6355080"/>
            <a:ext cx="457200" cy="365125"/>
          </a:xfrm>
        </p:spPr>
        <p:txBody>
          <a:bodyPr/>
          <a:lstStyle>
            <a:lvl1pPr>
              <a:defRPr>
                <a:solidFill>
                  <a:schemeClr val="bg1"/>
                </a:solidFill>
              </a:defRPr>
            </a:lvl1pPr>
          </a:lstStyle>
          <a:p>
            <a:fld id="{B5CEABB6-07DC-46E8-9B57-56EC44A396E5}" type="slidenum">
              <a:rPr lang="en-US" smtClean="0"/>
              <a:pPr/>
              <a:t>‹#›</a:t>
            </a:fld>
            <a:endParaRPr lang="en-US"/>
          </a:p>
        </p:txBody>
      </p:sp>
      <p:sp>
        <p:nvSpPr>
          <p:cNvPr id="4" name="Content Placeholder 2">
            <a:extLst>
              <a:ext uri="{FF2B5EF4-FFF2-40B4-BE49-F238E27FC236}">
                <a16:creationId xmlns:a16="http://schemas.microsoft.com/office/drawing/2014/main" id="{3BB414F1-8F08-3A3B-45E3-9F44595164A1}"/>
              </a:ext>
            </a:extLst>
          </p:cNvPr>
          <p:cNvSpPr>
            <a:spLocks noGrp="1"/>
          </p:cNvSpPr>
          <p:nvPr>
            <p:ph sz="half" idx="14" hasCustomPrompt="1"/>
          </p:nvPr>
        </p:nvSpPr>
        <p:spPr>
          <a:xfrm>
            <a:off x="762001" y="3058886"/>
            <a:ext cx="6597372" cy="3296194"/>
          </a:xfrm>
        </p:spPr>
        <p:txBody>
          <a:bodyPr>
            <a:normAutofit/>
          </a:bodyPr>
          <a:lstStyle>
            <a:lvl1pPr marL="0" indent="0">
              <a:lnSpc>
                <a:spcPts val="2000"/>
              </a:lnSpc>
              <a:buFont typeface="Arial" panose="020B0604020202020204" pitchFamily="34" charset="0"/>
              <a:buNone/>
              <a:defRPr sz="1800">
                <a:solidFill>
                  <a:schemeClr val="bg1"/>
                </a:solidFill>
              </a:defRPr>
            </a:lvl1pPr>
            <a:lvl2pPr marL="457200">
              <a:lnSpc>
                <a:spcPts val="2000"/>
              </a:lnSpc>
              <a:defRPr sz="1800">
                <a:solidFill>
                  <a:schemeClr val="bg1"/>
                </a:solidFill>
              </a:defRPr>
            </a:lvl2pPr>
            <a:lvl3pPr marL="914400">
              <a:lnSpc>
                <a:spcPts val="2000"/>
              </a:lnSpc>
              <a:defRPr sz="1800">
                <a:solidFill>
                  <a:schemeClr val="bg1"/>
                </a:solidFill>
              </a:defRPr>
            </a:lvl3pPr>
            <a:lvl4pPr marL="1371600">
              <a:lnSpc>
                <a:spcPts val="2000"/>
              </a:lnSpc>
              <a:defRPr sz="1800">
                <a:solidFill>
                  <a:schemeClr val="bg1"/>
                </a:solidFill>
              </a:defRPr>
            </a:lvl4pPr>
            <a:lvl5pPr marL="1828800">
              <a:lnSpc>
                <a:spcPts val="2000"/>
              </a:lnSpc>
              <a:defRPr sz="1800">
                <a:solidFill>
                  <a:schemeClr val="bg1"/>
                </a:solidFill>
              </a:defRPr>
            </a:lvl5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780696027"/>
      </p:ext>
    </p:extLst>
  </p:cSld>
  <p:clrMapOvr>
    <a:masterClrMapping/>
  </p:clrMapOvr>
  <p:extLst>
    <p:ext uri="{DCECCB84-F9BA-43D5-87BE-67443E8EF086}">
      <p15:sldGuideLst xmlns:p15="http://schemas.microsoft.com/office/powerpoint/2012/main">
        <p15:guide id="1" orient="horz" pos="552" userDrawn="1">
          <p15:clr>
            <a:srgbClr val="FBAE40"/>
          </p15:clr>
        </p15:guide>
        <p15:guide id="2" pos="7104" userDrawn="1">
          <p15:clr>
            <a:srgbClr val="FBAE40"/>
          </p15:clr>
        </p15:guide>
        <p15:guide id="3" pos="7392" userDrawn="1">
          <p15:clr>
            <a:srgbClr val="FBAE40"/>
          </p15:clr>
        </p15:guide>
        <p15:guide id="4" pos="576"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Subtitle">
    <p:bg>
      <p:bgPr>
        <a:solidFill>
          <a:schemeClr val="accent3"/>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9F09F422-89F7-BDA7-7801-F364BA5D95A5}"/>
              </a:ext>
              <a:ext uri="{C183D7F6-B498-43B3-948B-1728B52AA6E4}">
                <adec:decorative xmlns:adec="http://schemas.microsoft.com/office/drawing/2017/decorative" val="1"/>
              </a:ext>
            </a:extLst>
          </p:cNvPr>
          <p:cNvGrpSpPr/>
          <p:nvPr userDrawn="1"/>
        </p:nvGrpSpPr>
        <p:grpSpPr>
          <a:xfrm>
            <a:off x="-3045" y="-4303"/>
            <a:ext cx="7252590" cy="6862680"/>
            <a:chOff x="-3045" y="-4303"/>
            <a:chExt cx="7252590" cy="6862680"/>
          </a:xfrm>
        </p:grpSpPr>
        <p:sp>
          <p:nvSpPr>
            <p:cNvPr id="34" name="Rectangle 33">
              <a:extLst>
                <a:ext uri="{FF2B5EF4-FFF2-40B4-BE49-F238E27FC236}">
                  <a16:creationId xmlns:a16="http://schemas.microsoft.com/office/drawing/2014/main" id="{D629CA98-D89C-4A69-9A55-8D6C17DCDDF0}"/>
                </a:ext>
              </a:extLst>
            </p:cNvPr>
            <p:cNvSpPr/>
            <p:nvPr userDrawn="1"/>
          </p:nvSpPr>
          <p:spPr>
            <a:xfrm>
              <a:off x="-1146" y="4775407"/>
              <a:ext cx="2029968" cy="207752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Graphic 27">
              <a:extLst>
                <a:ext uri="{FF2B5EF4-FFF2-40B4-BE49-F238E27FC236}">
                  <a16:creationId xmlns:a16="http://schemas.microsoft.com/office/drawing/2014/main" id="{12C5F573-21FC-4A6F-B46F-5583E20C994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10800000">
              <a:off x="-3045" y="-4303"/>
              <a:ext cx="2029968" cy="2029968"/>
            </a:xfrm>
            <a:prstGeom prst="rect">
              <a:avLst/>
            </a:prstGeom>
          </p:spPr>
        </p:pic>
        <p:sp>
          <p:nvSpPr>
            <p:cNvPr id="39" name="Rectangle 38">
              <a:extLst>
                <a:ext uri="{FF2B5EF4-FFF2-40B4-BE49-F238E27FC236}">
                  <a16:creationId xmlns:a16="http://schemas.microsoft.com/office/drawing/2014/main" id="{EA65556A-38A5-4BA5-9A40-33F02F960B1E}"/>
                </a:ext>
              </a:extLst>
            </p:cNvPr>
            <p:cNvSpPr/>
            <p:nvPr userDrawn="1"/>
          </p:nvSpPr>
          <p:spPr>
            <a:xfrm>
              <a:off x="3757" y="2033993"/>
              <a:ext cx="2029968" cy="202996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37900790-71B8-45C8-9B6D-07E23CEA7632}"/>
                </a:ext>
              </a:extLst>
            </p:cNvPr>
            <p:cNvSpPr/>
            <p:nvPr userDrawn="1"/>
          </p:nvSpPr>
          <p:spPr>
            <a:xfrm>
              <a:off x="-218" y="4059798"/>
              <a:ext cx="2029968" cy="759567"/>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28AC969-4FA2-44AD-A273-2A0B7839749F}"/>
                </a:ext>
              </a:extLst>
            </p:cNvPr>
            <p:cNvSpPr/>
            <p:nvPr userDrawn="1"/>
          </p:nvSpPr>
          <p:spPr>
            <a:xfrm>
              <a:off x="4071442" y="4058828"/>
              <a:ext cx="3178103" cy="2799549"/>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 name="connsiteX4" fmla="*/ 0 w 2029968"/>
                <a:gd name="connsiteY4" fmla="*/ 0 h 2029968"/>
                <a:gd name="connsiteX0" fmla="*/ 0 w 2029968"/>
                <a:gd name="connsiteY0" fmla="*/ 0 h 2029968"/>
                <a:gd name="connsiteX1" fmla="*/ 2029968 w 2029968"/>
                <a:gd name="connsiteY1" fmla="*/ 2029968 h 2029968"/>
                <a:gd name="connsiteX2" fmla="*/ 0 w 2029968"/>
                <a:gd name="connsiteY2" fmla="*/ 2029968 h 2029968"/>
                <a:gd name="connsiteX3" fmla="*/ 0 w 2029968"/>
                <a:gd name="connsiteY3" fmla="*/ 0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2029968"/>
                  </a:lnTo>
                  <a:lnTo>
                    <a:pt x="0" y="2029968"/>
                  </a:lnTo>
                  <a:lnTo>
                    <a:pt x="0" y="0"/>
                  </a:ln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Graphic 10">
              <a:extLst>
                <a:ext uri="{FF2B5EF4-FFF2-40B4-BE49-F238E27FC236}">
                  <a16:creationId xmlns:a16="http://schemas.microsoft.com/office/drawing/2014/main" id="{91CB31D0-C621-4EF7-AE25-5C3BCD5882C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038053" y="2029625"/>
              <a:ext cx="2029878" cy="2023760"/>
            </a:xfrm>
            <a:prstGeom prst="rect">
              <a:avLst/>
            </a:prstGeom>
          </p:spPr>
        </p:pic>
        <p:pic>
          <p:nvPicPr>
            <p:cNvPr id="69" name="Graphic 68">
              <a:extLst>
                <a:ext uri="{FF2B5EF4-FFF2-40B4-BE49-F238E27FC236}">
                  <a16:creationId xmlns:a16="http://schemas.microsoft.com/office/drawing/2014/main" id="{B2CC2F02-F98F-4E69-AA01-CCF96A602E12}"/>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2034034" y="4055808"/>
              <a:ext cx="2029968" cy="2029968"/>
            </a:xfrm>
            <a:prstGeom prst="rect">
              <a:avLst/>
            </a:prstGeom>
          </p:spPr>
        </p:pic>
        <p:sp>
          <p:nvSpPr>
            <p:cNvPr id="8" name="Rectangle 9">
              <a:extLst>
                <a:ext uri="{FF2B5EF4-FFF2-40B4-BE49-F238E27FC236}">
                  <a16:creationId xmlns:a16="http://schemas.microsoft.com/office/drawing/2014/main" id="{FE05B395-CB62-452B-A84F-936AD8EDDA92}"/>
                </a:ext>
              </a:extLst>
            </p:cNvPr>
            <p:cNvSpPr/>
            <p:nvPr userDrawn="1"/>
          </p:nvSpPr>
          <p:spPr>
            <a:xfrm>
              <a:off x="2028568" y="4060579"/>
              <a:ext cx="2029968" cy="2029968"/>
            </a:xfrm>
            <a:custGeom>
              <a:avLst/>
              <a:gdLst>
                <a:gd name="connsiteX0" fmla="*/ 0 w 1828800"/>
                <a:gd name="connsiteY0" fmla="*/ 0 h 1828800"/>
                <a:gd name="connsiteX1" fmla="*/ 1828800 w 1828800"/>
                <a:gd name="connsiteY1" fmla="*/ 0 h 1828800"/>
                <a:gd name="connsiteX2" fmla="*/ 1828800 w 1828800"/>
                <a:gd name="connsiteY2" fmla="*/ 1828800 h 1828800"/>
                <a:gd name="connsiteX3" fmla="*/ 0 w 1828800"/>
                <a:gd name="connsiteY3" fmla="*/ 1828800 h 1828800"/>
                <a:gd name="connsiteX4" fmla="*/ 0 w 1828800"/>
                <a:gd name="connsiteY4" fmla="*/ 0 h 1828800"/>
                <a:gd name="connsiteX0" fmla="*/ 0 w 1828800"/>
                <a:gd name="connsiteY0" fmla="*/ 0 h 1828800"/>
                <a:gd name="connsiteX1" fmla="*/ 1828800 w 1828800"/>
                <a:gd name="connsiteY1" fmla="*/ 1828800 h 1828800"/>
                <a:gd name="connsiteX2" fmla="*/ 0 w 1828800"/>
                <a:gd name="connsiteY2" fmla="*/ 1828800 h 1828800"/>
                <a:gd name="connsiteX3" fmla="*/ 0 w 1828800"/>
                <a:gd name="connsiteY3" fmla="*/ 0 h 1828800"/>
              </a:gdLst>
              <a:ahLst/>
              <a:cxnLst>
                <a:cxn ang="0">
                  <a:pos x="connsiteX0" y="connsiteY0"/>
                </a:cxn>
                <a:cxn ang="0">
                  <a:pos x="connsiteX1" y="connsiteY1"/>
                </a:cxn>
                <a:cxn ang="0">
                  <a:pos x="connsiteX2" y="connsiteY2"/>
                </a:cxn>
                <a:cxn ang="0">
                  <a:pos x="connsiteX3" y="connsiteY3"/>
                </a:cxn>
              </a:cxnLst>
              <a:rect l="l" t="t" r="r" b="b"/>
              <a:pathLst>
                <a:path w="1828800" h="1828800">
                  <a:moveTo>
                    <a:pt x="0" y="0"/>
                  </a:moveTo>
                  <a:lnTo>
                    <a:pt x="1828800" y="1828800"/>
                  </a:lnTo>
                  <a:lnTo>
                    <a:pt x="0" y="1828800"/>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3" name="Graphic 72">
              <a:extLst>
                <a:ext uri="{FF2B5EF4-FFF2-40B4-BE49-F238E27FC236}">
                  <a16:creationId xmlns:a16="http://schemas.microsoft.com/office/drawing/2014/main" id="{2622C30D-68C5-43FD-997F-CFD4DD72E164}"/>
                </a:ext>
              </a:extLst>
            </p:cNvPr>
            <p:cNvPicPr>
              <a:picLocks noChangeAspect="1"/>
            </p:cNvPicPr>
            <p:nvPr userDrawn="1"/>
          </p:nvPicPr>
          <p:blipFill>
            <a:blip r:embed="rId8">
              <a:extLst>
                <a:ext uri="{96DAC541-7B7A-43D3-8B79-37D633B846F1}">
                  <asvg:svgBlip xmlns:asvg="http://schemas.microsoft.com/office/drawing/2016/SVG/main" r:embed="rId9"/>
                </a:ext>
              </a:extLst>
            </a:blip>
            <a:stretch>
              <a:fillRect/>
            </a:stretch>
          </p:blipFill>
          <p:spPr>
            <a:xfrm rot="5400000">
              <a:off x="2043950" y="4059923"/>
              <a:ext cx="2029968" cy="2029968"/>
            </a:xfrm>
            <a:prstGeom prst="rect">
              <a:avLst/>
            </a:prstGeom>
          </p:spPr>
        </p:pic>
        <p:pic>
          <p:nvPicPr>
            <p:cNvPr id="35" name="Picture 34" descr="A black and white striped pattern&#10;&#10;Description automatically generated with low confidence">
              <a:extLst>
                <a:ext uri="{FF2B5EF4-FFF2-40B4-BE49-F238E27FC236}">
                  <a16:creationId xmlns:a16="http://schemas.microsoft.com/office/drawing/2014/main" id="{AC3CDBDC-6EB4-4B7D-A9F6-4CFA748349B5}"/>
                </a:ext>
              </a:extLst>
            </p:cNvPr>
            <p:cNvPicPr>
              <a:picLocks noChangeAspect="1"/>
            </p:cNvPicPr>
            <p:nvPr userDrawn="1"/>
          </p:nvPicPr>
          <p:blipFill>
            <a:blip r:embed="rId10" cstate="screen">
              <a:extLst>
                <a:ext uri="{28A0092B-C50C-407E-A947-70E740481C1C}">
                  <a14:useLocalDpi xmlns:a14="http://schemas.microsoft.com/office/drawing/2010/main" val="0"/>
                </a:ext>
              </a:extLst>
            </a:blip>
            <a:stretch>
              <a:fillRect/>
            </a:stretch>
          </p:blipFill>
          <p:spPr>
            <a:xfrm>
              <a:off x="1406" y="3062893"/>
              <a:ext cx="2019299" cy="999451"/>
            </a:xfrm>
            <a:prstGeom prst="rect">
              <a:avLst/>
            </a:prstGeom>
          </p:spPr>
        </p:pic>
        <p:grpSp>
          <p:nvGrpSpPr>
            <p:cNvPr id="162" name="Group 161">
              <a:extLst>
                <a:ext uri="{FF2B5EF4-FFF2-40B4-BE49-F238E27FC236}">
                  <a16:creationId xmlns:a16="http://schemas.microsoft.com/office/drawing/2014/main" id="{34457344-691C-417A-9C29-5AD8ABC43E5A}"/>
                </a:ext>
              </a:extLst>
            </p:cNvPr>
            <p:cNvGrpSpPr/>
            <p:nvPr userDrawn="1"/>
          </p:nvGrpSpPr>
          <p:grpSpPr>
            <a:xfrm>
              <a:off x="4433" y="4836676"/>
              <a:ext cx="1965960" cy="1965960"/>
              <a:chOff x="5361924" y="7472790"/>
              <a:chExt cx="1828800" cy="1828800"/>
            </a:xfrm>
          </p:grpSpPr>
          <p:grpSp>
            <p:nvGrpSpPr>
              <p:cNvPr id="163" name="Group 162">
                <a:extLst>
                  <a:ext uri="{FF2B5EF4-FFF2-40B4-BE49-F238E27FC236}">
                    <a16:creationId xmlns:a16="http://schemas.microsoft.com/office/drawing/2014/main" id="{68DDC918-5A9B-4D14-98A4-9002D8520FD4}"/>
                  </a:ext>
                </a:extLst>
              </p:cNvPr>
              <p:cNvGrpSpPr/>
              <p:nvPr userDrawn="1"/>
            </p:nvGrpSpPr>
            <p:grpSpPr>
              <a:xfrm>
                <a:off x="5361924" y="7472790"/>
                <a:ext cx="1828800" cy="1828800"/>
                <a:chOff x="5361924" y="7472790"/>
                <a:chExt cx="1828800" cy="1828800"/>
              </a:xfrm>
            </p:grpSpPr>
            <p:grpSp>
              <p:nvGrpSpPr>
                <p:cNvPr id="165" name="Group 164">
                  <a:extLst>
                    <a:ext uri="{FF2B5EF4-FFF2-40B4-BE49-F238E27FC236}">
                      <a16:creationId xmlns:a16="http://schemas.microsoft.com/office/drawing/2014/main" id="{2366D07F-988F-459E-BBD3-15126F92902E}"/>
                    </a:ext>
                  </a:extLst>
                </p:cNvPr>
                <p:cNvGrpSpPr/>
                <p:nvPr userDrawn="1"/>
              </p:nvGrpSpPr>
              <p:grpSpPr>
                <a:xfrm>
                  <a:off x="5361924" y="7472790"/>
                  <a:ext cx="1828800" cy="1828800"/>
                  <a:chOff x="5388428" y="7173291"/>
                  <a:chExt cx="1828800" cy="1828800"/>
                </a:xfrm>
              </p:grpSpPr>
              <p:grpSp>
                <p:nvGrpSpPr>
                  <p:cNvPr id="173" name="Group 172">
                    <a:extLst>
                      <a:ext uri="{FF2B5EF4-FFF2-40B4-BE49-F238E27FC236}">
                        <a16:creationId xmlns:a16="http://schemas.microsoft.com/office/drawing/2014/main" id="{6CCACE8C-699F-4B10-BA84-94167BA05CC5}"/>
                      </a:ext>
                    </a:extLst>
                  </p:cNvPr>
                  <p:cNvGrpSpPr/>
                  <p:nvPr userDrawn="1"/>
                </p:nvGrpSpPr>
                <p:grpSpPr>
                  <a:xfrm>
                    <a:off x="5388428" y="7173291"/>
                    <a:ext cx="1828800" cy="1828800"/>
                    <a:chOff x="5388428" y="7173291"/>
                    <a:chExt cx="1828800" cy="1828800"/>
                  </a:xfrm>
                </p:grpSpPr>
                <p:grpSp>
                  <p:nvGrpSpPr>
                    <p:cNvPr id="176" name="Group 175">
                      <a:extLst>
                        <a:ext uri="{FF2B5EF4-FFF2-40B4-BE49-F238E27FC236}">
                          <a16:creationId xmlns:a16="http://schemas.microsoft.com/office/drawing/2014/main" id="{59F49E32-0B71-4676-8012-BA971DA2100F}"/>
                        </a:ext>
                      </a:extLst>
                    </p:cNvPr>
                    <p:cNvGrpSpPr/>
                    <p:nvPr userDrawn="1"/>
                  </p:nvGrpSpPr>
                  <p:grpSpPr>
                    <a:xfrm>
                      <a:off x="5388428" y="7173291"/>
                      <a:ext cx="1828800" cy="1828800"/>
                      <a:chOff x="5579044" y="7049770"/>
                      <a:chExt cx="1828800" cy="1828800"/>
                    </a:xfrm>
                  </p:grpSpPr>
                  <p:grpSp>
                    <p:nvGrpSpPr>
                      <p:cNvPr id="178" name="Group 177">
                        <a:extLst>
                          <a:ext uri="{FF2B5EF4-FFF2-40B4-BE49-F238E27FC236}">
                            <a16:creationId xmlns:a16="http://schemas.microsoft.com/office/drawing/2014/main" id="{DF41FA5A-1504-4DC4-B514-00C377423E7C}"/>
                          </a:ext>
                        </a:extLst>
                      </p:cNvPr>
                      <p:cNvGrpSpPr/>
                      <p:nvPr userDrawn="1"/>
                    </p:nvGrpSpPr>
                    <p:grpSpPr>
                      <a:xfrm>
                        <a:off x="5579044" y="7049770"/>
                        <a:ext cx="1828800" cy="1828800"/>
                        <a:chOff x="5579044" y="7049770"/>
                        <a:chExt cx="1828800" cy="1828800"/>
                      </a:xfrm>
                    </p:grpSpPr>
                    <p:grpSp>
                      <p:nvGrpSpPr>
                        <p:cNvPr id="180" name="Group 179">
                          <a:extLst>
                            <a:ext uri="{FF2B5EF4-FFF2-40B4-BE49-F238E27FC236}">
                              <a16:creationId xmlns:a16="http://schemas.microsoft.com/office/drawing/2014/main" id="{68B4610A-A91F-459F-A9C5-9FC624665516}"/>
                            </a:ext>
                          </a:extLst>
                        </p:cNvPr>
                        <p:cNvGrpSpPr/>
                        <p:nvPr userDrawn="1"/>
                      </p:nvGrpSpPr>
                      <p:grpSpPr>
                        <a:xfrm>
                          <a:off x="5579044" y="7049770"/>
                          <a:ext cx="1828800" cy="1828800"/>
                          <a:chOff x="5579044" y="7049770"/>
                          <a:chExt cx="1828800" cy="1828800"/>
                        </a:xfrm>
                      </p:grpSpPr>
                      <p:grpSp>
                        <p:nvGrpSpPr>
                          <p:cNvPr id="182" name="Group 181">
                            <a:extLst>
                              <a:ext uri="{FF2B5EF4-FFF2-40B4-BE49-F238E27FC236}">
                                <a16:creationId xmlns:a16="http://schemas.microsoft.com/office/drawing/2014/main" id="{D794F6E3-A9E3-42A9-93AA-7B9E20AD922D}"/>
                              </a:ext>
                            </a:extLst>
                          </p:cNvPr>
                          <p:cNvGrpSpPr/>
                          <p:nvPr userDrawn="1"/>
                        </p:nvGrpSpPr>
                        <p:grpSpPr>
                          <a:xfrm>
                            <a:off x="5579044" y="7049770"/>
                            <a:ext cx="1828800" cy="1828800"/>
                            <a:chOff x="5579044" y="7049770"/>
                            <a:chExt cx="1828800" cy="1828800"/>
                          </a:xfrm>
                        </p:grpSpPr>
                        <p:sp>
                          <p:nvSpPr>
                            <p:cNvPr id="184" name="Oval 183">
                              <a:extLst>
                                <a:ext uri="{FF2B5EF4-FFF2-40B4-BE49-F238E27FC236}">
                                  <a16:creationId xmlns:a16="http://schemas.microsoft.com/office/drawing/2014/main" id="{90B634B0-4792-4A28-B92A-ACA35F177675}"/>
                                </a:ext>
                              </a:extLst>
                            </p:cNvPr>
                            <p:cNvSpPr/>
                            <p:nvPr userDrawn="1"/>
                          </p:nvSpPr>
                          <p:spPr>
                            <a:xfrm>
                              <a:off x="5579044" y="7049770"/>
                              <a:ext cx="1828800" cy="1828800"/>
                            </a:xfrm>
                            <a:prstGeom prst="ellipse">
                              <a:avLst/>
                            </a:prstGeom>
                            <a:noFill/>
                            <a:ln w="254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85" name="Oval 184">
                              <a:extLst>
                                <a:ext uri="{FF2B5EF4-FFF2-40B4-BE49-F238E27FC236}">
                                  <a16:creationId xmlns:a16="http://schemas.microsoft.com/office/drawing/2014/main" id="{1B466310-2C61-42F1-81EB-2B5BF01B2267}"/>
                                </a:ext>
                              </a:extLst>
                            </p:cNvPr>
                            <p:cNvSpPr/>
                            <p:nvPr userDrawn="1"/>
                          </p:nvSpPr>
                          <p:spPr>
                            <a:xfrm>
                              <a:off x="5647624" y="7118350"/>
                              <a:ext cx="1691640" cy="1691640"/>
                            </a:xfrm>
                            <a:prstGeom prst="ellipse">
                              <a:avLst/>
                            </a:prstGeom>
                            <a:noFill/>
                            <a:ln w="254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183" name="Oval 182">
                            <a:extLst>
                              <a:ext uri="{FF2B5EF4-FFF2-40B4-BE49-F238E27FC236}">
                                <a16:creationId xmlns:a16="http://schemas.microsoft.com/office/drawing/2014/main" id="{53A72A9A-79AE-4A89-8938-7A85E2248DE6}"/>
                              </a:ext>
                            </a:extLst>
                          </p:cNvPr>
                          <p:cNvSpPr/>
                          <p:nvPr userDrawn="1"/>
                        </p:nvSpPr>
                        <p:spPr>
                          <a:xfrm>
                            <a:off x="5716204" y="7186930"/>
                            <a:ext cx="1554480" cy="1554480"/>
                          </a:xfrm>
                          <a:prstGeom prst="ellipse">
                            <a:avLst/>
                          </a:prstGeom>
                          <a:noFill/>
                          <a:ln w="254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181" name="Oval 180">
                          <a:extLst>
                            <a:ext uri="{FF2B5EF4-FFF2-40B4-BE49-F238E27FC236}">
                              <a16:creationId xmlns:a16="http://schemas.microsoft.com/office/drawing/2014/main" id="{02618DCD-5B83-4412-9D1A-968C246DCAC1}"/>
                            </a:ext>
                          </a:extLst>
                        </p:cNvPr>
                        <p:cNvSpPr/>
                        <p:nvPr userDrawn="1"/>
                      </p:nvSpPr>
                      <p:spPr>
                        <a:xfrm>
                          <a:off x="5784784" y="7255510"/>
                          <a:ext cx="1417320" cy="1417320"/>
                        </a:xfrm>
                        <a:prstGeom prst="ellipse">
                          <a:avLst/>
                        </a:prstGeom>
                        <a:noFill/>
                        <a:ln w="254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179" name="Oval 178">
                        <a:extLst>
                          <a:ext uri="{FF2B5EF4-FFF2-40B4-BE49-F238E27FC236}">
                            <a16:creationId xmlns:a16="http://schemas.microsoft.com/office/drawing/2014/main" id="{29B173F9-A6EA-4B31-B4C6-3C8DE08F2F11}"/>
                          </a:ext>
                        </a:extLst>
                      </p:cNvPr>
                      <p:cNvSpPr/>
                      <p:nvPr userDrawn="1"/>
                    </p:nvSpPr>
                    <p:spPr>
                      <a:xfrm>
                        <a:off x="5853364" y="7324090"/>
                        <a:ext cx="1280160" cy="1280160"/>
                      </a:xfrm>
                      <a:prstGeom prst="ellipse">
                        <a:avLst/>
                      </a:prstGeom>
                      <a:noFill/>
                      <a:ln w="254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177" name="Oval 176">
                      <a:extLst>
                        <a:ext uri="{FF2B5EF4-FFF2-40B4-BE49-F238E27FC236}">
                          <a16:creationId xmlns:a16="http://schemas.microsoft.com/office/drawing/2014/main" id="{466DB0E2-4B80-4A09-8BCA-9432E1E1DAE3}"/>
                        </a:ext>
                      </a:extLst>
                    </p:cNvPr>
                    <p:cNvSpPr/>
                    <p:nvPr userDrawn="1"/>
                  </p:nvSpPr>
                  <p:spPr>
                    <a:xfrm>
                      <a:off x="5731328" y="7516191"/>
                      <a:ext cx="1143000" cy="1143000"/>
                    </a:xfrm>
                    <a:prstGeom prst="ellipse">
                      <a:avLst/>
                    </a:prstGeom>
                    <a:noFill/>
                    <a:ln w="254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174" name="Oval 173">
                    <a:extLst>
                      <a:ext uri="{FF2B5EF4-FFF2-40B4-BE49-F238E27FC236}">
                        <a16:creationId xmlns:a16="http://schemas.microsoft.com/office/drawing/2014/main" id="{20D2F087-D77F-4913-922E-014FB9DEE63E}"/>
                      </a:ext>
                    </a:extLst>
                  </p:cNvPr>
                  <p:cNvSpPr/>
                  <p:nvPr userDrawn="1"/>
                </p:nvSpPr>
                <p:spPr>
                  <a:xfrm>
                    <a:off x="5799908" y="7584771"/>
                    <a:ext cx="1005840" cy="1005840"/>
                  </a:xfrm>
                  <a:prstGeom prst="ellipse">
                    <a:avLst/>
                  </a:prstGeom>
                  <a:noFill/>
                  <a:ln w="254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166" name="Oval 165">
                  <a:extLst>
                    <a:ext uri="{FF2B5EF4-FFF2-40B4-BE49-F238E27FC236}">
                      <a16:creationId xmlns:a16="http://schemas.microsoft.com/office/drawing/2014/main" id="{DD44EC19-A244-4489-9CB8-0361CFBFD02F}"/>
                    </a:ext>
                  </a:extLst>
                </p:cNvPr>
                <p:cNvSpPr/>
                <p:nvPr userDrawn="1"/>
              </p:nvSpPr>
              <p:spPr>
                <a:xfrm>
                  <a:off x="5841984" y="7952850"/>
                  <a:ext cx="868680" cy="868680"/>
                </a:xfrm>
                <a:prstGeom prst="ellipse">
                  <a:avLst/>
                </a:prstGeom>
                <a:noFill/>
                <a:ln w="254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7" name="Oval 166">
                  <a:extLst>
                    <a:ext uri="{FF2B5EF4-FFF2-40B4-BE49-F238E27FC236}">
                      <a16:creationId xmlns:a16="http://schemas.microsoft.com/office/drawing/2014/main" id="{C5C029E7-6D6D-4D14-8D8E-E407011AF097}"/>
                    </a:ext>
                  </a:extLst>
                </p:cNvPr>
                <p:cNvSpPr/>
                <p:nvPr userDrawn="1"/>
              </p:nvSpPr>
              <p:spPr>
                <a:xfrm>
                  <a:off x="5910564" y="8021430"/>
                  <a:ext cx="731520" cy="731520"/>
                </a:xfrm>
                <a:prstGeom prst="ellipse">
                  <a:avLst/>
                </a:prstGeom>
                <a:noFill/>
                <a:ln w="254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69" name="Oval 168">
                  <a:extLst>
                    <a:ext uri="{FF2B5EF4-FFF2-40B4-BE49-F238E27FC236}">
                      <a16:creationId xmlns:a16="http://schemas.microsoft.com/office/drawing/2014/main" id="{4A74D8A7-ACD3-40A3-918D-46DF99BF9F3E}"/>
                    </a:ext>
                  </a:extLst>
                </p:cNvPr>
                <p:cNvSpPr/>
                <p:nvPr userDrawn="1"/>
              </p:nvSpPr>
              <p:spPr>
                <a:xfrm>
                  <a:off x="5979144" y="8090010"/>
                  <a:ext cx="594360" cy="594360"/>
                </a:xfrm>
                <a:prstGeom prst="ellipse">
                  <a:avLst/>
                </a:prstGeom>
                <a:noFill/>
                <a:ln w="254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71" name="Oval 170">
                  <a:extLst>
                    <a:ext uri="{FF2B5EF4-FFF2-40B4-BE49-F238E27FC236}">
                      <a16:creationId xmlns:a16="http://schemas.microsoft.com/office/drawing/2014/main" id="{9C994ED9-5124-452B-986B-4782056BCFB3}"/>
                    </a:ext>
                  </a:extLst>
                </p:cNvPr>
                <p:cNvSpPr/>
                <p:nvPr userDrawn="1"/>
              </p:nvSpPr>
              <p:spPr>
                <a:xfrm>
                  <a:off x="6047724" y="8158590"/>
                  <a:ext cx="457200" cy="457200"/>
                </a:xfrm>
                <a:prstGeom prst="ellipse">
                  <a:avLst/>
                </a:prstGeom>
                <a:noFill/>
                <a:ln w="254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72" name="Oval 171">
                  <a:extLst>
                    <a:ext uri="{FF2B5EF4-FFF2-40B4-BE49-F238E27FC236}">
                      <a16:creationId xmlns:a16="http://schemas.microsoft.com/office/drawing/2014/main" id="{8ADCBFB4-9F0A-40FB-A585-2728254E0A7C}"/>
                    </a:ext>
                  </a:extLst>
                </p:cNvPr>
                <p:cNvSpPr/>
                <p:nvPr userDrawn="1"/>
              </p:nvSpPr>
              <p:spPr>
                <a:xfrm>
                  <a:off x="6116304" y="8227170"/>
                  <a:ext cx="320040" cy="320040"/>
                </a:xfrm>
                <a:prstGeom prst="ellipse">
                  <a:avLst/>
                </a:prstGeom>
                <a:noFill/>
                <a:ln w="254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164" name="Oval 163">
                <a:extLst>
                  <a:ext uri="{FF2B5EF4-FFF2-40B4-BE49-F238E27FC236}">
                    <a16:creationId xmlns:a16="http://schemas.microsoft.com/office/drawing/2014/main" id="{42E049E2-81A6-45F8-BA9F-DEA21400B1AD}"/>
                  </a:ext>
                </a:extLst>
              </p:cNvPr>
              <p:cNvSpPr/>
              <p:nvPr userDrawn="1"/>
            </p:nvSpPr>
            <p:spPr>
              <a:xfrm>
                <a:off x="6184884" y="8295750"/>
                <a:ext cx="182880" cy="182880"/>
              </a:xfrm>
              <a:prstGeom prst="ellipse">
                <a:avLst/>
              </a:prstGeom>
              <a:noFill/>
              <a:ln w="25400">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67" name="Freeform: Shape 66">
              <a:extLst>
                <a:ext uri="{FF2B5EF4-FFF2-40B4-BE49-F238E27FC236}">
                  <a16:creationId xmlns:a16="http://schemas.microsoft.com/office/drawing/2014/main" id="{75F20D6C-6085-4D3F-9186-6895908C97B9}"/>
                </a:ext>
              </a:extLst>
            </p:cNvPr>
            <p:cNvSpPr/>
            <p:nvPr userDrawn="1"/>
          </p:nvSpPr>
          <p:spPr>
            <a:xfrm rot="16200000">
              <a:off x="506891" y="5335524"/>
              <a:ext cx="1014984" cy="2029968"/>
            </a:xfrm>
            <a:custGeom>
              <a:avLst/>
              <a:gdLst>
                <a:gd name="connsiteX0" fmla="*/ 1248 w 915648"/>
                <a:gd name="connsiteY0" fmla="*/ 0 h 1828800"/>
                <a:gd name="connsiteX1" fmla="*/ 915648 w 915648"/>
                <a:gd name="connsiteY1" fmla="*/ 914400 h 1828800"/>
                <a:gd name="connsiteX2" fmla="*/ 1248 w 915648"/>
                <a:gd name="connsiteY2" fmla="*/ 1828800 h 1828800"/>
                <a:gd name="connsiteX3" fmla="*/ 0 w 915648"/>
                <a:gd name="connsiteY3" fmla="*/ 1828737 h 1828800"/>
                <a:gd name="connsiteX4" fmla="*/ 0 w 915648"/>
                <a:gd name="connsiteY4" fmla="*/ 63 h 1828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5648" h="1828800">
                  <a:moveTo>
                    <a:pt x="1248" y="0"/>
                  </a:moveTo>
                  <a:cubicBezTo>
                    <a:pt x="506257" y="0"/>
                    <a:pt x="915648" y="409391"/>
                    <a:pt x="915648" y="914400"/>
                  </a:cubicBezTo>
                  <a:cubicBezTo>
                    <a:pt x="915648" y="1419409"/>
                    <a:pt x="506257" y="1828800"/>
                    <a:pt x="1248" y="1828800"/>
                  </a:cubicBezTo>
                  <a:lnTo>
                    <a:pt x="0" y="1828737"/>
                  </a:lnTo>
                  <a:lnTo>
                    <a:pt x="0" y="63"/>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1" name="Rectangle 70">
              <a:extLst>
                <a:ext uri="{FF2B5EF4-FFF2-40B4-BE49-F238E27FC236}">
                  <a16:creationId xmlns:a16="http://schemas.microsoft.com/office/drawing/2014/main" id="{BC56BE23-DE49-4D55-A6A0-DFE2A870120D}"/>
                </a:ext>
              </a:extLst>
            </p:cNvPr>
            <p:cNvSpPr/>
            <p:nvPr userDrawn="1"/>
          </p:nvSpPr>
          <p:spPr>
            <a:xfrm>
              <a:off x="2028658" y="6089528"/>
              <a:ext cx="2049251" cy="768472"/>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BCF3BD55-FF25-4CA9-8016-81AEB8AA43E8}"/>
                </a:ext>
              </a:extLst>
            </p:cNvPr>
            <p:cNvSpPr/>
            <p:nvPr userDrawn="1"/>
          </p:nvSpPr>
          <p:spPr>
            <a:xfrm>
              <a:off x="3838078" y="1859479"/>
              <a:ext cx="274320" cy="27432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7" name="Straight Connector 76">
              <a:extLst>
                <a:ext uri="{FF2B5EF4-FFF2-40B4-BE49-F238E27FC236}">
                  <a16:creationId xmlns:a16="http://schemas.microsoft.com/office/drawing/2014/main" id="{DE09EA6C-7AC2-47BE-95B8-4D3412867BA5}"/>
                </a:ext>
              </a:extLst>
            </p:cNvPr>
            <p:cNvCxnSpPr>
              <a:cxnSpLocks/>
            </p:cNvCxnSpPr>
            <p:nvPr userDrawn="1"/>
          </p:nvCxnSpPr>
          <p:spPr>
            <a:xfrm flipV="1">
              <a:off x="0" y="1990665"/>
              <a:ext cx="4023360" cy="33894"/>
            </a:xfrm>
            <a:prstGeom prst="line">
              <a:avLst/>
            </a:prstGeom>
            <a:ln w="50800">
              <a:solidFill>
                <a:schemeClr val="tx2"/>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6C25C416-A3A2-4CF9-9532-2C0BFB51CFDF}"/>
              </a:ext>
            </a:extLst>
          </p:cNvPr>
          <p:cNvSpPr>
            <a:spLocks noGrp="1"/>
          </p:cNvSpPr>
          <p:nvPr>
            <p:ph type="ctrTitle" hasCustomPrompt="1"/>
          </p:nvPr>
        </p:nvSpPr>
        <p:spPr>
          <a:xfrm>
            <a:off x="4974771" y="576943"/>
            <a:ext cx="6449786" cy="2785508"/>
          </a:xfrm>
        </p:spPr>
        <p:txBody>
          <a:bodyPr anchor="b">
            <a:normAutofit/>
          </a:bodyPr>
          <a:lstStyle>
            <a:lvl1pPr algn="l">
              <a:defRPr sz="4800" cap="all" baseline="0">
                <a:solidFill>
                  <a:schemeClr val="tx2"/>
                </a:solidFill>
              </a:defRPr>
            </a:lvl1pPr>
          </a:lstStyle>
          <a:p>
            <a:r>
              <a:rPr lang="en-US"/>
              <a:t>Click to ADD TITLE</a:t>
            </a:r>
          </a:p>
        </p:txBody>
      </p:sp>
      <p:sp>
        <p:nvSpPr>
          <p:cNvPr id="3" name="Subtitle 2">
            <a:extLst>
              <a:ext uri="{FF2B5EF4-FFF2-40B4-BE49-F238E27FC236}">
                <a16:creationId xmlns:a16="http://schemas.microsoft.com/office/drawing/2014/main" id="{EB00591F-8CE8-B626-C81A-6C960B2BAECA}"/>
              </a:ext>
            </a:extLst>
          </p:cNvPr>
          <p:cNvSpPr>
            <a:spLocks noGrp="1"/>
          </p:cNvSpPr>
          <p:nvPr>
            <p:ph type="subTitle" idx="1" hasCustomPrompt="1"/>
          </p:nvPr>
        </p:nvSpPr>
        <p:spPr>
          <a:xfrm>
            <a:off x="4974772" y="3373686"/>
            <a:ext cx="6449785" cy="1029586"/>
          </a:xfrm>
        </p:spPr>
        <p:txBody>
          <a:bodyPr>
            <a:normAutofit/>
          </a:bodyPr>
          <a:lstStyle>
            <a:lvl1pPr marL="0" indent="0" algn="l">
              <a:lnSpc>
                <a:spcPct val="150000"/>
              </a:lnSpc>
              <a:spcBef>
                <a:spcPts val="0"/>
              </a:spcBef>
              <a:buNone/>
              <a:defRPr sz="24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
        <p:nvSpPr>
          <p:cNvPr id="192" name="Date Placeholder 3">
            <a:extLst>
              <a:ext uri="{FF2B5EF4-FFF2-40B4-BE49-F238E27FC236}">
                <a16:creationId xmlns:a16="http://schemas.microsoft.com/office/drawing/2014/main" id="{2837477B-3D20-4982-86AF-91100FE408D3}"/>
              </a:ext>
            </a:extLst>
          </p:cNvPr>
          <p:cNvSpPr>
            <a:spLocks noGrp="1"/>
          </p:cNvSpPr>
          <p:nvPr>
            <p:ph type="dt" sz="half" idx="10"/>
          </p:nvPr>
        </p:nvSpPr>
        <p:spPr>
          <a:xfrm>
            <a:off x="7519821" y="6353175"/>
            <a:ext cx="1097280" cy="365125"/>
          </a:xfrm>
        </p:spPr>
        <p:txBody>
          <a:bodyPr/>
          <a:lstStyle>
            <a:lvl1pPr>
              <a:defRPr>
                <a:solidFill>
                  <a:schemeClr val="bg1"/>
                </a:solidFill>
              </a:defRPr>
            </a:lvl1pPr>
          </a:lstStyle>
          <a:p>
            <a:r>
              <a:rPr lang="en-US"/>
              <a:t>12/11/2023</a:t>
            </a:r>
          </a:p>
        </p:txBody>
      </p:sp>
      <p:sp>
        <p:nvSpPr>
          <p:cNvPr id="193" name="Footer Placeholder 4">
            <a:extLst>
              <a:ext uri="{FF2B5EF4-FFF2-40B4-BE49-F238E27FC236}">
                <a16:creationId xmlns:a16="http://schemas.microsoft.com/office/drawing/2014/main" id="{B6E38A1E-AF37-4A09-9B69-65397A079362}"/>
              </a:ext>
            </a:extLst>
          </p:cNvPr>
          <p:cNvSpPr>
            <a:spLocks noGrp="1"/>
          </p:cNvSpPr>
          <p:nvPr>
            <p:ph type="ftr" sz="quarter" idx="11"/>
          </p:nvPr>
        </p:nvSpPr>
        <p:spPr>
          <a:xfrm>
            <a:off x="8727198" y="6350000"/>
            <a:ext cx="2286000" cy="365125"/>
          </a:xfrm>
        </p:spPr>
        <p:txBody>
          <a:bodyPr/>
          <a:lstStyle>
            <a:lvl1pPr>
              <a:defRPr>
                <a:solidFill>
                  <a:schemeClr val="bg1"/>
                </a:solidFill>
              </a:defRPr>
            </a:lvl1pPr>
          </a:lstStyle>
          <a:p>
            <a:r>
              <a:rPr lang="en-US"/>
              <a:t>Presentation title</a:t>
            </a:r>
          </a:p>
        </p:txBody>
      </p:sp>
      <p:sp>
        <p:nvSpPr>
          <p:cNvPr id="194" name="Slide Number Placeholder 5">
            <a:extLst>
              <a:ext uri="{FF2B5EF4-FFF2-40B4-BE49-F238E27FC236}">
                <a16:creationId xmlns:a16="http://schemas.microsoft.com/office/drawing/2014/main" id="{FB77B535-C760-4E32-8A7E-BF9AD08BBC39}"/>
              </a:ext>
            </a:extLst>
          </p:cNvPr>
          <p:cNvSpPr>
            <a:spLocks noGrp="1"/>
          </p:cNvSpPr>
          <p:nvPr>
            <p:ph type="sldNum" sz="quarter" idx="12"/>
          </p:nvPr>
        </p:nvSpPr>
        <p:spPr>
          <a:xfrm>
            <a:off x="11123295" y="6352847"/>
            <a:ext cx="457200" cy="365125"/>
          </a:xfrm>
        </p:spPr>
        <p:txBody>
          <a:bodyPr/>
          <a:lstStyle>
            <a:lvl1pPr>
              <a:defRPr>
                <a:solidFill>
                  <a:schemeClr val="bg1"/>
                </a:solidFill>
              </a:defRPr>
            </a:lvl1pPr>
          </a:lstStyle>
          <a:p>
            <a:fld id="{B5CEABB6-07DC-46E8-9B57-56EC44A396E5}" type="slidenum">
              <a:rPr lang="en-US" smtClean="0"/>
              <a:pPr/>
              <a:t>‹#›</a:t>
            </a:fld>
            <a:endParaRPr lang="en-US"/>
          </a:p>
        </p:txBody>
      </p:sp>
    </p:spTree>
    <p:extLst>
      <p:ext uri="{BB962C8B-B14F-4D97-AF65-F5344CB8AC3E}">
        <p14:creationId xmlns:p14="http://schemas.microsoft.com/office/powerpoint/2010/main" val="64770521"/>
      </p:ext>
    </p:extLst>
  </p:cSld>
  <p:clrMapOvr>
    <a:masterClrMapping/>
  </p:clrMapOvr>
  <p:extLst>
    <p:ext uri="{DCECCB84-F9BA-43D5-87BE-67443E8EF086}">
      <p15:sldGuideLst xmlns:p15="http://schemas.microsoft.com/office/powerpoint/2012/main">
        <p15:guide id="1" orient="horz" pos="1080" userDrawn="1">
          <p15:clr>
            <a:srgbClr val="FBAE40"/>
          </p15:clr>
        </p15:guide>
        <p15:guide id="2" orient="horz" pos="2160" userDrawn="1">
          <p15:clr>
            <a:srgbClr val="FBAE40"/>
          </p15:clr>
        </p15:guide>
        <p15:guide id="3" orient="horz" pos="3240" userDrawn="1">
          <p15:clr>
            <a:srgbClr val="FBAE40"/>
          </p15:clr>
        </p15:guide>
        <p15:guide id="4" orient="horz" pos="2256"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wo Content 1">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ACA106-0FC3-4FE9-9338-4AC3D15608E5}"/>
              </a:ext>
            </a:extLst>
          </p:cNvPr>
          <p:cNvSpPr>
            <a:spLocks noGrp="1"/>
          </p:cNvSpPr>
          <p:nvPr>
            <p:ph type="title" hasCustomPrompt="1"/>
          </p:nvPr>
        </p:nvSpPr>
        <p:spPr>
          <a:xfrm>
            <a:off x="771736" y="896112"/>
            <a:ext cx="9389288" cy="1362456"/>
          </a:xfrm>
        </p:spPr>
        <p:txBody>
          <a:bodyPr anchor="t" anchorCtr="0"/>
          <a:lstStyle>
            <a:lvl1pPr>
              <a:defRPr cap="all" baseline="0">
                <a:solidFill>
                  <a:schemeClr val="accent1"/>
                </a:solidFill>
              </a:defRPr>
            </a:lvl1pPr>
          </a:lstStyle>
          <a:p>
            <a:r>
              <a:rPr lang="en-US"/>
              <a:t>CLICK TO ADD TITLE</a:t>
            </a:r>
          </a:p>
        </p:txBody>
      </p:sp>
      <p:grpSp>
        <p:nvGrpSpPr>
          <p:cNvPr id="5" name="Group 4">
            <a:extLst>
              <a:ext uri="{FF2B5EF4-FFF2-40B4-BE49-F238E27FC236}">
                <a16:creationId xmlns:a16="http://schemas.microsoft.com/office/drawing/2014/main" id="{E88DF45F-9FEA-47BE-AC15-52BE148E1814}"/>
              </a:ext>
              <a:ext uri="{C183D7F6-B498-43B3-948B-1728B52AA6E4}">
                <adec:decorative xmlns:adec="http://schemas.microsoft.com/office/drawing/2017/decorative" val="1"/>
              </a:ext>
            </a:extLst>
          </p:cNvPr>
          <p:cNvGrpSpPr/>
          <p:nvPr userDrawn="1"/>
        </p:nvGrpSpPr>
        <p:grpSpPr>
          <a:xfrm>
            <a:off x="11239499" y="0"/>
            <a:ext cx="1015984" cy="6858000"/>
            <a:chOff x="11239499" y="0"/>
            <a:chExt cx="1015984" cy="6858000"/>
          </a:xfrm>
        </p:grpSpPr>
        <p:sp>
          <p:nvSpPr>
            <p:cNvPr id="8" name="Rectangle 7">
              <a:extLst>
                <a:ext uri="{FF2B5EF4-FFF2-40B4-BE49-F238E27FC236}">
                  <a16:creationId xmlns:a16="http://schemas.microsoft.com/office/drawing/2014/main" id="{9C51E8B0-FB58-4BB5-9CDA-4A1B4DBC5E90}"/>
                </a:ext>
              </a:extLst>
            </p:cNvPr>
            <p:cNvSpPr/>
            <p:nvPr userDrawn="1"/>
          </p:nvSpPr>
          <p:spPr>
            <a:xfrm>
              <a:off x="11240499" y="4828032"/>
              <a:ext cx="1014984" cy="202996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3548A0B2-480B-4F04-B7B5-67A328B174D1}"/>
                </a:ext>
              </a:extLst>
            </p:cNvPr>
            <p:cNvSpPr/>
            <p:nvPr userDrawn="1"/>
          </p:nvSpPr>
          <p:spPr>
            <a:xfrm>
              <a:off x="11240499" y="2833299"/>
              <a:ext cx="1014984" cy="202996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F60A19E0-B2DF-4E35-AD7A-80B5C429C6C1}"/>
                </a:ext>
              </a:extLst>
            </p:cNvPr>
            <p:cNvSpPr/>
            <p:nvPr userDrawn="1"/>
          </p:nvSpPr>
          <p:spPr>
            <a:xfrm>
              <a:off x="11240499" y="0"/>
              <a:ext cx="1014984" cy="20299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Picture 11" descr="A black and white striped pattern&#10;&#10;Description automatically generated with low confidence">
              <a:extLst>
                <a:ext uri="{FF2B5EF4-FFF2-40B4-BE49-F238E27FC236}">
                  <a16:creationId xmlns:a16="http://schemas.microsoft.com/office/drawing/2014/main" id="{9C1C8F39-77F2-4753-A57A-2FD46715F2A6}"/>
                </a:ext>
              </a:extLst>
            </p:cNvPr>
            <p:cNvPicPr>
              <a:picLocks noChangeAspect="1"/>
            </p:cNvPicPr>
            <p:nvPr userDrawn="1"/>
          </p:nvPicPr>
          <p:blipFill>
            <a:blip r:embed="rId2" cstate="screen">
              <a:extLst>
                <a:ext uri="{28A0092B-C50C-407E-A947-70E740481C1C}">
                  <a14:useLocalDpi xmlns:a14="http://schemas.microsoft.com/office/drawing/2010/main" val="0"/>
                </a:ext>
              </a:extLst>
            </a:blip>
            <a:stretch>
              <a:fillRect/>
            </a:stretch>
          </p:blipFill>
          <p:spPr>
            <a:xfrm rot="5400000">
              <a:off x="10777681" y="552957"/>
              <a:ext cx="1828800" cy="905164"/>
            </a:xfrm>
            <a:prstGeom prst="rect">
              <a:avLst/>
            </a:prstGeom>
          </p:spPr>
        </p:pic>
        <p:sp>
          <p:nvSpPr>
            <p:cNvPr id="14" name="Rectangle 13">
              <a:extLst>
                <a:ext uri="{FF2B5EF4-FFF2-40B4-BE49-F238E27FC236}">
                  <a16:creationId xmlns:a16="http://schemas.microsoft.com/office/drawing/2014/main" id="{0A6AF7B2-2B49-4313-AA4E-3FD77CF46A04}"/>
                </a:ext>
              </a:extLst>
            </p:cNvPr>
            <p:cNvSpPr/>
            <p:nvPr userDrawn="1"/>
          </p:nvSpPr>
          <p:spPr>
            <a:xfrm>
              <a:off x="11240499" y="2029863"/>
              <a:ext cx="1014984" cy="81295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 name="Graphic 25">
              <a:extLst>
                <a:ext uri="{FF2B5EF4-FFF2-40B4-BE49-F238E27FC236}">
                  <a16:creationId xmlns:a16="http://schemas.microsoft.com/office/drawing/2014/main" id="{E9AA5A01-9E59-4C92-9634-32DB51F9182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rot="16200000">
              <a:off x="10880040" y="5394960"/>
              <a:ext cx="1828800" cy="914400"/>
            </a:xfrm>
            <a:prstGeom prst="rect">
              <a:avLst/>
            </a:prstGeom>
          </p:spPr>
        </p:pic>
        <p:sp>
          <p:nvSpPr>
            <p:cNvPr id="16" name="Freeform: Shape 15">
              <a:extLst>
                <a:ext uri="{FF2B5EF4-FFF2-40B4-BE49-F238E27FC236}">
                  <a16:creationId xmlns:a16="http://schemas.microsoft.com/office/drawing/2014/main" id="{1D3A8643-F793-41FD-AA08-DC814719C40C}"/>
                </a:ext>
              </a:extLst>
            </p:cNvPr>
            <p:cNvSpPr/>
            <p:nvPr userDrawn="1"/>
          </p:nvSpPr>
          <p:spPr>
            <a:xfrm>
              <a:off x="11250235" y="4949368"/>
              <a:ext cx="914400" cy="1828800"/>
            </a:xfrm>
            <a:custGeom>
              <a:avLst/>
              <a:gdLst>
                <a:gd name="connsiteX0" fmla="*/ 1248 w 915648"/>
                <a:gd name="connsiteY0" fmla="*/ 0 h 1828800"/>
                <a:gd name="connsiteX1" fmla="*/ 915648 w 915648"/>
                <a:gd name="connsiteY1" fmla="*/ 914400 h 1828800"/>
                <a:gd name="connsiteX2" fmla="*/ 1248 w 915648"/>
                <a:gd name="connsiteY2" fmla="*/ 1828800 h 1828800"/>
                <a:gd name="connsiteX3" fmla="*/ 0 w 915648"/>
                <a:gd name="connsiteY3" fmla="*/ 1828737 h 1828800"/>
                <a:gd name="connsiteX4" fmla="*/ 0 w 915648"/>
                <a:gd name="connsiteY4" fmla="*/ 63 h 1828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5648" h="1828800">
                  <a:moveTo>
                    <a:pt x="1248" y="0"/>
                  </a:moveTo>
                  <a:cubicBezTo>
                    <a:pt x="506257" y="0"/>
                    <a:pt x="915648" y="409391"/>
                    <a:pt x="915648" y="914400"/>
                  </a:cubicBezTo>
                  <a:cubicBezTo>
                    <a:pt x="915648" y="1419409"/>
                    <a:pt x="506257" y="1828800"/>
                    <a:pt x="1248" y="1828800"/>
                  </a:cubicBezTo>
                  <a:lnTo>
                    <a:pt x="0" y="1828737"/>
                  </a:lnTo>
                  <a:lnTo>
                    <a:pt x="0" y="63"/>
                  </a:ln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31" name="Graphic 30">
              <a:extLst>
                <a:ext uri="{FF2B5EF4-FFF2-40B4-BE49-F238E27FC236}">
                  <a16:creationId xmlns:a16="http://schemas.microsoft.com/office/drawing/2014/main" id="{F50D01F0-AD27-490F-8044-37B2D9E23326}"/>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rot="5400000">
              <a:off x="10793035" y="3391083"/>
              <a:ext cx="1828800" cy="914400"/>
            </a:xfrm>
            <a:prstGeom prst="rect">
              <a:avLst/>
            </a:prstGeom>
          </p:spPr>
        </p:pic>
      </p:grpSp>
      <p:sp>
        <p:nvSpPr>
          <p:cNvPr id="32" name="Date Placeholder 3">
            <a:extLst>
              <a:ext uri="{FF2B5EF4-FFF2-40B4-BE49-F238E27FC236}">
                <a16:creationId xmlns:a16="http://schemas.microsoft.com/office/drawing/2014/main" id="{417A4AF6-C906-4001-BDD2-33E116318583}"/>
              </a:ext>
            </a:extLst>
          </p:cNvPr>
          <p:cNvSpPr>
            <a:spLocks noGrp="1"/>
          </p:cNvSpPr>
          <p:nvPr>
            <p:ph type="dt" sz="half" idx="10"/>
          </p:nvPr>
        </p:nvSpPr>
        <p:spPr>
          <a:xfrm>
            <a:off x="771735" y="6353175"/>
            <a:ext cx="1097280" cy="365125"/>
          </a:xfrm>
        </p:spPr>
        <p:txBody>
          <a:bodyPr/>
          <a:lstStyle>
            <a:lvl1pPr>
              <a:defRPr>
                <a:solidFill>
                  <a:schemeClr val="tx1">
                    <a:lumMod val="75000"/>
                    <a:lumOff val="25000"/>
                  </a:schemeClr>
                </a:solidFill>
              </a:defRPr>
            </a:lvl1pPr>
          </a:lstStyle>
          <a:p>
            <a:r>
              <a:rPr lang="en-US"/>
              <a:t>12/11/2023</a:t>
            </a:r>
          </a:p>
        </p:txBody>
      </p:sp>
      <p:sp>
        <p:nvSpPr>
          <p:cNvPr id="33" name="Footer Placeholder 4">
            <a:extLst>
              <a:ext uri="{FF2B5EF4-FFF2-40B4-BE49-F238E27FC236}">
                <a16:creationId xmlns:a16="http://schemas.microsoft.com/office/drawing/2014/main" id="{5D94E674-98A0-4C77-80E5-084E3946B242}"/>
              </a:ext>
            </a:extLst>
          </p:cNvPr>
          <p:cNvSpPr>
            <a:spLocks noGrp="1"/>
          </p:cNvSpPr>
          <p:nvPr>
            <p:ph type="ftr" sz="quarter" idx="11"/>
          </p:nvPr>
        </p:nvSpPr>
        <p:spPr>
          <a:xfrm>
            <a:off x="5424487" y="6350000"/>
            <a:ext cx="2286000" cy="365125"/>
          </a:xfrm>
        </p:spPr>
        <p:txBody>
          <a:bodyPr/>
          <a:lstStyle>
            <a:lvl1pPr>
              <a:defRPr>
                <a:solidFill>
                  <a:schemeClr val="tx1">
                    <a:lumMod val="75000"/>
                    <a:lumOff val="25000"/>
                  </a:schemeClr>
                </a:solidFill>
              </a:defRPr>
            </a:lvl1pPr>
          </a:lstStyle>
          <a:p>
            <a:r>
              <a:rPr lang="en-US"/>
              <a:t>Presentation title</a:t>
            </a:r>
          </a:p>
        </p:txBody>
      </p:sp>
      <p:sp>
        <p:nvSpPr>
          <p:cNvPr id="34" name="Slide Number Placeholder 5">
            <a:extLst>
              <a:ext uri="{FF2B5EF4-FFF2-40B4-BE49-F238E27FC236}">
                <a16:creationId xmlns:a16="http://schemas.microsoft.com/office/drawing/2014/main" id="{36214990-C58C-4D62-9381-40A242460690}"/>
              </a:ext>
            </a:extLst>
          </p:cNvPr>
          <p:cNvSpPr>
            <a:spLocks noGrp="1"/>
          </p:cNvSpPr>
          <p:nvPr>
            <p:ph type="sldNum" sz="quarter" idx="12"/>
          </p:nvPr>
        </p:nvSpPr>
        <p:spPr>
          <a:xfrm>
            <a:off x="11123295" y="6356350"/>
            <a:ext cx="457200" cy="365125"/>
          </a:xfrm>
        </p:spPr>
        <p:txBody>
          <a:bodyPr/>
          <a:lstStyle>
            <a:lvl1pPr>
              <a:defRPr>
                <a:solidFill>
                  <a:schemeClr val="bg1"/>
                </a:solidFill>
              </a:defRPr>
            </a:lvl1pPr>
          </a:lstStyle>
          <a:p>
            <a:fld id="{B5CEABB6-07DC-46E8-9B57-56EC44A396E5}" type="slidenum">
              <a:rPr lang="en-US" smtClean="0"/>
              <a:pPr/>
              <a:t>‹#›</a:t>
            </a:fld>
            <a:endParaRPr lang="en-US"/>
          </a:p>
        </p:txBody>
      </p:sp>
      <p:sp>
        <p:nvSpPr>
          <p:cNvPr id="6" name="Content Placeholder 2">
            <a:extLst>
              <a:ext uri="{FF2B5EF4-FFF2-40B4-BE49-F238E27FC236}">
                <a16:creationId xmlns:a16="http://schemas.microsoft.com/office/drawing/2014/main" id="{B135D7B7-20E9-ADCF-4417-B443AF3112FC}"/>
              </a:ext>
            </a:extLst>
          </p:cNvPr>
          <p:cNvSpPr>
            <a:spLocks noGrp="1"/>
          </p:cNvSpPr>
          <p:nvPr>
            <p:ph sz="half" idx="14" hasCustomPrompt="1"/>
          </p:nvPr>
        </p:nvSpPr>
        <p:spPr>
          <a:xfrm>
            <a:off x="771734" y="2590800"/>
            <a:ext cx="4515035" cy="3505200"/>
          </a:xfrm>
        </p:spPr>
        <p:txBody>
          <a:bodyPr>
            <a:normAutofit/>
          </a:bodyPr>
          <a:lstStyle>
            <a:lvl1pPr marL="0" indent="0">
              <a:lnSpc>
                <a:spcPts val="2000"/>
              </a:lnSpc>
              <a:buFont typeface="Arial" panose="020B0604020202020204" pitchFamily="34" charset="0"/>
              <a:buNone/>
              <a:defRPr sz="1800"/>
            </a:lvl1pPr>
            <a:lvl2pPr marL="457200">
              <a:lnSpc>
                <a:spcPts val="2000"/>
              </a:lnSpc>
              <a:defRPr sz="1800"/>
            </a:lvl2pPr>
            <a:lvl3pPr marL="914400">
              <a:lnSpc>
                <a:spcPts val="2000"/>
              </a:lnSpc>
              <a:defRPr sz="1800"/>
            </a:lvl3pPr>
            <a:lvl4pPr marL="1371600">
              <a:lnSpc>
                <a:spcPts val="2000"/>
              </a:lnSpc>
              <a:defRPr sz="1800"/>
            </a:lvl4pPr>
            <a:lvl5pPr marL="1828800">
              <a:lnSpc>
                <a:spcPts val="2000"/>
              </a:lnSpc>
              <a:defRPr sz="1800"/>
            </a:lvl5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7" name="Content Placeholder 2">
            <a:extLst>
              <a:ext uri="{FF2B5EF4-FFF2-40B4-BE49-F238E27FC236}">
                <a16:creationId xmlns:a16="http://schemas.microsoft.com/office/drawing/2014/main" id="{5D4468C5-0B68-8408-80C5-F8681CA98918}"/>
              </a:ext>
            </a:extLst>
          </p:cNvPr>
          <p:cNvSpPr>
            <a:spLocks noGrp="1"/>
          </p:cNvSpPr>
          <p:nvPr>
            <p:ph sz="half" idx="15" hasCustomPrompt="1"/>
          </p:nvPr>
        </p:nvSpPr>
        <p:spPr>
          <a:xfrm>
            <a:off x="5645989" y="2590800"/>
            <a:ext cx="4515035" cy="3505200"/>
          </a:xfrm>
        </p:spPr>
        <p:txBody>
          <a:bodyPr>
            <a:normAutofit/>
          </a:bodyPr>
          <a:lstStyle>
            <a:lvl1pPr marL="0" indent="0">
              <a:lnSpc>
                <a:spcPts val="2000"/>
              </a:lnSpc>
              <a:buFont typeface="Arial" panose="020B0604020202020204" pitchFamily="34" charset="0"/>
              <a:buNone/>
              <a:defRPr sz="1800"/>
            </a:lvl1pPr>
            <a:lvl2pPr marL="457200">
              <a:lnSpc>
                <a:spcPts val="2000"/>
              </a:lnSpc>
              <a:defRPr sz="1800"/>
            </a:lvl2pPr>
            <a:lvl3pPr marL="914400">
              <a:lnSpc>
                <a:spcPts val="2000"/>
              </a:lnSpc>
              <a:defRPr sz="1800"/>
            </a:lvl3pPr>
            <a:lvl4pPr marL="1371600">
              <a:lnSpc>
                <a:spcPts val="2000"/>
              </a:lnSpc>
              <a:defRPr sz="1800"/>
            </a:lvl4pPr>
            <a:lvl5pPr marL="1828800">
              <a:lnSpc>
                <a:spcPts val="2000"/>
              </a:lnSpc>
              <a:defRPr sz="1800"/>
            </a:lvl5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888137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wo Content 2">
    <p:bg>
      <p:bgPr>
        <a:solidFill>
          <a:schemeClr val="accent6">
            <a:lumMod val="60000"/>
            <a:lumOff val="40000"/>
          </a:schemeClr>
        </a:solidFill>
        <a:effectLst/>
      </p:bgPr>
    </p:bg>
    <p:spTree>
      <p:nvGrpSpPr>
        <p:cNvPr id="1" name=""/>
        <p:cNvGrpSpPr/>
        <p:nvPr/>
      </p:nvGrpSpPr>
      <p:grpSpPr>
        <a:xfrm>
          <a:off x="0" y="0"/>
          <a:ext cx="0" cy="0"/>
          <a:chOff x="0" y="0"/>
          <a:chExt cx="0" cy="0"/>
        </a:xfrm>
      </p:grpSpPr>
      <p:pic>
        <p:nvPicPr>
          <p:cNvPr id="26" name="Graphic 25">
            <a:extLst>
              <a:ext uri="{FF2B5EF4-FFF2-40B4-BE49-F238E27FC236}">
                <a16:creationId xmlns:a16="http://schemas.microsoft.com/office/drawing/2014/main" id="{E1BC9BFE-80C0-4DA9-92DB-070C41E412BC}"/>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8097646">
            <a:off x="403102" y="-983359"/>
            <a:ext cx="2029968" cy="2029968"/>
          </a:xfrm>
          <a:prstGeom prst="rect">
            <a:avLst/>
          </a:prstGeom>
        </p:spPr>
      </p:pic>
      <p:sp>
        <p:nvSpPr>
          <p:cNvPr id="8" name="Rectangle 23">
            <a:extLst>
              <a:ext uri="{FF2B5EF4-FFF2-40B4-BE49-F238E27FC236}">
                <a16:creationId xmlns:a16="http://schemas.microsoft.com/office/drawing/2014/main" id="{F5ED01E4-35BF-4165-86B2-E3BDFD91DEE3}"/>
              </a:ext>
              <a:ext uri="{C183D7F6-B498-43B3-948B-1728B52AA6E4}">
                <adec:decorative xmlns:adec="http://schemas.microsoft.com/office/drawing/2017/decorative" val="1"/>
              </a:ext>
            </a:extLst>
          </p:cNvPr>
          <p:cNvSpPr/>
          <p:nvPr userDrawn="1"/>
        </p:nvSpPr>
        <p:spPr>
          <a:xfrm rot="13508190">
            <a:off x="-1025089" y="458228"/>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 name="connsiteX4" fmla="*/ 0 w 2029968"/>
              <a:gd name="connsiteY4" fmla="*/ 0 h 2029968"/>
              <a:gd name="connsiteX0" fmla="*/ 0 w 2029968"/>
              <a:gd name="connsiteY0" fmla="*/ 0 h 2029968"/>
              <a:gd name="connsiteX1" fmla="*/ 2029968 w 2029968"/>
              <a:gd name="connsiteY1" fmla="*/ 2029968 h 2029968"/>
              <a:gd name="connsiteX2" fmla="*/ 0 w 2029968"/>
              <a:gd name="connsiteY2" fmla="*/ 2029968 h 2029968"/>
              <a:gd name="connsiteX3" fmla="*/ 0 w 2029968"/>
              <a:gd name="connsiteY3" fmla="*/ 0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2029968"/>
                </a:lnTo>
                <a:lnTo>
                  <a:pt x="0" y="2029968"/>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a:extLst>
              <a:ext uri="{FF2B5EF4-FFF2-40B4-BE49-F238E27FC236}">
                <a16:creationId xmlns:a16="http://schemas.microsoft.com/office/drawing/2014/main" id="{B7E6DD28-C71B-4484-973A-D12A27730009}"/>
              </a:ext>
              <a:ext uri="{C183D7F6-B498-43B3-948B-1728B52AA6E4}">
                <adec:decorative xmlns:adec="http://schemas.microsoft.com/office/drawing/2017/decorative" val="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rot="18902533">
            <a:off x="407892" y="1900474"/>
            <a:ext cx="2029968" cy="2029968"/>
          </a:xfrm>
          <a:prstGeom prst="rect">
            <a:avLst/>
          </a:prstGeom>
        </p:spPr>
      </p:pic>
      <p:sp>
        <p:nvSpPr>
          <p:cNvPr id="11" name="Rectangle 23">
            <a:extLst>
              <a:ext uri="{FF2B5EF4-FFF2-40B4-BE49-F238E27FC236}">
                <a16:creationId xmlns:a16="http://schemas.microsoft.com/office/drawing/2014/main" id="{AB403917-256D-4254-A12F-F8BD19470C42}"/>
              </a:ext>
              <a:ext uri="{C183D7F6-B498-43B3-948B-1728B52AA6E4}">
                <adec:decorative xmlns:adec="http://schemas.microsoft.com/office/drawing/2017/decorative" val="1"/>
              </a:ext>
            </a:extLst>
          </p:cNvPr>
          <p:cNvSpPr/>
          <p:nvPr userDrawn="1"/>
        </p:nvSpPr>
        <p:spPr>
          <a:xfrm rot="18900000">
            <a:off x="413443" y="1923515"/>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 name="connsiteX4" fmla="*/ 0 w 2029968"/>
              <a:gd name="connsiteY4" fmla="*/ 0 h 2029968"/>
              <a:gd name="connsiteX0" fmla="*/ 0 w 2029968"/>
              <a:gd name="connsiteY0" fmla="*/ 0 h 2029968"/>
              <a:gd name="connsiteX1" fmla="*/ 2029968 w 2029968"/>
              <a:gd name="connsiteY1" fmla="*/ 2029968 h 2029968"/>
              <a:gd name="connsiteX2" fmla="*/ 0 w 2029968"/>
              <a:gd name="connsiteY2" fmla="*/ 2029968 h 2029968"/>
              <a:gd name="connsiteX3" fmla="*/ 0 w 2029968"/>
              <a:gd name="connsiteY3" fmla="*/ 0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2029968"/>
                </a:lnTo>
                <a:lnTo>
                  <a:pt x="0" y="2029968"/>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Graphic 11">
            <a:extLst>
              <a:ext uri="{FF2B5EF4-FFF2-40B4-BE49-F238E27FC236}">
                <a16:creationId xmlns:a16="http://schemas.microsoft.com/office/drawing/2014/main" id="{EB06A536-5FCB-4761-9EFF-D54BE44B1FD9}"/>
              </a:ext>
              <a:ext uri="{C183D7F6-B498-43B3-948B-1728B52AA6E4}">
                <adec:decorative xmlns:adec="http://schemas.microsoft.com/office/drawing/2017/decorative" val="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2708786">
            <a:off x="-1021285" y="3355869"/>
            <a:ext cx="2029968" cy="2029968"/>
          </a:xfrm>
          <a:prstGeom prst="rect">
            <a:avLst/>
          </a:prstGeom>
        </p:spPr>
      </p:pic>
      <p:pic>
        <p:nvPicPr>
          <p:cNvPr id="13" name="Graphic 12">
            <a:extLst>
              <a:ext uri="{FF2B5EF4-FFF2-40B4-BE49-F238E27FC236}">
                <a16:creationId xmlns:a16="http://schemas.microsoft.com/office/drawing/2014/main" id="{3B73C61F-3D48-4791-8280-D98D2C01E0C1}"/>
              </a:ext>
              <a:ext uri="{C183D7F6-B498-43B3-948B-1728B52AA6E4}">
                <adec:decorative xmlns:adec="http://schemas.microsoft.com/office/drawing/2017/decorative" val="1"/>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rot="13489227">
            <a:off x="1859807" y="3357927"/>
            <a:ext cx="2029968" cy="2029968"/>
          </a:xfrm>
          <a:prstGeom prst="rect">
            <a:avLst/>
          </a:prstGeom>
        </p:spPr>
      </p:pic>
      <p:grpSp>
        <p:nvGrpSpPr>
          <p:cNvPr id="21" name="Group 20">
            <a:extLst>
              <a:ext uri="{FF2B5EF4-FFF2-40B4-BE49-F238E27FC236}">
                <a16:creationId xmlns:a16="http://schemas.microsoft.com/office/drawing/2014/main" id="{94213EEF-F759-4045-9F53-49C1B4ECED53}"/>
              </a:ext>
              <a:ext uri="{C183D7F6-B498-43B3-948B-1728B52AA6E4}">
                <adec:decorative xmlns:adec="http://schemas.microsoft.com/office/drawing/2017/decorative" val="1"/>
              </a:ext>
            </a:extLst>
          </p:cNvPr>
          <p:cNvGrpSpPr/>
          <p:nvPr userDrawn="1"/>
        </p:nvGrpSpPr>
        <p:grpSpPr>
          <a:xfrm>
            <a:off x="-7411" y="5806395"/>
            <a:ext cx="2870810" cy="1000774"/>
            <a:chOff x="-13699" y="5839164"/>
            <a:chExt cx="2862790" cy="1000774"/>
          </a:xfrm>
        </p:grpSpPr>
        <p:sp>
          <p:nvSpPr>
            <p:cNvPr id="91" name="Freeform: Shape 90">
              <a:extLst>
                <a:ext uri="{FF2B5EF4-FFF2-40B4-BE49-F238E27FC236}">
                  <a16:creationId xmlns:a16="http://schemas.microsoft.com/office/drawing/2014/main" id="{2EA4D38A-6ACD-4296-B454-E5BD7EAC7990}"/>
                </a:ext>
              </a:extLst>
            </p:cNvPr>
            <p:cNvSpPr/>
            <p:nvPr userDrawn="1"/>
          </p:nvSpPr>
          <p:spPr>
            <a:xfrm>
              <a:off x="-13699" y="5839164"/>
              <a:ext cx="2862790" cy="28868"/>
            </a:xfrm>
            <a:custGeom>
              <a:avLst/>
              <a:gdLst>
                <a:gd name="connsiteX0" fmla="*/ 0 w 2862790"/>
                <a:gd name="connsiteY0" fmla="*/ 0 h 28868"/>
                <a:gd name="connsiteX1" fmla="*/ 2862790 w 2862790"/>
                <a:gd name="connsiteY1" fmla="*/ 0 h 28868"/>
                <a:gd name="connsiteX2" fmla="*/ 2833921 w 2862790"/>
                <a:gd name="connsiteY2" fmla="*/ 28868 h 28868"/>
                <a:gd name="connsiteX3" fmla="*/ 28868 w 2862790"/>
                <a:gd name="connsiteY3" fmla="*/ 28868 h 28868"/>
                <a:gd name="connsiteX4" fmla="*/ 0 w 2862790"/>
                <a:gd name="connsiteY4" fmla="*/ 0 h 28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62790" h="28868">
                  <a:moveTo>
                    <a:pt x="0" y="0"/>
                  </a:moveTo>
                  <a:lnTo>
                    <a:pt x="2862790" y="0"/>
                  </a:lnTo>
                  <a:lnTo>
                    <a:pt x="2833921" y="28868"/>
                  </a:lnTo>
                  <a:lnTo>
                    <a:pt x="28868" y="28868"/>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0" name="Freeform: Shape 89">
              <a:extLst>
                <a:ext uri="{FF2B5EF4-FFF2-40B4-BE49-F238E27FC236}">
                  <a16:creationId xmlns:a16="http://schemas.microsoft.com/office/drawing/2014/main" id="{74E32D04-F635-443B-B642-A509F0473CB5}"/>
                </a:ext>
              </a:extLst>
            </p:cNvPr>
            <p:cNvSpPr/>
            <p:nvPr userDrawn="1"/>
          </p:nvSpPr>
          <p:spPr>
            <a:xfrm>
              <a:off x="47246" y="5900109"/>
              <a:ext cx="2740900" cy="28868"/>
            </a:xfrm>
            <a:custGeom>
              <a:avLst/>
              <a:gdLst>
                <a:gd name="connsiteX0" fmla="*/ 0 w 2740900"/>
                <a:gd name="connsiteY0" fmla="*/ 0 h 28868"/>
                <a:gd name="connsiteX1" fmla="*/ 2740900 w 2740900"/>
                <a:gd name="connsiteY1" fmla="*/ 0 h 28868"/>
                <a:gd name="connsiteX2" fmla="*/ 2712032 w 2740900"/>
                <a:gd name="connsiteY2" fmla="*/ 28868 h 28868"/>
                <a:gd name="connsiteX3" fmla="*/ 28868 w 2740900"/>
                <a:gd name="connsiteY3" fmla="*/ 28868 h 28868"/>
                <a:gd name="connsiteX4" fmla="*/ 0 w 2740900"/>
                <a:gd name="connsiteY4" fmla="*/ 0 h 28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40900" h="28868">
                  <a:moveTo>
                    <a:pt x="0" y="0"/>
                  </a:moveTo>
                  <a:lnTo>
                    <a:pt x="2740900" y="0"/>
                  </a:lnTo>
                  <a:lnTo>
                    <a:pt x="2712032" y="28868"/>
                  </a:lnTo>
                  <a:lnTo>
                    <a:pt x="28868" y="28868"/>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9" name="Freeform: Shape 88">
              <a:extLst>
                <a:ext uri="{FF2B5EF4-FFF2-40B4-BE49-F238E27FC236}">
                  <a16:creationId xmlns:a16="http://schemas.microsoft.com/office/drawing/2014/main" id="{C95F7659-0C0B-4798-8392-E6B36B62DEA4}"/>
                </a:ext>
              </a:extLst>
            </p:cNvPr>
            <p:cNvSpPr/>
            <p:nvPr userDrawn="1"/>
          </p:nvSpPr>
          <p:spPr>
            <a:xfrm>
              <a:off x="108992" y="5960251"/>
              <a:ext cx="2619012" cy="29671"/>
            </a:xfrm>
            <a:custGeom>
              <a:avLst/>
              <a:gdLst>
                <a:gd name="connsiteX0" fmla="*/ 0 w 2619012"/>
                <a:gd name="connsiteY0" fmla="*/ 0 h 29671"/>
                <a:gd name="connsiteX1" fmla="*/ 2619012 w 2619012"/>
                <a:gd name="connsiteY1" fmla="*/ 0 h 29671"/>
                <a:gd name="connsiteX2" fmla="*/ 2590143 w 2619012"/>
                <a:gd name="connsiteY2" fmla="*/ 28868 h 29671"/>
                <a:gd name="connsiteX3" fmla="*/ 28067 w 2619012"/>
                <a:gd name="connsiteY3" fmla="*/ 29671 h 29671"/>
                <a:gd name="connsiteX4" fmla="*/ 28869 w 2619012"/>
                <a:gd name="connsiteY4" fmla="*/ 28869 h 29671"/>
                <a:gd name="connsiteX5" fmla="*/ 0 w 2619012"/>
                <a:gd name="connsiteY5" fmla="*/ 0 h 296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619012" h="29671">
                  <a:moveTo>
                    <a:pt x="0" y="0"/>
                  </a:moveTo>
                  <a:lnTo>
                    <a:pt x="2619012" y="0"/>
                  </a:lnTo>
                  <a:lnTo>
                    <a:pt x="2590143" y="28868"/>
                  </a:lnTo>
                  <a:lnTo>
                    <a:pt x="28067" y="29671"/>
                  </a:lnTo>
                  <a:lnTo>
                    <a:pt x="28869" y="28869"/>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8" name="Freeform: Shape 87">
              <a:extLst>
                <a:ext uri="{FF2B5EF4-FFF2-40B4-BE49-F238E27FC236}">
                  <a16:creationId xmlns:a16="http://schemas.microsoft.com/office/drawing/2014/main" id="{ABB69ABA-A9D2-4649-A1AB-E12AA2D2C8E7}"/>
                </a:ext>
              </a:extLst>
            </p:cNvPr>
            <p:cNvSpPr/>
            <p:nvPr userDrawn="1"/>
          </p:nvSpPr>
          <p:spPr>
            <a:xfrm>
              <a:off x="169937" y="6021196"/>
              <a:ext cx="2497122" cy="29670"/>
            </a:xfrm>
            <a:custGeom>
              <a:avLst/>
              <a:gdLst>
                <a:gd name="connsiteX0" fmla="*/ 0 w 2497122"/>
                <a:gd name="connsiteY0" fmla="*/ 0 h 29670"/>
                <a:gd name="connsiteX1" fmla="*/ 2497122 w 2497122"/>
                <a:gd name="connsiteY1" fmla="*/ 0 h 29670"/>
                <a:gd name="connsiteX2" fmla="*/ 2468254 w 2497122"/>
                <a:gd name="connsiteY2" fmla="*/ 28868 h 29670"/>
                <a:gd name="connsiteX3" fmla="*/ 28066 w 2497122"/>
                <a:gd name="connsiteY3" fmla="*/ 29670 h 29670"/>
                <a:gd name="connsiteX4" fmla="*/ 28868 w 2497122"/>
                <a:gd name="connsiteY4" fmla="*/ 28868 h 29670"/>
                <a:gd name="connsiteX5" fmla="*/ 0 w 2497122"/>
                <a:gd name="connsiteY5" fmla="*/ 0 h 29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97122" h="29670">
                  <a:moveTo>
                    <a:pt x="0" y="0"/>
                  </a:moveTo>
                  <a:lnTo>
                    <a:pt x="2497122" y="0"/>
                  </a:lnTo>
                  <a:lnTo>
                    <a:pt x="2468254" y="28868"/>
                  </a:lnTo>
                  <a:lnTo>
                    <a:pt x="28066" y="29670"/>
                  </a:lnTo>
                  <a:lnTo>
                    <a:pt x="28868" y="28868"/>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7" name="Freeform: Shape 86">
              <a:extLst>
                <a:ext uri="{FF2B5EF4-FFF2-40B4-BE49-F238E27FC236}">
                  <a16:creationId xmlns:a16="http://schemas.microsoft.com/office/drawing/2014/main" id="{8B88CE23-E34F-470C-8C56-46C08322365F}"/>
                </a:ext>
              </a:extLst>
            </p:cNvPr>
            <p:cNvSpPr/>
            <p:nvPr userDrawn="1"/>
          </p:nvSpPr>
          <p:spPr>
            <a:xfrm>
              <a:off x="229279" y="6082140"/>
              <a:ext cx="2376837" cy="28869"/>
            </a:xfrm>
            <a:custGeom>
              <a:avLst/>
              <a:gdLst>
                <a:gd name="connsiteX0" fmla="*/ 0 w 2376837"/>
                <a:gd name="connsiteY0" fmla="*/ 0 h 28869"/>
                <a:gd name="connsiteX1" fmla="*/ 2376837 w 2376837"/>
                <a:gd name="connsiteY1" fmla="*/ 0 h 28869"/>
                <a:gd name="connsiteX2" fmla="*/ 2347968 w 2376837"/>
                <a:gd name="connsiteY2" fmla="*/ 28868 h 28869"/>
                <a:gd name="connsiteX3" fmla="*/ 28868 w 2376837"/>
                <a:gd name="connsiteY3" fmla="*/ 28869 h 28869"/>
                <a:gd name="connsiteX4" fmla="*/ 0 w 2376837"/>
                <a:gd name="connsiteY4" fmla="*/ 0 h 288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6837" h="28869">
                  <a:moveTo>
                    <a:pt x="0" y="0"/>
                  </a:moveTo>
                  <a:lnTo>
                    <a:pt x="2376837" y="0"/>
                  </a:lnTo>
                  <a:lnTo>
                    <a:pt x="2347968" y="28868"/>
                  </a:lnTo>
                  <a:lnTo>
                    <a:pt x="28868" y="28869"/>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6" name="Freeform: Shape 85">
              <a:extLst>
                <a:ext uri="{FF2B5EF4-FFF2-40B4-BE49-F238E27FC236}">
                  <a16:creationId xmlns:a16="http://schemas.microsoft.com/office/drawing/2014/main" id="{75BCEDE2-961E-42E0-AF9C-3D070C974007}"/>
                </a:ext>
              </a:extLst>
            </p:cNvPr>
            <p:cNvSpPr/>
            <p:nvPr userDrawn="1"/>
          </p:nvSpPr>
          <p:spPr>
            <a:xfrm>
              <a:off x="290222" y="6143085"/>
              <a:ext cx="2254948" cy="28868"/>
            </a:xfrm>
            <a:custGeom>
              <a:avLst/>
              <a:gdLst>
                <a:gd name="connsiteX0" fmla="*/ 0 w 2254948"/>
                <a:gd name="connsiteY0" fmla="*/ 0 h 28868"/>
                <a:gd name="connsiteX1" fmla="*/ 2254948 w 2254948"/>
                <a:gd name="connsiteY1" fmla="*/ 0 h 28868"/>
                <a:gd name="connsiteX2" fmla="*/ 2226080 w 2254948"/>
                <a:gd name="connsiteY2" fmla="*/ 28868 h 28868"/>
                <a:gd name="connsiteX3" fmla="*/ 28868 w 2254948"/>
                <a:gd name="connsiteY3" fmla="*/ 28868 h 28868"/>
                <a:gd name="connsiteX4" fmla="*/ 0 w 2254948"/>
                <a:gd name="connsiteY4" fmla="*/ 0 h 28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54948" h="28868">
                  <a:moveTo>
                    <a:pt x="0" y="0"/>
                  </a:moveTo>
                  <a:lnTo>
                    <a:pt x="2254948" y="0"/>
                  </a:lnTo>
                  <a:lnTo>
                    <a:pt x="2226080" y="28868"/>
                  </a:lnTo>
                  <a:lnTo>
                    <a:pt x="28868" y="28868"/>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5" name="Freeform: Shape 84">
              <a:extLst>
                <a:ext uri="{FF2B5EF4-FFF2-40B4-BE49-F238E27FC236}">
                  <a16:creationId xmlns:a16="http://schemas.microsoft.com/office/drawing/2014/main" id="{FB930397-7A2A-4C50-9EC9-7E3107D065D2}"/>
                </a:ext>
              </a:extLst>
            </p:cNvPr>
            <p:cNvSpPr/>
            <p:nvPr userDrawn="1"/>
          </p:nvSpPr>
          <p:spPr>
            <a:xfrm>
              <a:off x="351970" y="6203227"/>
              <a:ext cx="2133059" cy="29671"/>
            </a:xfrm>
            <a:custGeom>
              <a:avLst/>
              <a:gdLst>
                <a:gd name="connsiteX0" fmla="*/ 2133059 w 2133059"/>
                <a:gd name="connsiteY0" fmla="*/ 0 h 29671"/>
                <a:gd name="connsiteX1" fmla="*/ 2104190 w 2133059"/>
                <a:gd name="connsiteY1" fmla="*/ 28869 h 29671"/>
                <a:gd name="connsiteX2" fmla="*/ 28066 w 2133059"/>
                <a:gd name="connsiteY2" fmla="*/ 29671 h 29671"/>
                <a:gd name="connsiteX3" fmla="*/ 28868 w 2133059"/>
                <a:gd name="connsiteY3" fmla="*/ 28869 h 29671"/>
                <a:gd name="connsiteX4" fmla="*/ 0 w 2133059"/>
                <a:gd name="connsiteY4" fmla="*/ 1 h 29671"/>
                <a:gd name="connsiteX5" fmla="*/ 2133059 w 2133059"/>
                <a:gd name="connsiteY5" fmla="*/ 0 h 296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33059" h="29671">
                  <a:moveTo>
                    <a:pt x="2133059" y="0"/>
                  </a:moveTo>
                  <a:lnTo>
                    <a:pt x="2104190" y="28869"/>
                  </a:lnTo>
                  <a:lnTo>
                    <a:pt x="28066" y="29671"/>
                  </a:lnTo>
                  <a:lnTo>
                    <a:pt x="28868" y="28869"/>
                  </a:lnTo>
                  <a:lnTo>
                    <a:pt x="0" y="1"/>
                  </a:lnTo>
                  <a:lnTo>
                    <a:pt x="2133059"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4" name="Freeform: Shape 83">
              <a:extLst>
                <a:ext uri="{FF2B5EF4-FFF2-40B4-BE49-F238E27FC236}">
                  <a16:creationId xmlns:a16="http://schemas.microsoft.com/office/drawing/2014/main" id="{8CA98174-D81B-4241-92F9-D0D2028FFEA9}"/>
                </a:ext>
              </a:extLst>
            </p:cNvPr>
            <p:cNvSpPr/>
            <p:nvPr userDrawn="1"/>
          </p:nvSpPr>
          <p:spPr>
            <a:xfrm>
              <a:off x="411310" y="6264172"/>
              <a:ext cx="2012774" cy="28868"/>
            </a:xfrm>
            <a:custGeom>
              <a:avLst/>
              <a:gdLst>
                <a:gd name="connsiteX0" fmla="*/ 0 w 2012774"/>
                <a:gd name="connsiteY0" fmla="*/ 0 h 28868"/>
                <a:gd name="connsiteX1" fmla="*/ 2012774 w 2012774"/>
                <a:gd name="connsiteY1" fmla="*/ 0 h 28868"/>
                <a:gd name="connsiteX2" fmla="*/ 1983905 w 2012774"/>
                <a:gd name="connsiteY2" fmla="*/ 28868 h 28868"/>
                <a:gd name="connsiteX3" fmla="*/ 28868 w 2012774"/>
                <a:gd name="connsiteY3" fmla="*/ 28868 h 28868"/>
                <a:gd name="connsiteX4" fmla="*/ 0 w 2012774"/>
                <a:gd name="connsiteY4" fmla="*/ 0 h 28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2774" h="28868">
                  <a:moveTo>
                    <a:pt x="0" y="0"/>
                  </a:moveTo>
                  <a:lnTo>
                    <a:pt x="2012774" y="0"/>
                  </a:lnTo>
                  <a:lnTo>
                    <a:pt x="1983905" y="28868"/>
                  </a:lnTo>
                  <a:lnTo>
                    <a:pt x="28868" y="28868"/>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3" name="Freeform: Shape 82">
              <a:extLst>
                <a:ext uri="{FF2B5EF4-FFF2-40B4-BE49-F238E27FC236}">
                  <a16:creationId xmlns:a16="http://schemas.microsoft.com/office/drawing/2014/main" id="{E4CE4FB8-5E60-4288-B2FA-CF9316ED449F}"/>
                </a:ext>
              </a:extLst>
            </p:cNvPr>
            <p:cNvSpPr/>
            <p:nvPr userDrawn="1"/>
          </p:nvSpPr>
          <p:spPr>
            <a:xfrm>
              <a:off x="472255" y="6325117"/>
              <a:ext cx="1890884" cy="28868"/>
            </a:xfrm>
            <a:custGeom>
              <a:avLst/>
              <a:gdLst>
                <a:gd name="connsiteX0" fmla="*/ 0 w 1890884"/>
                <a:gd name="connsiteY0" fmla="*/ 0 h 28868"/>
                <a:gd name="connsiteX1" fmla="*/ 1890884 w 1890884"/>
                <a:gd name="connsiteY1" fmla="*/ 0 h 28868"/>
                <a:gd name="connsiteX2" fmla="*/ 1862016 w 1890884"/>
                <a:gd name="connsiteY2" fmla="*/ 28868 h 28868"/>
                <a:gd name="connsiteX3" fmla="*/ 28868 w 1890884"/>
                <a:gd name="connsiteY3" fmla="*/ 28868 h 28868"/>
                <a:gd name="connsiteX4" fmla="*/ 0 w 1890884"/>
                <a:gd name="connsiteY4" fmla="*/ 0 h 28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90884" h="28868">
                  <a:moveTo>
                    <a:pt x="0" y="0"/>
                  </a:moveTo>
                  <a:lnTo>
                    <a:pt x="1890884" y="0"/>
                  </a:lnTo>
                  <a:lnTo>
                    <a:pt x="1862016" y="28868"/>
                  </a:lnTo>
                  <a:lnTo>
                    <a:pt x="28868" y="28868"/>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2" name="Freeform: Shape 81">
              <a:extLst>
                <a:ext uri="{FF2B5EF4-FFF2-40B4-BE49-F238E27FC236}">
                  <a16:creationId xmlns:a16="http://schemas.microsoft.com/office/drawing/2014/main" id="{6F69FE5C-0AF0-42F6-A721-9E2244C967AA}"/>
                </a:ext>
              </a:extLst>
            </p:cNvPr>
            <p:cNvSpPr/>
            <p:nvPr userDrawn="1"/>
          </p:nvSpPr>
          <p:spPr>
            <a:xfrm>
              <a:off x="533199" y="6386061"/>
              <a:ext cx="1768996" cy="28869"/>
            </a:xfrm>
            <a:custGeom>
              <a:avLst/>
              <a:gdLst>
                <a:gd name="connsiteX0" fmla="*/ 0 w 1768996"/>
                <a:gd name="connsiteY0" fmla="*/ 0 h 28869"/>
                <a:gd name="connsiteX1" fmla="*/ 1768996 w 1768996"/>
                <a:gd name="connsiteY1" fmla="*/ 0 h 28869"/>
                <a:gd name="connsiteX2" fmla="*/ 1740128 w 1768996"/>
                <a:gd name="connsiteY2" fmla="*/ 28868 h 28869"/>
                <a:gd name="connsiteX3" fmla="*/ 28869 w 1768996"/>
                <a:gd name="connsiteY3" fmla="*/ 28869 h 28869"/>
                <a:gd name="connsiteX4" fmla="*/ 0 w 1768996"/>
                <a:gd name="connsiteY4" fmla="*/ 0 h 288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8996" h="28869">
                  <a:moveTo>
                    <a:pt x="0" y="0"/>
                  </a:moveTo>
                  <a:lnTo>
                    <a:pt x="1768996" y="0"/>
                  </a:lnTo>
                  <a:lnTo>
                    <a:pt x="1740128" y="28868"/>
                  </a:lnTo>
                  <a:lnTo>
                    <a:pt x="28869" y="28869"/>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1" name="Freeform: Shape 80">
              <a:extLst>
                <a:ext uri="{FF2B5EF4-FFF2-40B4-BE49-F238E27FC236}">
                  <a16:creationId xmlns:a16="http://schemas.microsoft.com/office/drawing/2014/main" id="{E8311083-D41B-4770-B6A9-AFA83AAF2885}"/>
                </a:ext>
              </a:extLst>
            </p:cNvPr>
            <p:cNvSpPr/>
            <p:nvPr userDrawn="1"/>
          </p:nvSpPr>
          <p:spPr>
            <a:xfrm>
              <a:off x="594946" y="6446204"/>
              <a:ext cx="1647106" cy="29670"/>
            </a:xfrm>
            <a:custGeom>
              <a:avLst/>
              <a:gdLst>
                <a:gd name="connsiteX0" fmla="*/ 0 w 1647106"/>
                <a:gd name="connsiteY0" fmla="*/ 0 h 29670"/>
                <a:gd name="connsiteX1" fmla="*/ 1647106 w 1647106"/>
                <a:gd name="connsiteY1" fmla="*/ 0 h 29670"/>
                <a:gd name="connsiteX2" fmla="*/ 1618238 w 1647106"/>
                <a:gd name="connsiteY2" fmla="*/ 28868 h 29670"/>
                <a:gd name="connsiteX3" fmla="*/ 28066 w 1647106"/>
                <a:gd name="connsiteY3" fmla="*/ 29670 h 29670"/>
                <a:gd name="connsiteX4" fmla="*/ 28868 w 1647106"/>
                <a:gd name="connsiteY4" fmla="*/ 28868 h 29670"/>
                <a:gd name="connsiteX5" fmla="*/ 0 w 1647106"/>
                <a:gd name="connsiteY5" fmla="*/ 0 h 29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7106" h="29670">
                  <a:moveTo>
                    <a:pt x="0" y="0"/>
                  </a:moveTo>
                  <a:lnTo>
                    <a:pt x="1647106" y="0"/>
                  </a:lnTo>
                  <a:lnTo>
                    <a:pt x="1618238" y="28868"/>
                  </a:lnTo>
                  <a:lnTo>
                    <a:pt x="28066" y="29670"/>
                  </a:lnTo>
                  <a:lnTo>
                    <a:pt x="28868" y="28868"/>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0" name="Freeform: Shape 79">
              <a:extLst>
                <a:ext uri="{FF2B5EF4-FFF2-40B4-BE49-F238E27FC236}">
                  <a16:creationId xmlns:a16="http://schemas.microsoft.com/office/drawing/2014/main" id="{730A62EE-9416-445D-B0B2-018F008614B8}"/>
                </a:ext>
              </a:extLst>
            </p:cNvPr>
            <p:cNvSpPr/>
            <p:nvPr userDrawn="1"/>
          </p:nvSpPr>
          <p:spPr>
            <a:xfrm>
              <a:off x="654287" y="6507148"/>
              <a:ext cx="1526821" cy="28869"/>
            </a:xfrm>
            <a:custGeom>
              <a:avLst/>
              <a:gdLst>
                <a:gd name="connsiteX0" fmla="*/ 0 w 1526821"/>
                <a:gd name="connsiteY0" fmla="*/ 0 h 28869"/>
                <a:gd name="connsiteX1" fmla="*/ 1526821 w 1526821"/>
                <a:gd name="connsiteY1" fmla="*/ 0 h 28869"/>
                <a:gd name="connsiteX2" fmla="*/ 1497952 w 1526821"/>
                <a:gd name="connsiteY2" fmla="*/ 28868 h 28869"/>
                <a:gd name="connsiteX3" fmla="*/ 28868 w 1526821"/>
                <a:gd name="connsiteY3" fmla="*/ 28869 h 28869"/>
                <a:gd name="connsiteX4" fmla="*/ 0 w 1526821"/>
                <a:gd name="connsiteY4" fmla="*/ 0 h 288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26821" h="28869">
                  <a:moveTo>
                    <a:pt x="0" y="0"/>
                  </a:moveTo>
                  <a:lnTo>
                    <a:pt x="1526821" y="0"/>
                  </a:lnTo>
                  <a:lnTo>
                    <a:pt x="1497952" y="28868"/>
                  </a:lnTo>
                  <a:lnTo>
                    <a:pt x="28868" y="28869"/>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9" name="Freeform: Shape 78">
              <a:extLst>
                <a:ext uri="{FF2B5EF4-FFF2-40B4-BE49-F238E27FC236}">
                  <a16:creationId xmlns:a16="http://schemas.microsoft.com/office/drawing/2014/main" id="{4A92E211-EBEF-4E62-97FD-46ECC42436DF}"/>
                </a:ext>
              </a:extLst>
            </p:cNvPr>
            <p:cNvSpPr/>
            <p:nvPr userDrawn="1"/>
          </p:nvSpPr>
          <p:spPr>
            <a:xfrm>
              <a:off x="715231" y="6568093"/>
              <a:ext cx="1404932" cy="28868"/>
            </a:xfrm>
            <a:custGeom>
              <a:avLst/>
              <a:gdLst>
                <a:gd name="connsiteX0" fmla="*/ 0 w 1404932"/>
                <a:gd name="connsiteY0" fmla="*/ 0 h 28868"/>
                <a:gd name="connsiteX1" fmla="*/ 1404932 w 1404932"/>
                <a:gd name="connsiteY1" fmla="*/ 0 h 28868"/>
                <a:gd name="connsiteX2" fmla="*/ 1376064 w 1404932"/>
                <a:gd name="connsiteY2" fmla="*/ 28868 h 28868"/>
                <a:gd name="connsiteX3" fmla="*/ 28868 w 1404932"/>
                <a:gd name="connsiteY3" fmla="*/ 28868 h 28868"/>
                <a:gd name="connsiteX4" fmla="*/ 0 w 1404932"/>
                <a:gd name="connsiteY4" fmla="*/ 0 h 28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4932" h="28868">
                  <a:moveTo>
                    <a:pt x="0" y="0"/>
                  </a:moveTo>
                  <a:lnTo>
                    <a:pt x="1404932" y="0"/>
                  </a:lnTo>
                  <a:lnTo>
                    <a:pt x="1376064" y="28868"/>
                  </a:lnTo>
                  <a:lnTo>
                    <a:pt x="28868" y="28868"/>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8" name="Freeform: Shape 77">
              <a:extLst>
                <a:ext uri="{FF2B5EF4-FFF2-40B4-BE49-F238E27FC236}">
                  <a16:creationId xmlns:a16="http://schemas.microsoft.com/office/drawing/2014/main" id="{CC8A63A1-564C-478A-B490-96E1C76014CC}"/>
                </a:ext>
              </a:extLst>
            </p:cNvPr>
            <p:cNvSpPr/>
            <p:nvPr userDrawn="1"/>
          </p:nvSpPr>
          <p:spPr>
            <a:xfrm>
              <a:off x="776977" y="6628235"/>
              <a:ext cx="1283044" cy="29671"/>
            </a:xfrm>
            <a:custGeom>
              <a:avLst/>
              <a:gdLst>
                <a:gd name="connsiteX0" fmla="*/ 1283044 w 1283044"/>
                <a:gd name="connsiteY0" fmla="*/ 0 h 29671"/>
                <a:gd name="connsiteX1" fmla="*/ 1254175 w 1283044"/>
                <a:gd name="connsiteY1" fmla="*/ 28869 h 29671"/>
                <a:gd name="connsiteX2" fmla="*/ 28067 w 1283044"/>
                <a:gd name="connsiteY2" fmla="*/ 29671 h 29671"/>
                <a:gd name="connsiteX3" fmla="*/ 28869 w 1283044"/>
                <a:gd name="connsiteY3" fmla="*/ 28869 h 29671"/>
                <a:gd name="connsiteX4" fmla="*/ 0 w 1283044"/>
                <a:gd name="connsiteY4" fmla="*/ 1 h 29671"/>
                <a:gd name="connsiteX5" fmla="*/ 1283044 w 1283044"/>
                <a:gd name="connsiteY5" fmla="*/ 0 h 296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83044" h="29671">
                  <a:moveTo>
                    <a:pt x="1283044" y="0"/>
                  </a:moveTo>
                  <a:lnTo>
                    <a:pt x="1254175" y="28869"/>
                  </a:lnTo>
                  <a:lnTo>
                    <a:pt x="28067" y="29671"/>
                  </a:lnTo>
                  <a:lnTo>
                    <a:pt x="28869" y="28869"/>
                  </a:lnTo>
                  <a:lnTo>
                    <a:pt x="0" y="1"/>
                  </a:lnTo>
                  <a:lnTo>
                    <a:pt x="1283044"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7" name="Freeform: Shape 76">
              <a:extLst>
                <a:ext uri="{FF2B5EF4-FFF2-40B4-BE49-F238E27FC236}">
                  <a16:creationId xmlns:a16="http://schemas.microsoft.com/office/drawing/2014/main" id="{4162FC41-462F-4E99-AACA-F5B9C804FB14}"/>
                </a:ext>
              </a:extLst>
            </p:cNvPr>
            <p:cNvSpPr/>
            <p:nvPr userDrawn="1"/>
          </p:nvSpPr>
          <p:spPr>
            <a:xfrm>
              <a:off x="837922" y="6689180"/>
              <a:ext cx="1161154" cy="29670"/>
            </a:xfrm>
            <a:custGeom>
              <a:avLst/>
              <a:gdLst>
                <a:gd name="connsiteX0" fmla="*/ 0 w 1161154"/>
                <a:gd name="connsiteY0" fmla="*/ 0 h 29670"/>
                <a:gd name="connsiteX1" fmla="*/ 1161154 w 1161154"/>
                <a:gd name="connsiteY1" fmla="*/ 0 h 29670"/>
                <a:gd name="connsiteX2" fmla="*/ 1132285 w 1161154"/>
                <a:gd name="connsiteY2" fmla="*/ 28868 h 29670"/>
                <a:gd name="connsiteX3" fmla="*/ 28066 w 1161154"/>
                <a:gd name="connsiteY3" fmla="*/ 29670 h 29670"/>
                <a:gd name="connsiteX4" fmla="*/ 28868 w 1161154"/>
                <a:gd name="connsiteY4" fmla="*/ 28868 h 29670"/>
                <a:gd name="connsiteX5" fmla="*/ 0 w 1161154"/>
                <a:gd name="connsiteY5" fmla="*/ 0 h 29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61154" h="29670">
                  <a:moveTo>
                    <a:pt x="0" y="0"/>
                  </a:moveTo>
                  <a:lnTo>
                    <a:pt x="1161154" y="0"/>
                  </a:lnTo>
                  <a:lnTo>
                    <a:pt x="1132285" y="28868"/>
                  </a:lnTo>
                  <a:lnTo>
                    <a:pt x="28066" y="29670"/>
                  </a:lnTo>
                  <a:lnTo>
                    <a:pt x="28868" y="28868"/>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6" name="Freeform: Shape 75">
              <a:extLst>
                <a:ext uri="{FF2B5EF4-FFF2-40B4-BE49-F238E27FC236}">
                  <a16:creationId xmlns:a16="http://schemas.microsoft.com/office/drawing/2014/main" id="{1F9B61AC-B03D-4064-9DE6-9818F53F333C}"/>
                </a:ext>
              </a:extLst>
            </p:cNvPr>
            <p:cNvSpPr/>
            <p:nvPr userDrawn="1"/>
          </p:nvSpPr>
          <p:spPr>
            <a:xfrm>
              <a:off x="897263" y="6750124"/>
              <a:ext cx="1040868" cy="28869"/>
            </a:xfrm>
            <a:custGeom>
              <a:avLst/>
              <a:gdLst>
                <a:gd name="connsiteX0" fmla="*/ 0 w 1040868"/>
                <a:gd name="connsiteY0" fmla="*/ 0 h 28869"/>
                <a:gd name="connsiteX1" fmla="*/ 1040868 w 1040868"/>
                <a:gd name="connsiteY1" fmla="*/ 0 h 28869"/>
                <a:gd name="connsiteX2" fmla="*/ 1012000 w 1040868"/>
                <a:gd name="connsiteY2" fmla="*/ 28869 h 28869"/>
                <a:gd name="connsiteX3" fmla="*/ 28868 w 1040868"/>
                <a:gd name="connsiteY3" fmla="*/ 28869 h 28869"/>
                <a:gd name="connsiteX4" fmla="*/ 0 w 1040868"/>
                <a:gd name="connsiteY4" fmla="*/ 0 h 288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40868" h="28869">
                  <a:moveTo>
                    <a:pt x="0" y="0"/>
                  </a:moveTo>
                  <a:lnTo>
                    <a:pt x="1040868" y="0"/>
                  </a:lnTo>
                  <a:lnTo>
                    <a:pt x="1012000" y="28869"/>
                  </a:lnTo>
                  <a:lnTo>
                    <a:pt x="28868" y="28869"/>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73" name="Freeform: Shape 72">
              <a:extLst>
                <a:ext uri="{FF2B5EF4-FFF2-40B4-BE49-F238E27FC236}">
                  <a16:creationId xmlns:a16="http://schemas.microsoft.com/office/drawing/2014/main" id="{C104BA00-790F-438D-AC93-117E23CF2099}"/>
                </a:ext>
              </a:extLst>
            </p:cNvPr>
            <p:cNvSpPr/>
            <p:nvPr userDrawn="1"/>
          </p:nvSpPr>
          <p:spPr>
            <a:xfrm>
              <a:off x="958207" y="6811069"/>
              <a:ext cx="918980" cy="28869"/>
            </a:xfrm>
            <a:custGeom>
              <a:avLst/>
              <a:gdLst>
                <a:gd name="connsiteX0" fmla="*/ 0 w 918980"/>
                <a:gd name="connsiteY0" fmla="*/ 0 h 28869"/>
                <a:gd name="connsiteX1" fmla="*/ 918980 w 918980"/>
                <a:gd name="connsiteY1" fmla="*/ 0 h 28869"/>
                <a:gd name="connsiteX2" fmla="*/ 890112 w 918980"/>
                <a:gd name="connsiteY2" fmla="*/ 28868 h 28869"/>
                <a:gd name="connsiteX3" fmla="*/ 28869 w 918980"/>
                <a:gd name="connsiteY3" fmla="*/ 28869 h 28869"/>
                <a:gd name="connsiteX4" fmla="*/ 0 w 918980"/>
                <a:gd name="connsiteY4" fmla="*/ 0 h 288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8980" h="28869">
                  <a:moveTo>
                    <a:pt x="0" y="0"/>
                  </a:moveTo>
                  <a:lnTo>
                    <a:pt x="918980" y="0"/>
                  </a:lnTo>
                  <a:lnTo>
                    <a:pt x="890112" y="28868"/>
                  </a:lnTo>
                  <a:lnTo>
                    <a:pt x="28869" y="28869"/>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101" name="Freeform: Shape 100">
            <a:extLst>
              <a:ext uri="{FF2B5EF4-FFF2-40B4-BE49-F238E27FC236}">
                <a16:creationId xmlns:a16="http://schemas.microsoft.com/office/drawing/2014/main" id="{788A3CD7-1915-41CF-9FB5-E6FEDCA8F19C}"/>
              </a:ext>
              <a:ext uri="{C183D7F6-B498-43B3-948B-1728B52AA6E4}">
                <adec:decorative xmlns:adec="http://schemas.microsoft.com/office/drawing/2017/decorative" val="1"/>
              </a:ext>
            </a:extLst>
          </p:cNvPr>
          <p:cNvSpPr/>
          <p:nvPr userDrawn="1"/>
        </p:nvSpPr>
        <p:spPr>
          <a:xfrm>
            <a:off x="1793659" y="5801762"/>
            <a:ext cx="1075475" cy="1058335"/>
          </a:xfrm>
          <a:custGeom>
            <a:avLst/>
            <a:gdLst>
              <a:gd name="connsiteX0" fmla="*/ 1062720 w 1062720"/>
              <a:gd name="connsiteY0" fmla="*/ 0 h 1062720"/>
              <a:gd name="connsiteX1" fmla="*/ 1062720 w 1062720"/>
              <a:gd name="connsiteY1" fmla="*/ 1062720 h 1062720"/>
              <a:gd name="connsiteX2" fmla="*/ 0 w 1062720"/>
              <a:gd name="connsiteY2" fmla="*/ 1062720 h 1062720"/>
              <a:gd name="connsiteX3" fmla="*/ 1062720 w 1062720"/>
              <a:gd name="connsiteY3" fmla="*/ 0 h 1062720"/>
            </a:gdLst>
            <a:ahLst/>
            <a:cxnLst>
              <a:cxn ang="0">
                <a:pos x="connsiteX0" y="connsiteY0"/>
              </a:cxn>
              <a:cxn ang="0">
                <a:pos x="connsiteX1" y="connsiteY1"/>
              </a:cxn>
              <a:cxn ang="0">
                <a:pos x="connsiteX2" y="connsiteY2"/>
              </a:cxn>
              <a:cxn ang="0">
                <a:pos x="connsiteX3" y="connsiteY3"/>
              </a:cxn>
            </a:cxnLst>
            <a:rect l="l" t="t" r="r" b="b"/>
            <a:pathLst>
              <a:path w="1062720" h="1062720">
                <a:moveTo>
                  <a:pt x="1062720" y="0"/>
                </a:moveTo>
                <a:lnTo>
                  <a:pt x="1062720" y="1062720"/>
                </a:lnTo>
                <a:lnTo>
                  <a:pt x="0" y="1062720"/>
                </a:lnTo>
                <a:lnTo>
                  <a:pt x="106272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3" name="Freeform: Shape 162">
            <a:extLst>
              <a:ext uri="{FF2B5EF4-FFF2-40B4-BE49-F238E27FC236}">
                <a16:creationId xmlns:a16="http://schemas.microsoft.com/office/drawing/2014/main" id="{FEE07693-1822-40D4-88A4-0F663C787D7E}"/>
              </a:ext>
              <a:ext uri="{C183D7F6-B498-43B3-948B-1728B52AA6E4}">
                <adec:decorative xmlns:adec="http://schemas.microsoft.com/office/drawing/2017/decorative" val="1"/>
              </a:ext>
            </a:extLst>
          </p:cNvPr>
          <p:cNvSpPr/>
          <p:nvPr userDrawn="1"/>
        </p:nvSpPr>
        <p:spPr>
          <a:xfrm>
            <a:off x="1035546" y="6829131"/>
            <a:ext cx="918980" cy="28869"/>
          </a:xfrm>
          <a:custGeom>
            <a:avLst/>
            <a:gdLst>
              <a:gd name="connsiteX0" fmla="*/ 0 w 918980"/>
              <a:gd name="connsiteY0" fmla="*/ 0 h 28869"/>
              <a:gd name="connsiteX1" fmla="*/ 918980 w 918980"/>
              <a:gd name="connsiteY1" fmla="*/ 0 h 28869"/>
              <a:gd name="connsiteX2" fmla="*/ 890112 w 918980"/>
              <a:gd name="connsiteY2" fmla="*/ 28868 h 28869"/>
              <a:gd name="connsiteX3" fmla="*/ 28869 w 918980"/>
              <a:gd name="connsiteY3" fmla="*/ 28869 h 28869"/>
              <a:gd name="connsiteX4" fmla="*/ 0 w 918980"/>
              <a:gd name="connsiteY4" fmla="*/ 0 h 288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8980" h="28869">
                <a:moveTo>
                  <a:pt x="0" y="0"/>
                </a:moveTo>
                <a:lnTo>
                  <a:pt x="918980" y="0"/>
                </a:lnTo>
                <a:lnTo>
                  <a:pt x="890112" y="28868"/>
                </a:lnTo>
                <a:lnTo>
                  <a:pt x="28869" y="28869"/>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4" name="Title 1">
            <a:extLst>
              <a:ext uri="{FF2B5EF4-FFF2-40B4-BE49-F238E27FC236}">
                <a16:creationId xmlns:a16="http://schemas.microsoft.com/office/drawing/2014/main" id="{C8142DAF-BE54-C239-5685-89D55E027E4E}"/>
              </a:ext>
            </a:extLst>
          </p:cNvPr>
          <p:cNvSpPr>
            <a:spLocks noGrp="1"/>
          </p:cNvSpPr>
          <p:nvPr>
            <p:ph type="title" hasCustomPrompt="1"/>
          </p:nvPr>
        </p:nvSpPr>
        <p:spPr>
          <a:xfrm>
            <a:off x="3520440" y="896111"/>
            <a:ext cx="7889768" cy="2039341"/>
          </a:xfrm>
        </p:spPr>
        <p:txBody>
          <a:bodyPr anchor="t" anchorCtr="0"/>
          <a:lstStyle>
            <a:lvl1pPr>
              <a:defRPr cap="all" baseline="0">
                <a:solidFill>
                  <a:schemeClr val="accent1"/>
                </a:solidFill>
              </a:defRPr>
            </a:lvl1pPr>
          </a:lstStyle>
          <a:p>
            <a:r>
              <a:rPr lang="en-US"/>
              <a:t>CLICK TO ADD TITLE</a:t>
            </a:r>
          </a:p>
        </p:txBody>
      </p:sp>
      <p:sp>
        <p:nvSpPr>
          <p:cNvPr id="10" name="Content Placeholder 2">
            <a:extLst>
              <a:ext uri="{FF2B5EF4-FFF2-40B4-BE49-F238E27FC236}">
                <a16:creationId xmlns:a16="http://schemas.microsoft.com/office/drawing/2014/main" id="{5A2EBD71-EB16-773C-A6CB-C6E1259AE70B}"/>
              </a:ext>
            </a:extLst>
          </p:cNvPr>
          <p:cNvSpPr>
            <a:spLocks noGrp="1"/>
          </p:cNvSpPr>
          <p:nvPr>
            <p:ph sz="half" idx="14" hasCustomPrompt="1"/>
          </p:nvPr>
        </p:nvSpPr>
        <p:spPr>
          <a:xfrm>
            <a:off x="3520440" y="3259056"/>
            <a:ext cx="2994660" cy="3006531"/>
          </a:xfrm>
        </p:spPr>
        <p:txBody>
          <a:bodyPr>
            <a:normAutofit/>
          </a:bodyPr>
          <a:lstStyle>
            <a:lvl1pPr marL="285750" indent="-285750">
              <a:lnSpc>
                <a:spcPts val="2000"/>
              </a:lnSpc>
              <a:buFont typeface="Arial" panose="020B0604020202020204" pitchFamily="34" charset="0"/>
              <a:buChar char="•"/>
              <a:defRPr sz="1800"/>
            </a:lvl1pPr>
            <a:lvl2pPr>
              <a:lnSpc>
                <a:spcPts val="2000"/>
              </a:lnSpc>
              <a:defRPr sz="1800"/>
            </a:lvl2pPr>
            <a:lvl3pPr>
              <a:lnSpc>
                <a:spcPts val="2000"/>
              </a:lnSpc>
              <a:defRPr sz="1800"/>
            </a:lvl3pPr>
            <a:lvl4pPr>
              <a:lnSpc>
                <a:spcPts val="2000"/>
              </a:lnSpc>
              <a:defRPr sz="1800"/>
            </a:lvl4pPr>
            <a:lvl5pPr>
              <a:lnSpc>
                <a:spcPts val="2000"/>
              </a:lnSpc>
              <a:defRPr sz="1800"/>
            </a:lvl5pPr>
          </a:lstStyle>
          <a:p>
            <a:pPr lvl="0"/>
            <a:r>
              <a:rPr lang="en-US"/>
              <a:t>Click to add content</a:t>
            </a:r>
          </a:p>
          <a:p>
            <a:pPr lvl="1"/>
            <a:r>
              <a:rPr lang="en-US"/>
              <a:t>Second level</a:t>
            </a:r>
          </a:p>
          <a:p>
            <a:pPr lvl="2"/>
            <a:r>
              <a:rPr lang="en-US"/>
              <a:t>Third level</a:t>
            </a:r>
          </a:p>
        </p:txBody>
      </p:sp>
      <p:sp>
        <p:nvSpPr>
          <p:cNvPr id="6" name="Content Placeholder 2">
            <a:extLst>
              <a:ext uri="{FF2B5EF4-FFF2-40B4-BE49-F238E27FC236}">
                <a16:creationId xmlns:a16="http://schemas.microsoft.com/office/drawing/2014/main" id="{56944BE1-9937-7EA2-AA56-336B8D5CAADA}"/>
              </a:ext>
            </a:extLst>
          </p:cNvPr>
          <p:cNvSpPr>
            <a:spLocks noGrp="1"/>
          </p:cNvSpPr>
          <p:nvPr>
            <p:ph sz="half" idx="1" hasCustomPrompt="1"/>
          </p:nvPr>
        </p:nvSpPr>
        <p:spPr>
          <a:xfrm>
            <a:off x="6826432" y="3253740"/>
            <a:ext cx="4580088" cy="3006531"/>
          </a:xfrm>
        </p:spPr>
        <p:txBody>
          <a:bodyPr>
            <a:normAutofit/>
          </a:bodyPr>
          <a:lstStyle>
            <a:lvl1pPr marL="0" indent="0">
              <a:lnSpc>
                <a:spcPts val="2000"/>
              </a:lnSpc>
              <a:buNone/>
              <a:defRPr sz="1800"/>
            </a:lvl1pPr>
            <a:lvl2pPr marL="457200">
              <a:lnSpc>
                <a:spcPts val="2000"/>
              </a:lnSpc>
              <a:defRPr sz="1800"/>
            </a:lvl2pPr>
            <a:lvl3pPr marL="914400">
              <a:lnSpc>
                <a:spcPts val="2000"/>
              </a:lnSpc>
              <a:defRPr sz="1800"/>
            </a:lvl3pPr>
            <a:lvl4pPr marL="1371600">
              <a:lnSpc>
                <a:spcPts val="2000"/>
              </a:lnSpc>
              <a:defRPr sz="1800"/>
            </a:lvl4pPr>
            <a:lvl5pPr marL="1828800">
              <a:lnSpc>
                <a:spcPts val="2000"/>
              </a:lnSpc>
              <a:defRPr sz="1800"/>
            </a:lvl5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209" name="Date Placeholder 3">
            <a:extLst>
              <a:ext uri="{FF2B5EF4-FFF2-40B4-BE49-F238E27FC236}">
                <a16:creationId xmlns:a16="http://schemas.microsoft.com/office/drawing/2014/main" id="{5A56B3AA-5CA2-4004-8F95-11FD7B895DAE}"/>
              </a:ext>
            </a:extLst>
          </p:cNvPr>
          <p:cNvSpPr>
            <a:spLocks noGrp="1"/>
          </p:cNvSpPr>
          <p:nvPr>
            <p:ph type="dt" sz="half" idx="10"/>
          </p:nvPr>
        </p:nvSpPr>
        <p:spPr>
          <a:xfrm>
            <a:off x="3523723" y="6353175"/>
            <a:ext cx="1097280" cy="365125"/>
          </a:xfrm>
        </p:spPr>
        <p:txBody>
          <a:bodyPr/>
          <a:lstStyle>
            <a:lvl1pPr>
              <a:defRPr>
                <a:solidFill>
                  <a:schemeClr val="tx1">
                    <a:lumMod val="75000"/>
                    <a:lumOff val="25000"/>
                  </a:schemeClr>
                </a:solidFill>
              </a:defRPr>
            </a:lvl1pPr>
          </a:lstStyle>
          <a:p>
            <a:r>
              <a:rPr lang="en-US"/>
              <a:t>12/11/2023</a:t>
            </a:r>
          </a:p>
        </p:txBody>
      </p:sp>
      <p:sp>
        <p:nvSpPr>
          <p:cNvPr id="210" name="Footer Placeholder 4">
            <a:extLst>
              <a:ext uri="{FF2B5EF4-FFF2-40B4-BE49-F238E27FC236}">
                <a16:creationId xmlns:a16="http://schemas.microsoft.com/office/drawing/2014/main" id="{07D92F37-472D-4CCB-AA97-FA42E56079C7}"/>
              </a:ext>
            </a:extLst>
          </p:cNvPr>
          <p:cNvSpPr>
            <a:spLocks noGrp="1"/>
          </p:cNvSpPr>
          <p:nvPr>
            <p:ph type="ftr" sz="quarter" idx="11"/>
          </p:nvPr>
        </p:nvSpPr>
        <p:spPr>
          <a:xfrm>
            <a:off x="6642161" y="6350000"/>
            <a:ext cx="2286000" cy="365125"/>
          </a:xfrm>
        </p:spPr>
        <p:txBody>
          <a:bodyPr/>
          <a:lstStyle>
            <a:lvl1pPr>
              <a:defRPr>
                <a:solidFill>
                  <a:schemeClr val="tx1">
                    <a:lumMod val="75000"/>
                    <a:lumOff val="25000"/>
                  </a:schemeClr>
                </a:solidFill>
              </a:defRPr>
            </a:lvl1pPr>
          </a:lstStyle>
          <a:p>
            <a:r>
              <a:rPr lang="en-US"/>
              <a:t>Presentation title</a:t>
            </a:r>
          </a:p>
        </p:txBody>
      </p:sp>
      <p:sp>
        <p:nvSpPr>
          <p:cNvPr id="211" name="Slide Number Placeholder 5">
            <a:extLst>
              <a:ext uri="{FF2B5EF4-FFF2-40B4-BE49-F238E27FC236}">
                <a16:creationId xmlns:a16="http://schemas.microsoft.com/office/drawing/2014/main" id="{C0E89FFF-230F-4CBA-A6BC-D887B3FFA51F}"/>
              </a:ext>
            </a:extLst>
          </p:cNvPr>
          <p:cNvSpPr>
            <a:spLocks noGrp="1"/>
          </p:cNvSpPr>
          <p:nvPr>
            <p:ph type="sldNum" sz="quarter" idx="12"/>
          </p:nvPr>
        </p:nvSpPr>
        <p:spPr>
          <a:xfrm>
            <a:off x="10949320" y="6356350"/>
            <a:ext cx="457200" cy="365125"/>
          </a:xfrm>
        </p:spPr>
        <p:txBody>
          <a:bodyPr/>
          <a:lstStyle>
            <a:lvl1pPr>
              <a:defRPr>
                <a:solidFill>
                  <a:schemeClr val="tx1">
                    <a:lumMod val="75000"/>
                    <a:lumOff val="25000"/>
                  </a:schemeClr>
                </a:solidFill>
              </a:defRPr>
            </a:lvl1pPr>
          </a:lstStyle>
          <a:p>
            <a:fld id="{B5CEABB6-07DC-46E8-9B57-56EC44A396E5}" type="slidenum">
              <a:rPr lang="en-US" smtClean="0"/>
              <a:pPr/>
              <a:t>‹#›</a:t>
            </a:fld>
            <a:endParaRPr lang="en-US"/>
          </a:p>
        </p:txBody>
      </p:sp>
    </p:spTree>
    <p:extLst>
      <p:ext uri="{BB962C8B-B14F-4D97-AF65-F5344CB8AC3E}">
        <p14:creationId xmlns:p14="http://schemas.microsoft.com/office/powerpoint/2010/main" val="3921514593"/>
      </p:ext>
    </p:extLst>
  </p:cSld>
  <p:clrMapOvr>
    <a:masterClrMapping/>
  </p:clrMapOvr>
  <p:extLst>
    <p:ext uri="{DCECCB84-F9BA-43D5-87BE-67443E8EF086}">
      <p15:sldGuideLst xmlns:p15="http://schemas.microsoft.com/office/powerpoint/2012/main">
        <p15:guide id="1" orient="horz" pos="552" userDrawn="1">
          <p15:clr>
            <a:srgbClr val="FBAE40"/>
          </p15:clr>
        </p15:guide>
        <p15:guide id="2" pos="7104" userDrawn="1">
          <p15:clr>
            <a:srgbClr val="FBAE40"/>
          </p15:clr>
        </p15:guide>
        <p15:guide id="3" pos="7392"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ent + Picture">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3807877" y="898524"/>
            <a:ext cx="7606895" cy="2029967"/>
          </a:xfrm>
        </p:spPr>
        <p:txBody>
          <a:bodyPr anchor="t" anchorCtr="0"/>
          <a:lstStyle>
            <a:lvl1pPr>
              <a:defRPr cap="all" baseline="0">
                <a:solidFill>
                  <a:schemeClr val="tx2"/>
                </a:solidFill>
              </a:defRPr>
            </a:lvl1pPr>
          </a:lstStyle>
          <a:p>
            <a:r>
              <a:rPr lang="en-US"/>
              <a:t>CLICK TO ADD TITLE</a:t>
            </a:r>
          </a:p>
        </p:txBody>
      </p:sp>
      <p:sp>
        <p:nvSpPr>
          <p:cNvPr id="27" name="Picture Placeholder 26">
            <a:extLst>
              <a:ext uri="{FF2B5EF4-FFF2-40B4-BE49-F238E27FC236}">
                <a16:creationId xmlns:a16="http://schemas.microsoft.com/office/drawing/2014/main" id="{01CF25F4-1889-5FE4-9BE0-413C509639DC}"/>
              </a:ext>
            </a:extLst>
          </p:cNvPr>
          <p:cNvSpPr>
            <a:spLocks noGrp="1"/>
          </p:cNvSpPr>
          <p:nvPr>
            <p:ph type="pic" sz="quarter" idx="15" hasCustomPrompt="1"/>
          </p:nvPr>
        </p:nvSpPr>
        <p:spPr>
          <a:xfrm>
            <a:off x="1011337" y="9212"/>
            <a:ext cx="2029967" cy="4850544"/>
          </a:xfrm>
          <a:custGeom>
            <a:avLst/>
            <a:gdLst>
              <a:gd name="connsiteX0" fmla="*/ 0 w 2029967"/>
              <a:gd name="connsiteY0" fmla="*/ 0 h 4850544"/>
              <a:gd name="connsiteX1" fmla="*/ 2029967 w 2029967"/>
              <a:gd name="connsiteY1" fmla="*/ 0 h 4850544"/>
              <a:gd name="connsiteX2" fmla="*/ 2029967 w 2029967"/>
              <a:gd name="connsiteY2" fmla="*/ 4850544 h 4850544"/>
              <a:gd name="connsiteX3" fmla="*/ 2025599 w 2029967"/>
              <a:gd name="connsiteY3" fmla="*/ 4850544 h 4850544"/>
              <a:gd name="connsiteX4" fmla="*/ 2 w 2029967"/>
              <a:gd name="connsiteY4" fmla="*/ 2824947 h 4850544"/>
              <a:gd name="connsiteX5" fmla="*/ 2 w 2029967"/>
              <a:gd name="connsiteY5" fmla="*/ 4850544 h 4850544"/>
              <a:gd name="connsiteX6" fmla="*/ 0 w 2029967"/>
              <a:gd name="connsiteY6" fmla="*/ 4850544 h 4850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29967" h="4850544">
                <a:moveTo>
                  <a:pt x="0" y="0"/>
                </a:moveTo>
                <a:lnTo>
                  <a:pt x="2029967" y="0"/>
                </a:lnTo>
                <a:lnTo>
                  <a:pt x="2029967" y="4850544"/>
                </a:lnTo>
                <a:lnTo>
                  <a:pt x="2025599" y="4850544"/>
                </a:lnTo>
                <a:lnTo>
                  <a:pt x="2" y="2824947"/>
                </a:lnTo>
                <a:lnTo>
                  <a:pt x="2" y="4850544"/>
                </a:lnTo>
                <a:lnTo>
                  <a:pt x="0" y="4850544"/>
                </a:lnTo>
                <a:close/>
              </a:path>
            </a:pathLst>
          </a:custGeom>
        </p:spPr>
        <p:txBody>
          <a:bodyPr wrap="square">
            <a:noAutofit/>
          </a:bodyPr>
          <a:lstStyle>
            <a:lvl1pPr marL="0" indent="0" algn="l">
              <a:buNone/>
              <a:defRPr sz="2000">
                <a:solidFill>
                  <a:schemeClr val="bg1"/>
                </a:solidFill>
              </a:defRPr>
            </a:lvl1pPr>
          </a:lstStyle>
          <a:p>
            <a:r>
              <a:rPr lang="en-US"/>
              <a:t>Click icon to insert picture</a:t>
            </a:r>
          </a:p>
        </p:txBody>
      </p:sp>
      <p:sp>
        <p:nvSpPr>
          <p:cNvPr id="34" name="Rectangle 33">
            <a:extLst>
              <a:ext uri="{FF2B5EF4-FFF2-40B4-BE49-F238E27FC236}">
                <a16:creationId xmlns:a16="http://schemas.microsoft.com/office/drawing/2014/main" id="{9CC28908-2548-441C-BE9D-8728E1FC84C0}"/>
              </a:ext>
              <a:ext uri="{C183D7F6-B498-43B3-948B-1728B52AA6E4}">
                <adec:decorative xmlns:adec="http://schemas.microsoft.com/office/drawing/2017/decorative" val="1"/>
              </a:ext>
            </a:extLst>
          </p:cNvPr>
          <p:cNvSpPr/>
          <p:nvPr userDrawn="1"/>
        </p:nvSpPr>
        <p:spPr>
          <a:xfrm>
            <a:off x="1011339" y="4863266"/>
            <a:ext cx="2029968" cy="2004897"/>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5" name="Picture 34">
            <a:extLst>
              <a:ext uri="{FF2B5EF4-FFF2-40B4-BE49-F238E27FC236}">
                <a16:creationId xmlns:a16="http://schemas.microsoft.com/office/drawing/2014/main" id="{731DC170-FB16-45F8-B62C-DCAB2B9AC310}"/>
              </a:ext>
              <a:ext uri="{C183D7F6-B498-43B3-948B-1728B52AA6E4}">
                <adec:decorative xmlns:adec="http://schemas.microsoft.com/office/drawing/2017/decorative" val="1"/>
              </a:ext>
            </a:extLst>
          </p:cNvPr>
          <p:cNvPicPr>
            <a:picLocks noChangeAspect="1"/>
          </p:cNvPicPr>
          <p:nvPr userDrawn="1"/>
        </p:nvPicPr>
        <p:blipFill>
          <a:blip r:embed="rId2" cstate="screen">
            <a:extLst>
              <a:ext uri="{28A0092B-C50C-407E-A947-70E740481C1C}">
                <a14:useLocalDpi xmlns:a14="http://schemas.microsoft.com/office/drawing/2010/main" val="0"/>
              </a:ext>
            </a:extLst>
          </a:blip>
          <a:stretch>
            <a:fillRect/>
          </a:stretch>
        </p:blipFill>
        <p:spPr>
          <a:xfrm>
            <a:off x="1011338" y="5865203"/>
            <a:ext cx="2019299" cy="999451"/>
          </a:xfrm>
          <a:prstGeom prst="rect">
            <a:avLst/>
          </a:prstGeom>
        </p:spPr>
      </p:pic>
      <p:sp>
        <p:nvSpPr>
          <p:cNvPr id="5" name="Content Placeholder 2">
            <a:extLst>
              <a:ext uri="{FF2B5EF4-FFF2-40B4-BE49-F238E27FC236}">
                <a16:creationId xmlns:a16="http://schemas.microsoft.com/office/drawing/2014/main" id="{ADE2E4A5-BFB0-8F89-C606-A1581EB9FC6E}"/>
              </a:ext>
            </a:extLst>
          </p:cNvPr>
          <p:cNvSpPr>
            <a:spLocks noGrp="1"/>
          </p:cNvSpPr>
          <p:nvPr>
            <p:ph sz="half" idx="16" hasCustomPrompt="1"/>
          </p:nvPr>
        </p:nvSpPr>
        <p:spPr>
          <a:xfrm>
            <a:off x="3803953" y="3259138"/>
            <a:ext cx="7615274" cy="2978150"/>
          </a:xfrm>
        </p:spPr>
        <p:txBody>
          <a:bodyPr>
            <a:normAutofit/>
          </a:bodyPr>
          <a:lstStyle>
            <a:lvl1pPr marL="285750" indent="-285750">
              <a:lnSpc>
                <a:spcPts val="2000"/>
              </a:lnSpc>
              <a:buFont typeface="Arial" panose="020B0604020202020204" pitchFamily="34" charset="0"/>
              <a:buChar char="•"/>
              <a:defRPr sz="1800">
                <a:solidFill>
                  <a:schemeClr val="tx2"/>
                </a:solidFill>
              </a:defRPr>
            </a:lvl1pPr>
            <a:lvl2pPr marL="685800">
              <a:lnSpc>
                <a:spcPts val="2000"/>
              </a:lnSpc>
              <a:defRPr sz="1800">
                <a:solidFill>
                  <a:schemeClr val="tx2"/>
                </a:solidFill>
              </a:defRPr>
            </a:lvl2pPr>
            <a:lvl3pPr marL="1143000">
              <a:lnSpc>
                <a:spcPts val="2000"/>
              </a:lnSpc>
              <a:defRPr sz="1800">
                <a:solidFill>
                  <a:schemeClr val="tx2"/>
                </a:solidFill>
              </a:defRPr>
            </a:lvl3pPr>
            <a:lvl4pPr marL="1600200">
              <a:lnSpc>
                <a:spcPts val="2000"/>
              </a:lnSpc>
              <a:defRPr sz="1800">
                <a:solidFill>
                  <a:schemeClr val="tx2"/>
                </a:solidFill>
              </a:defRPr>
            </a:lvl4pPr>
            <a:lvl5pPr marL="2057400">
              <a:lnSpc>
                <a:spcPts val="2000"/>
              </a:lnSpc>
              <a:defRPr sz="1800">
                <a:solidFill>
                  <a:schemeClr val="tx2"/>
                </a:solidFill>
              </a:defRPr>
            </a:lvl5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69" name="Date Placeholder 3">
            <a:extLst>
              <a:ext uri="{FF2B5EF4-FFF2-40B4-BE49-F238E27FC236}">
                <a16:creationId xmlns:a16="http://schemas.microsoft.com/office/drawing/2014/main" id="{E2B0C6B8-E2CB-460E-BBC8-AC4339C89DB2}"/>
              </a:ext>
            </a:extLst>
          </p:cNvPr>
          <p:cNvSpPr>
            <a:spLocks noGrp="1"/>
          </p:cNvSpPr>
          <p:nvPr>
            <p:ph type="dt" sz="half" idx="10"/>
          </p:nvPr>
        </p:nvSpPr>
        <p:spPr>
          <a:xfrm>
            <a:off x="3803953" y="6353175"/>
            <a:ext cx="1097280" cy="365125"/>
          </a:xfrm>
        </p:spPr>
        <p:txBody>
          <a:bodyPr/>
          <a:lstStyle>
            <a:lvl1pPr>
              <a:defRPr>
                <a:solidFill>
                  <a:schemeClr val="bg1"/>
                </a:solidFill>
              </a:defRPr>
            </a:lvl1pPr>
          </a:lstStyle>
          <a:p>
            <a:r>
              <a:rPr lang="en-US"/>
              <a:t>12/11/2023</a:t>
            </a:r>
          </a:p>
        </p:txBody>
      </p:sp>
      <p:sp>
        <p:nvSpPr>
          <p:cNvPr id="70" name="Footer Placeholder 4">
            <a:extLst>
              <a:ext uri="{FF2B5EF4-FFF2-40B4-BE49-F238E27FC236}">
                <a16:creationId xmlns:a16="http://schemas.microsoft.com/office/drawing/2014/main" id="{433844D3-0FDA-4C97-9B21-5021A38E4FC2}"/>
              </a:ext>
            </a:extLst>
          </p:cNvPr>
          <p:cNvSpPr>
            <a:spLocks noGrp="1"/>
          </p:cNvSpPr>
          <p:nvPr>
            <p:ph type="ftr" sz="quarter" idx="11"/>
          </p:nvPr>
        </p:nvSpPr>
        <p:spPr>
          <a:xfrm>
            <a:off x="6788630" y="6350000"/>
            <a:ext cx="2286000" cy="365125"/>
          </a:xfrm>
        </p:spPr>
        <p:txBody>
          <a:bodyPr/>
          <a:lstStyle>
            <a:lvl1pPr>
              <a:defRPr>
                <a:solidFill>
                  <a:schemeClr val="bg1"/>
                </a:solidFill>
              </a:defRPr>
            </a:lvl1pPr>
          </a:lstStyle>
          <a:p>
            <a:r>
              <a:rPr lang="en-US"/>
              <a:t>Presentation title</a:t>
            </a:r>
          </a:p>
        </p:txBody>
      </p:sp>
      <p:sp>
        <p:nvSpPr>
          <p:cNvPr id="71" name="Slide Number Placeholder 5">
            <a:extLst>
              <a:ext uri="{FF2B5EF4-FFF2-40B4-BE49-F238E27FC236}">
                <a16:creationId xmlns:a16="http://schemas.microsoft.com/office/drawing/2014/main" id="{EC059538-F80F-46C9-80EB-AC9B56DD05C3}"/>
              </a:ext>
            </a:extLst>
          </p:cNvPr>
          <p:cNvSpPr>
            <a:spLocks noGrp="1"/>
          </p:cNvSpPr>
          <p:nvPr>
            <p:ph type="sldNum" sz="quarter" idx="12"/>
          </p:nvPr>
        </p:nvSpPr>
        <p:spPr>
          <a:xfrm>
            <a:off x="10962027" y="6356350"/>
            <a:ext cx="457200" cy="365125"/>
          </a:xfrm>
        </p:spPr>
        <p:txBody>
          <a:bodyPr/>
          <a:lstStyle>
            <a:lvl1pPr>
              <a:defRPr>
                <a:solidFill>
                  <a:schemeClr val="bg1"/>
                </a:solidFill>
              </a:defRPr>
            </a:lvl1pPr>
          </a:lstStyle>
          <a:p>
            <a:fld id="{B5CEABB6-07DC-46E8-9B57-56EC44A396E5}" type="slidenum">
              <a:rPr lang="en-US" smtClean="0"/>
              <a:pPr/>
              <a:t>‹#›</a:t>
            </a:fld>
            <a:endParaRPr lang="en-US"/>
          </a:p>
        </p:txBody>
      </p:sp>
      <p:grpSp>
        <p:nvGrpSpPr>
          <p:cNvPr id="9" name="Group 8">
            <a:extLst>
              <a:ext uri="{FF2B5EF4-FFF2-40B4-BE49-F238E27FC236}">
                <a16:creationId xmlns:a16="http://schemas.microsoft.com/office/drawing/2014/main" id="{378F81CD-65D4-6CA1-E2C2-34DF58B566B2}"/>
              </a:ext>
              <a:ext uri="{C183D7F6-B498-43B3-948B-1728B52AA6E4}">
                <adec:decorative xmlns:adec="http://schemas.microsoft.com/office/drawing/2017/decorative" val="1"/>
              </a:ext>
            </a:extLst>
          </p:cNvPr>
          <p:cNvGrpSpPr/>
          <p:nvPr userDrawn="1"/>
        </p:nvGrpSpPr>
        <p:grpSpPr>
          <a:xfrm>
            <a:off x="-1000" y="0"/>
            <a:ext cx="1015984" cy="6858000"/>
            <a:chOff x="-1000" y="0"/>
            <a:chExt cx="1015984" cy="6858000"/>
          </a:xfrm>
        </p:grpSpPr>
        <p:sp>
          <p:nvSpPr>
            <p:cNvPr id="10" name="Rectangle 9">
              <a:extLst>
                <a:ext uri="{FF2B5EF4-FFF2-40B4-BE49-F238E27FC236}">
                  <a16:creationId xmlns:a16="http://schemas.microsoft.com/office/drawing/2014/main" id="{E419657A-6BE9-88F7-BE4C-6BF3C13F7E91}"/>
                </a:ext>
                <a:ext uri="{C183D7F6-B498-43B3-948B-1728B52AA6E4}">
                  <adec:decorative xmlns:adec="http://schemas.microsoft.com/office/drawing/2017/decorative" val="1"/>
                </a:ext>
              </a:extLst>
            </p:cNvPr>
            <p:cNvSpPr/>
            <p:nvPr userDrawn="1"/>
          </p:nvSpPr>
          <p:spPr>
            <a:xfrm>
              <a:off x="0" y="4828032"/>
              <a:ext cx="1014984" cy="202996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BB2BB8E-26BE-8FBF-1C62-4F42858193C1}"/>
                </a:ext>
                <a:ext uri="{C183D7F6-B498-43B3-948B-1728B52AA6E4}">
                  <adec:decorative xmlns:adec="http://schemas.microsoft.com/office/drawing/2017/decorative" val="1"/>
                </a:ext>
              </a:extLst>
            </p:cNvPr>
            <p:cNvSpPr/>
            <p:nvPr userDrawn="1"/>
          </p:nvSpPr>
          <p:spPr>
            <a:xfrm>
              <a:off x="0" y="2833299"/>
              <a:ext cx="1014984" cy="202996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864BEFA-BF82-8BAF-1977-518DCAB0F3EC}"/>
                </a:ext>
                <a:ext uri="{C183D7F6-B498-43B3-948B-1728B52AA6E4}">
                  <adec:decorative xmlns:adec="http://schemas.microsoft.com/office/drawing/2017/decorative" val="1"/>
                </a:ext>
              </a:extLst>
            </p:cNvPr>
            <p:cNvSpPr/>
            <p:nvPr userDrawn="1"/>
          </p:nvSpPr>
          <p:spPr>
            <a:xfrm>
              <a:off x="0" y="0"/>
              <a:ext cx="1014984" cy="20299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14C6E7FC-E03B-5EE2-7126-8CC1FBCB9DC3}"/>
                </a:ext>
                <a:ext uri="{C183D7F6-B498-43B3-948B-1728B52AA6E4}">
                  <adec:decorative xmlns:adec="http://schemas.microsoft.com/office/drawing/2017/decorative" val="1"/>
                </a:ext>
              </a:extLst>
            </p:cNvPr>
            <p:cNvPicPr>
              <a:picLocks noChangeAspect="1"/>
            </p:cNvPicPr>
            <p:nvPr userDrawn="1"/>
          </p:nvPicPr>
          <p:blipFill>
            <a:blip r:embed="rId3" cstate="screen">
              <a:extLst>
                <a:ext uri="{28A0092B-C50C-407E-A947-70E740481C1C}">
                  <a14:useLocalDpi xmlns:a14="http://schemas.microsoft.com/office/drawing/2010/main" val="0"/>
                </a:ext>
              </a:extLst>
            </a:blip>
            <a:stretch>
              <a:fillRect/>
            </a:stretch>
          </p:blipFill>
          <p:spPr>
            <a:xfrm rot="5400000">
              <a:off x="-462818" y="552957"/>
              <a:ext cx="1828800" cy="905164"/>
            </a:xfrm>
            <a:prstGeom prst="rect">
              <a:avLst/>
            </a:prstGeom>
          </p:spPr>
        </p:pic>
        <p:sp>
          <p:nvSpPr>
            <p:cNvPr id="14" name="Rectangle 13">
              <a:extLst>
                <a:ext uri="{FF2B5EF4-FFF2-40B4-BE49-F238E27FC236}">
                  <a16:creationId xmlns:a16="http://schemas.microsoft.com/office/drawing/2014/main" id="{659957EF-0F68-275E-1FFC-87388D717462}"/>
                </a:ext>
                <a:ext uri="{C183D7F6-B498-43B3-948B-1728B52AA6E4}">
                  <adec:decorative xmlns:adec="http://schemas.microsoft.com/office/drawing/2017/decorative" val="1"/>
                </a:ext>
              </a:extLst>
            </p:cNvPr>
            <p:cNvSpPr/>
            <p:nvPr userDrawn="1"/>
          </p:nvSpPr>
          <p:spPr>
            <a:xfrm>
              <a:off x="0" y="2029863"/>
              <a:ext cx="1014984" cy="81295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CECEEA3-55C1-1632-4F14-7E57A802667B}"/>
                </a:ext>
                <a:ext uri="{C183D7F6-B498-43B3-948B-1728B52AA6E4}">
                  <adec:decorative xmlns:adec="http://schemas.microsoft.com/office/drawing/2017/decorative" val="1"/>
                </a:ext>
              </a:extLst>
            </p:cNvPr>
            <p:cNvSpPr/>
            <p:nvPr userDrawn="1"/>
          </p:nvSpPr>
          <p:spPr>
            <a:xfrm rot="10800000">
              <a:off x="100582" y="2932749"/>
              <a:ext cx="914400" cy="1828800"/>
            </a:xfrm>
            <a:custGeom>
              <a:avLst/>
              <a:gdLst>
                <a:gd name="connsiteX0" fmla="*/ 1248 w 915648"/>
                <a:gd name="connsiteY0" fmla="*/ 0 h 1828800"/>
                <a:gd name="connsiteX1" fmla="*/ 915648 w 915648"/>
                <a:gd name="connsiteY1" fmla="*/ 914400 h 1828800"/>
                <a:gd name="connsiteX2" fmla="*/ 1248 w 915648"/>
                <a:gd name="connsiteY2" fmla="*/ 1828800 h 1828800"/>
                <a:gd name="connsiteX3" fmla="*/ 0 w 915648"/>
                <a:gd name="connsiteY3" fmla="*/ 1828737 h 1828800"/>
                <a:gd name="connsiteX4" fmla="*/ 0 w 915648"/>
                <a:gd name="connsiteY4" fmla="*/ 63 h 1828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5648" h="1828800">
                  <a:moveTo>
                    <a:pt x="1248" y="0"/>
                  </a:moveTo>
                  <a:cubicBezTo>
                    <a:pt x="506257" y="0"/>
                    <a:pt x="915648" y="409391"/>
                    <a:pt x="915648" y="914400"/>
                  </a:cubicBezTo>
                  <a:cubicBezTo>
                    <a:pt x="915648" y="1419409"/>
                    <a:pt x="506257" y="1828800"/>
                    <a:pt x="1248" y="1828800"/>
                  </a:cubicBezTo>
                  <a:lnTo>
                    <a:pt x="0" y="1828737"/>
                  </a:lnTo>
                  <a:lnTo>
                    <a:pt x="0" y="63"/>
                  </a:ln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16" name="Graphic 15">
              <a:extLst>
                <a:ext uri="{FF2B5EF4-FFF2-40B4-BE49-F238E27FC236}">
                  <a16:creationId xmlns:a16="http://schemas.microsoft.com/office/drawing/2014/main" id="{A6290E86-B21F-0C88-099F-07B046CA1D4B}"/>
                </a:ext>
                <a:ext uri="{C183D7F6-B498-43B3-948B-1728B52AA6E4}">
                  <adec:decorative xmlns:adec="http://schemas.microsoft.com/office/drawing/2017/decorative" val="1"/>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rot="5400000">
              <a:off x="-457200" y="5380762"/>
              <a:ext cx="1828800" cy="914400"/>
            </a:xfrm>
            <a:prstGeom prst="rect">
              <a:avLst/>
            </a:prstGeom>
          </p:spPr>
        </p:pic>
      </p:grpSp>
      <p:sp>
        <p:nvSpPr>
          <p:cNvPr id="26" name="Rectangle 23">
            <a:extLst>
              <a:ext uri="{FF2B5EF4-FFF2-40B4-BE49-F238E27FC236}">
                <a16:creationId xmlns:a16="http://schemas.microsoft.com/office/drawing/2014/main" id="{E489F066-AA0F-D3C7-739B-15808100E736}"/>
              </a:ext>
              <a:ext uri="{C183D7F6-B498-43B3-948B-1728B52AA6E4}">
                <adec:decorative xmlns:adec="http://schemas.microsoft.com/office/drawing/2017/decorative" val="1"/>
              </a:ext>
            </a:extLst>
          </p:cNvPr>
          <p:cNvSpPr/>
          <p:nvPr userDrawn="1"/>
        </p:nvSpPr>
        <p:spPr>
          <a:xfrm>
            <a:off x="1011339" y="2834159"/>
            <a:ext cx="2029968" cy="2029968"/>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 name="connsiteX4" fmla="*/ 0 w 2029968"/>
              <a:gd name="connsiteY4" fmla="*/ 0 h 2029968"/>
              <a:gd name="connsiteX0" fmla="*/ 0 w 2029968"/>
              <a:gd name="connsiteY0" fmla="*/ 0 h 2029968"/>
              <a:gd name="connsiteX1" fmla="*/ 2029968 w 2029968"/>
              <a:gd name="connsiteY1" fmla="*/ 2029968 h 2029968"/>
              <a:gd name="connsiteX2" fmla="*/ 0 w 2029968"/>
              <a:gd name="connsiteY2" fmla="*/ 2029968 h 2029968"/>
              <a:gd name="connsiteX3" fmla="*/ 0 w 2029968"/>
              <a:gd name="connsiteY3" fmla="*/ 0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2029968"/>
                </a:lnTo>
                <a:lnTo>
                  <a:pt x="0" y="2029968"/>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2555004"/>
      </p:ext>
    </p:extLst>
  </p:cSld>
  <p:clrMapOvr>
    <a:masterClrMapping/>
  </p:clrMapOvr>
  <p:extLst>
    <p:ext uri="{DCECCB84-F9BA-43D5-87BE-67443E8EF086}">
      <p15:sldGuideLst xmlns:p15="http://schemas.microsoft.com/office/powerpoint/2012/main">
        <p15:guide id="1" orient="horz" pos="552" userDrawn="1">
          <p15:clr>
            <a:srgbClr val="FBAE40"/>
          </p15:clr>
        </p15:guide>
        <p15:guide id="2" pos="7104" userDrawn="1">
          <p15:clr>
            <a:srgbClr val="FBAE40"/>
          </p15:clr>
        </p15:guide>
        <p15:guide id="3" pos="7392"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 Tabl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762000" y="896112"/>
            <a:ext cx="10668000" cy="1325563"/>
          </a:xfrm>
        </p:spPr>
        <p:txBody>
          <a:bodyPr anchor="t" anchorCtr="0"/>
          <a:lstStyle>
            <a:lvl1pPr>
              <a:defRPr cap="all" baseline="0">
                <a:solidFill>
                  <a:schemeClr val="accent1"/>
                </a:solidFill>
              </a:defRPr>
            </a:lvl1pPr>
          </a:lstStyle>
          <a:p>
            <a:r>
              <a:rPr lang="en-US"/>
              <a:t>CLICK TO ADD TITLE</a:t>
            </a:r>
          </a:p>
        </p:txBody>
      </p:sp>
      <p:sp>
        <p:nvSpPr>
          <p:cNvPr id="7" name="Rectangle 23">
            <a:extLst>
              <a:ext uri="{FF2B5EF4-FFF2-40B4-BE49-F238E27FC236}">
                <a16:creationId xmlns:a16="http://schemas.microsoft.com/office/drawing/2014/main" id="{AB92D86A-5036-415A-B056-A55CB2E0C2C9}"/>
              </a:ext>
              <a:ext uri="{C183D7F6-B498-43B3-948B-1728B52AA6E4}">
                <adec:decorative xmlns:adec="http://schemas.microsoft.com/office/drawing/2017/decorative" val="1"/>
              </a:ext>
            </a:extLst>
          </p:cNvPr>
          <p:cNvSpPr/>
          <p:nvPr userDrawn="1"/>
        </p:nvSpPr>
        <p:spPr>
          <a:xfrm rot="10800000">
            <a:off x="11177016" y="0"/>
            <a:ext cx="1014984" cy="1014984"/>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 name="connsiteX4" fmla="*/ 0 w 2029968"/>
              <a:gd name="connsiteY4" fmla="*/ 0 h 2029968"/>
              <a:gd name="connsiteX0" fmla="*/ 0 w 2029968"/>
              <a:gd name="connsiteY0" fmla="*/ 0 h 2029968"/>
              <a:gd name="connsiteX1" fmla="*/ 2029968 w 2029968"/>
              <a:gd name="connsiteY1" fmla="*/ 2029968 h 2029968"/>
              <a:gd name="connsiteX2" fmla="*/ 0 w 2029968"/>
              <a:gd name="connsiteY2" fmla="*/ 2029968 h 2029968"/>
              <a:gd name="connsiteX3" fmla="*/ 0 w 2029968"/>
              <a:gd name="connsiteY3" fmla="*/ 0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2029968"/>
                </a:lnTo>
                <a:lnTo>
                  <a:pt x="0" y="202996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 Placeholder 4">
            <a:extLst>
              <a:ext uri="{FF2B5EF4-FFF2-40B4-BE49-F238E27FC236}">
                <a16:creationId xmlns:a16="http://schemas.microsoft.com/office/drawing/2014/main" id="{D70FC509-0D49-9500-59C9-DAE0A699FB0C}"/>
              </a:ext>
            </a:extLst>
          </p:cNvPr>
          <p:cNvSpPr>
            <a:spLocks noGrp="1"/>
          </p:cNvSpPr>
          <p:nvPr>
            <p:ph type="body" sz="quarter" idx="13" hasCustomPrompt="1"/>
          </p:nvPr>
        </p:nvSpPr>
        <p:spPr>
          <a:xfrm>
            <a:off x="762000" y="2417197"/>
            <a:ext cx="4278313" cy="3737541"/>
          </a:xfrm>
        </p:spPr>
        <p:txBody>
          <a:bodyPr vert="horz" lIns="91440" tIns="45720" rIns="91440" bIns="45720" rtlCol="0">
            <a:normAutofit/>
          </a:bodyPr>
          <a:lstStyle>
            <a:lvl1pPr>
              <a:spcBef>
                <a:spcPts val="0"/>
              </a:spcBef>
              <a:spcAft>
                <a:spcPts val="1200"/>
              </a:spcAft>
              <a:defRPr lang="en-US" sz="1800" smtClean="0"/>
            </a:lvl1pPr>
            <a:lvl2pPr>
              <a:spcBef>
                <a:spcPts val="0"/>
              </a:spcBef>
              <a:spcAft>
                <a:spcPts val="1200"/>
              </a:spcAft>
              <a:defRPr lang="en-US" sz="1800" smtClean="0"/>
            </a:lvl2pPr>
            <a:lvl3pPr>
              <a:spcBef>
                <a:spcPts val="0"/>
              </a:spcBef>
              <a:spcAft>
                <a:spcPts val="1200"/>
              </a:spcAft>
              <a:defRPr lang="en-US" sz="1800" smtClean="0"/>
            </a:lvl3pPr>
            <a:lvl4pPr>
              <a:spcBef>
                <a:spcPts val="0"/>
              </a:spcBef>
              <a:spcAft>
                <a:spcPts val="1200"/>
              </a:spcAft>
              <a:defRPr lang="en-US" sz="1800" smtClean="0"/>
            </a:lvl4pPr>
            <a:lvl5pPr>
              <a:spcBef>
                <a:spcPts val="0"/>
              </a:spcBef>
              <a:spcAft>
                <a:spcPts val="1200"/>
              </a:spcAft>
              <a:defRPr lang="en-US" sz="1800"/>
            </a:lvl5pPr>
          </a:lstStyle>
          <a:p>
            <a:pPr lvl="0"/>
            <a:r>
              <a:rPr lang="en-US"/>
              <a:t>Click to add text </a:t>
            </a:r>
          </a:p>
          <a:p>
            <a:pPr marL="685800" lvl="1" indent="-228600"/>
            <a:r>
              <a:rPr lang="en-US"/>
              <a:t>Second level</a:t>
            </a:r>
          </a:p>
          <a:p>
            <a:pPr marL="1143000" lvl="2" indent="-228600"/>
            <a:r>
              <a:rPr lang="en-US"/>
              <a:t>Third level</a:t>
            </a:r>
          </a:p>
          <a:p>
            <a:pPr marL="1600200" lvl="3" indent="-228600"/>
            <a:r>
              <a:rPr lang="en-US"/>
              <a:t>Fourth level</a:t>
            </a:r>
          </a:p>
          <a:p>
            <a:pPr marL="2057400" lvl="4" indent="-228600"/>
            <a:r>
              <a:rPr lang="en-US"/>
              <a:t>Fifth level</a:t>
            </a:r>
          </a:p>
        </p:txBody>
      </p:sp>
      <p:sp>
        <p:nvSpPr>
          <p:cNvPr id="8" name="Table Placeholder 7">
            <a:extLst>
              <a:ext uri="{FF2B5EF4-FFF2-40B4-BE49-F238E27FC236}">
                <a16:creationId xmlns:a16="http://schemas.microsoft.com/office/drawing/2014/main" id="{7113F543-A373-5951-EBF3-7E283EE52F0B}"/>
              </a:ext>
            </a:extLst>
          </p:cNvPr>
          <p:cNvSpPr>
            <a:spLocks noGrp="1"/>
          </p:cNvSpPr>
          <p:nvPr>
            <p:ph type="tbl" sz="quarter" idx="14" hasCustomPrompt="1"/>
          </p:nvPr>
        </p:nvSpPr>
        <p:spPr>
          <a:xfrm>
            <a:off x="5241471" y="2417763"/>
            <a:ext cx="6188529" cy="3736975"/>
          </a:xfrm>
        </p:spPr>
        <p:txBody>
          <a:bodyPr/>
          <a:lstStyle>
            <a:lvl1pPr>
              <a:defRPr/>
            </a:lvl1pPr>
          </a:lstStyle>
          <a:p>
            <a:r>
              <a:rPr lang="en-US"/>
              <a:t>Click icon to insert table</a:t>
            </a:r>
          </a:p>
        </p:txBody>
      </p:sp>
      <p:sp>
        <p:nvSpPr>
          <p:cNvPr id="3" name="Date Placeholder 3">
            <a:extLst>
              <a:ext uri="{FF2B5EF4-FFF2-40B4-BE49-F238E27FC236}">
                <a16:creationId xmlns:a16="http://schemas.microsoft.com/office/drawing/2014/main" id="{7D4C80AE-01F3-AAB6-99EF-DB1B5934CFD2}"/>
              </a:ext>
            </a:extLst>
          </p:cNvPr>
          <p:cNvSpPr>
            <a:spLocks noGrp="1"/>
          </p:cNvSpPr>
          <p:nvPr>
            <p:ph type="dt" sz="half" idx="10"/>
          </p:nvPr>
        </p:nvSpPr>
        <p:spPr>
          <a:xfrm>
            <a:off x="767443" y="6353175"/>
            <a:ext cx="1097280" cy="365125"/>
          </a:xfrm>
        </p:spPr>
        <p:txBody>
          <a:bodyPr/>
          <a:lstStyle>
            <a:lvl1pPr>
              <a:defRPr>
                <a:solidFill>
                  <a:schemeClr val="tx1"/>
                </a:solidFill>
              </a:defRPr>
            </a:lvl1pPr>
          </a:lstStyle>
          <a:p>
            <a:r>
              <a:rPr lang="en-US"/>
              <a:t>12/11/2023</a:t>
            </a:r>
          </a:p>
        </p:txBody>
      </p:sp>
      <p:sp>
        <p:nvSpPr>
          <p:cNvPr id="4" name="Footer Placeholder 4">
            <a:extLst>
              <a:ext uri="{FF2B5EF4-FFF2-40B4-BE49-F238E27FC236}">
                <a16:creationId xmlns:a16="http://schemas.microsoft.com/office/drawing/2014/main" id="{C0241B24-8629-6BC2-C72F-A156F0624997}"/>
              </a:ext>
            </a:extLst>
          </p:cNvPr>
          <p:cNvSpPr>
            <a:spLocks noGrp="1"/>
          </p:cNvSpPr>
          <p:nvPr>
            <p:ph type="ftr" sz="quarter" idx="11"/>
          </p:nvPr>
        </p:nvSpPr>
        <p:spPr>
          <a:xfrm>
            <a:off x="5273449" y="6350000"/>
            <a:ext cx="2286000" cy="365125"/>
          </a:xfrm>
        </p:spPr>
        <p:txBody>
          <a:bodyPr/>
          <a:lstStyle>
            <a:lvl1pPr>
              <a:defRPr>
                <a:solidFill>
                  <a:schemeClr val="tx1"/>
                </a:solidFill>
              </a:defRPr>
            </a:lvl1pPr>
          </a:lstStyle>
          <a:p>
            <a:r>
              <a:rPr lang="en-US"/>
              <a:t>Presentation title</a:t>
            </a:r>
          </a:p>
        </p:txBody>
      </p:sp>
      <p:sp>
        <p:nvSpPr>
          <p:cNvPr id="6" name="Slide Number Placeholder 5">
            <a:extLst>
              <a:ext uri="{FF2B5EF4-FFF2-40B4-BE49-F238E27FC236}">
                <a16:creationId xmlns:a16="http://schemas.microsoft.com/office/drawing/2014/main" id="{967FBBF9-1C14-3371-F0AC-507FFCAB3BC1}"/>
              </a:ext>
            </a:extLst>
          </p:cNvPr>
          <p:cNvSpPr>
            <a:spLocks noGrp="1"/>
          </p:cNvSpPr>
          <p:nvPr>
            <p:ph type="sldNum" sz="quarter" idx="12"/>
          </p:nvPr>
        </p:nvSpPr>
        <p:spPr>
          <a:xfrm>
            <a:off x="10968175" y="6356350"/>
            <a:ext cx="457200" cy="365125"/>
          </a:xfrm>
        </p:spPr>
        <p:txBody>
          <a:bodyPr/>
          <a:lstStyle>
            <a:lvl1pPr>
              <a:defRPr>
                <a:solidFill>
                  <a:schemeClr val="tx1"/>
                </a:solidFill>
              </a:defRPr>
            </a:lvl1pPr>
          </a:lstStyle>
          <a:p>
            <a:fld id="{B5CEABB6-07DC-46E8-9B57-56EC44A396E5}" type="slidenum">
              <a:rPr lang="en-US" smtClean="0"/>
              <a:pPr/>
              <a:t>‹#›</a:t>
            </a:fld>
            <a:endParaRPr lang="en-US"/>
          </a:p>
        </p:txBody>
      </p:sp>
    </p:spTree>
    <p:extLst>
      <p:ext uri="{BB962C8B-B14F-4D97-AF65-F5344CB8AC3E}">
        <p14:creationId xmlns:p14="http://schemas.microsoft.com/office/powerpoint/2010/main" val="40818906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 3">
    <p:bg>
      <p:bgPr>
        <a:solidFill>
          <a:schemeClr val="accent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ACA106-0FC3-4FE9-9338-4AC3D15608E5}"/>
              </a:ext>
            </a:extLst>
          </p:cNvPr>
          <p:cNvSpPr>
            <a:spLocks noGrp="1"/>
          </p:cNvSpPr>
          <p:nvPr>
            <p:ph type="title" hasCustomPrompt="1"/>
          </p:nvPr>
        </p:nvSpPr>
        <p:spPr>
          <a:xfrm>
            <a:off x="1552574" y="896111"/>
            <a:ext cx="9866540" cy="1358140"/>
          </a:xfrm>
        </p:spPr>
        <p:txBody>
          <a:bodyPr anchor="t" anchorCtr="0"/>
          <a:lstStyle>
            <a:lvl1pPr>
              <a:defRPr cap="all" baseline="0">
                <a:solidFill>
                  <a:schemeClr val="tx2"/>
                </a:solidFill>
              </a:defRPr>
            </a:lvl1pPr>
          </a:lstStyle>
          <a:p>
            <a:r>
              <a:rPr lang="en-US"/>
              <a:t>CLICK TO ADD TITLE</a:t>
            </a:r>
          </a:p>
        </p:txBody>
      </p:sp>
      <p:grpSp>
        <p:nvGrpSpPr>
          <p:cNvPr id="10" name="Group 9">
            <a:extLst>
              <a:ext uri="{FF2B5EF4-FFF2-40B4-BE49-F238E27FC236}">
                <a16:creationId xmlns:a16="http://schemas.microsoft.com/office/drawing/2014/main" id="{D9F1898E-3E74-4E43-A202-1A6640227466}"/>
              </a:ext>
              <a:ext uri="{C183D7F6-B498-43B3-948B-1728B52AA6E4}">
                <adec:decorative xmlns:adec="http://schemas.microsoft.com/office/drawing/2017/decorative" val="1"/>
              </a:ext>
            </a:extLst>
          </p:cNvPr>
          <p:cNvGrpSpPr/>
          <p:nvPr userDrawn="1"/>
        </p:nvGrpSpPr>
        <p:grpSpPr>
          <a:xfrm>
            <a:off x="0" y="0"/>
            <a:ext cx="1014984" cy="6858000"/>
            <a:chOff x="0" y="0"/>
            <a:chExt cx="1014984" cy="6858000"/>
          </a:xfrm>
        </p:grpSpPr>
        <p:sp>
          <p:nvSpPr>
            <p:cNvPr id="33" name="Rectangle 32">
              <a:extLst>
                <a:ext uri="{FF2B5EF4-FFF2-40B4-BE49-F238E27FC236}">
                  <a16:creationId xmlns:a16="http://schemas.microsoft.com/office/drawing/2014/main" id="{814776F7-F8A5-4235-8C8D-17F0E4F45B03}"/>
                </a:ext>
              </a:extLst>
            </p:cNvPr>
            <p:cNvSpPr/>
            <p:nvPr userDrawn="1"/>
          </p:nvSpPr>
          <p:spPr>
            <a:xfrm>
              <a:off x="0" y="4828032"/>
              <a:ext cx="1014984" cy="202996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9F301899-34C1-47B4-B5CD-F77BA341C0F9}"/>
                </a:ext>
              </a:extLst>
            </p:cNvPr>
            <p:cNvSpPr/>
            <p:nvPr userDrawn="1"/>
          </p:nvSpPr>
          <p:spPr>
            <a:xfrm>
              <a:off x="0" y="2833299"/>
              <a:ext cx="1014984" cy="202996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A66E9363-03B7-439D-8B5E-0665E48F046E}"/>
                </a:ext>
              </a:extLst>
            </p:cNvPr>
            <p:cNvSpPr/>
            <p:nvPr userDrawn="1"/>
          </p:nvSpPr>
          <p:spPr>
            <a:xfrm>
              <a:off x="0" y="0"/>
              <a:ext cx="1014984" cy="20299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0432F5F5-1688-44BD-B071-A62C04824FB8}"/>
                </a:ext>
              </a:extLst>
            </p:cNvPr>
            <p:cNvSpPr/>
            <p:nvPr userDrawn="1"/>
          </p:nvSpPr>
          <p:spPr>
            <a:xfrm>
              <a:off x="0" y="2029863"/>
              <a:ext cx="1014984" cy="81295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Freeform: Shape 43">
              <a:extLst>
                <a:ext uri="{FF2B5EF4-FFF2-40B4-BE49-F238E27FC236}">
                  <a16:creationId xmlns:a16="http://schemas.microsoft.com/office/drawing/2014/main" id="{689FF8F5-F7B8-46B0-BB03-FE972A6832E7}"/>
                </a:ext>
              </a:extLst>
            </p:cNvPr>
            <p:cNvSpPr/>
            <p:nvPr userDrawn="1"/>
          </p:nvSpPr>
          <p:spPr>
            <a:xfrm rot="10800000">
              <a:off x="100582" y="2936725"/>
              <a:ext cx="914400" cy="1828800"/>
            </a:xfrm>
            <a:custGeom>
              <a:avLst/>
              <a:gdLst>
                <a:gd name="connsiteX0" fmla="*/ 1248 w 915648"/>
                <a:gd name="connsiteY0" fmla="*/ 0 h 1828800"/>
                <a:gd name="connsiteX1" fmla="*/ 915648 w 915648"/>
                <a:gd name="connsiteY1" fmla="*/ 914400 h 1828800"/>
                <a:gd name="connsiteX2" fmla="*/ 1248 w 915648"/>
                <a:gd name="connsiteY2" fmla="*/ 1828800 h 1828800"/>
                <a:gd name="connsiteX3" fmla="*/ 0 w 915648"/>
                <a:gd name="connsiteY3" fmla="*/ 1828737 h 1828800"/>
                <a:gd name="connsiteX4" fmla="*/ 0 w 915648"/>
                <a:gd name="connsiteY4" fmla="*/ 63 h 1828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5648" h="1828800">
                  <a:moveTo>
                    <a:pt x="1248" y="0"/>
                  </a:moveTo>
                  <a:cubicBezTo>
                    <a:pt x="506257" y="0"/>
                    <a:pt x="915648" y="409391"/>
                    <a:pt x="915648" y="914400"/>
                  </a:cubicBezTo>
                  <a:cubicBezTo>
                    <a:pt x="915648" y="1419409"/>
                    <a:pt x="506257" y="1828800"/>
                    <a:pt x="1248" y="1828800"/>
                  </a:cubicBezTo>
                  <a:lnTo>
                    <a:pt x="0" y="1828737"/>
                  </a:lnTo>
                  <a:lnTo>
                    <a:pt x="0" y="63"/>
                  </a:ln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8" name="Graphic 47">
              <a:extLst>
                <a:ext uri="{FF2B5EF4-FFF2-40B4-BE49-F238E27FC236}">
                  <a16:creationId xmlns:a16="http://schemas.microsoft.com/office/drawing/2014/main" id="{31EB8EE7-3843-4CA8-879D-5D985DAA0D1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5400000">
              <a:off x="-457200" y="5416459"/>
              <a:ext cx="1828800" cy="914400"/>
            </a:xfrm>
            <a:prstGeom prst="rect">
              <a:avLst/>
            </a:prstGeom>
          </p:spPr>
        </p:pic>
        <p:pic>
          <p:nvPicPr>
            <p:cNvPr id="50" name="Graphic 49">
              <a:extLst>
                <a:ext uri="{FF2B5EF4-FFF2-40B4-BE49-F238E27FC236}">
                  <a16:creationId xmlns:a16="http://schemas.microsoft.com/office/drawing/2014/main" id="{5FF0EEFD-0038-4A2F-AD3B-01A98EFF5CF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rot="5400000">
              <a:off x="-457200" y="563329"/>
              <a:ext cx="1828800" cy="914400"/>
            </a:xfrm>
            <a:prstGeom prst="rect">
              <a:avLst/>
            </a:prstGeom>
          </p:spPr>
        </p:pic>
      </p:grpSp>
      <p:sp>
        <p:nvSpPr>
          <p:cNvPr id="3" name="Content Placeholder 2">
            <a:extLst>
              <a:ext uri="{FF2B5EF4-FFF2-40B4-BE49-F238E27FC236}">
                <a16:creationId xmlns:a16="http://schemas.microsoft.com/office/drawing/2014/main" id="{8A650232-76AA-C9E3-F846-8DB1B44E5AF3}"/>
              </a:ext>
            </a:extLst>
          </p:cNvPr>
          <p:cNvSpPr>
            <a:spLocks noGrp="1"/>
          </p:cNvSpPr>
          <p:nvPr>
            <p:ph sz="half" idx="15" hasCustomPrompt="1"/>
          </p:nvPr>
        </p:nvSpPr>
        <p:spPr>
          <a:xfrm>
            <a:off x="1552575" y="2481940"/>
            <a:ext cx="6477952" cy="3635831"/>
          </a:xfrm>
        </p:spPr>
        <p:txBody>
          <a:bodyPr>
            <a:normAutofit/>
          </a:bodyPr>
          <a:lstStyle>
            <a:lvl1pPr marL="0" indent="0">
              <a:lnSpc>
                <a:spcPct val="100000"/>
              </a:lnSpc>
              <a:spcBef>
                <a:spcPts val="0"/>
              </a:spcBef>
              <a:spcAft>
                <a:spcPts val="600"/>
              </a:spcAft>
              <a:buFont typeface="Arial" panose="020B0604020202020204" pitchFamily="34" charset="0"/>
              <a:buNone/>
              <a:defRPr sz="1800">
                <a:solidFill>
                  <a:schemeClr val="bg1"/>
                </a:solidFill>
              </a:defRPr>
            </a:lvl1pPr>
            <a:lvl2pPr marL="457200">
              <a:lnSpc>
                <a:spcPct val="100000"/>
              </a:lnSpc>
              <a:spcAft>
                <a:spcPts val="600"/>
              </a:spcAft>
              <a:defRPr sz="1800">
                <a:solidFill>
                  <a:schemeClr val="bg1"/>
                </a:solidFill>
              </a:defRPr>
            </a:lvl2pPr>
            <a:lvl3pPr marL="914400">
              <a:lnSpc>
                <a:spcPct val="100000"/>
              </a:lnSpc>
              <a:spcAft>
                <a:spcPts val="600"/>
              </a:spcAft>
              <a:defRPr sz="1800">
                <a:solidFill>
                  <a:schemeClr val="bg1"/>
                </a:solidFill>
              </a:defRPr>
            </a:lvl3pPr>
            <a:lvl4pPr marL="1371600">
              <a:lnSpc>
                <a:spcPct val="100000"/>
              </a:lnSpc>
              <a:spcAft>
                <a:spcPts val="600"/>
              </a:spcAft>
              <a:defRPr sz="1800">
                <a:solidFill>
                  <a:schemeClr val="bg1"/>
                </a:solidFill>
              </a:defRPr>
            </a:lvl4pPr>
            <a:lvl5pPr marL="1828800">
              <a:lnSpc>
                <a:spcPct val="100000"/>
              </a:lnSpc>
              <a:spcAft>
                <a:spcPts val="600"/>
              </a:spcAft>
              <a:defRPr sz="1800">
                <a:solidFill>
                  <a:schemeClr val="bg1"/>
                </a:solidFill>
              </a:defRPr>
            </a:lvl5pPr>
          </a:lstStyle>
          <a:p>
            <a:pPr lvl="0"/>
            <a:r>
              <a:rPr lang="en-US"/>
              <a:t>Click to add content</a:t>
            </a:r>
          </a:p>
          <a:p>
            <a:pPr lvl="1"/>
            <a:r>
              <a:rPr lang="en-US"/>
              <a:t>Second level</a:t>
            </a:r>
          </a:p>
          <a:p>
            <a:pPr lvl="2"/>
            <a:r>
              <a:rPr lang="en-US"/>
              <a:t>Third level</a:t>
            </a:r>
          </a:p>
          <a:p>
            <a:pPr lvl="3"/>
            <a:r>
              <a:rPr lang="en-US"/>
              <a:t>Fourth level</a:t>
            </a:r>
          </a:p>
          <a:p>
            <a:pPr lvl="4"/>
            <a:r>
              <a:rPr lang="en-US"/>
              <a:t>Fifth level</a:t>
            </a:r>
          </a:p>
        </p:txBody>
      </p:sp>
      <p:sp>
        <p:nvSpPr>
          <p:cNvPr id="14" name="Text Placeholder 12">
            <a:extLst>
              <a:ext uri="{FF2B5EF4-FFF2-40B4-BE49-F238E27FC236}">
                <a16:creationId xmlns:a16="http://schemas.microsoft.com/office/drawing/2014/main" id="{37A04978-5D2C-BBF1-9C05-C52717619019}"/>
              </a:ext>
            </a:extLst>
          </p:cNvPr>
          <p:cNvSpPr>
            <a:spLocks noGrp="1"/>
          </p:cNvSpPr>
          <p:nvPr>
            <p:ph type="body" sz="quarter" idx="14" hasCustomPrompt="1"/>
          </p:nvPr>
        </p:nvSpPr>
        <p:spPr>
          <a:xfrm>
            <a:off x="8372723" y="2481940"/>
            <a:ext cx="3046391" cy="3759200"/>
          </a:xfrm>
        </p:spPr>
        <p:txBody>
          <a:bodyPr>
            <a:normAutofit/>
          </a:bodyPr>
          <a:lstStyle>
            <a:lvl1pPr marL="342900" indent="-342900">
              <a:spcAft>
                <a:spcPts val="600"/>
              </a:spcAft>
              <a:buFont typeface="+mj-lt"/>
              <a:buAutoNum type="arabicPeriod"/>
              <a:defRPr sz="1800">
                <a:solidFill>
                  <a:schemeClr val="bg1"/>
                </a:solidFill>
              </a:defRPr>
            </a:lvl1pPr>
            <a:lvl2pPr marL="800100" indent="-342900">
              <a:spcAft>
                <a:spcPts val="600"/>
              </a:spcAft>
              <a:buFont typeface="+mj-lt"/>
              <a:buAutoNum type="alphaLcPeriod"/>
              <a:defRPr sz="1800">
                <a:solidFill>
                  <a:schemeClr val="bg1"/>
                </a:solidFill>
              </a:defRPr>
            </a:lvl2pPr>
            <a:lvl3pPr marL="1257300" indent="-342900">
              <a:spcAft>
                <a:spcPts val="600"/>
              </a:spcAft>
              <a:buFont typeface="+mj-lt"/>
              <a:buAutoNum type="arabicParenR"/>
              <a:defRPr sz="1800">
                <a:solidFill>
                  <a:schemeClr val="bg1"/>
                </a:solidFill>
              </a:defRPr>
            </a:lvl3pPr>
            <a:lvl4pPr marL="1714500" indent="-342900">
              <a:spcAft>
                <a:spcPts val="600"/>
              </a:spcAft>
              <a:buFont typeface="+mj-lt"/>
              <a:buAutoNum type="alphaLcParenR"/>
              <a:defRPr sz="1800">
                <a:solidFill>
                  <a:schemeClr val="bg1"/>
                </a:solidFill>
              </a:defRPr>
            </a:lvl4pPr>
            <a:lvl5pPr marL="2171700" indent="-342900">
              <a:spcAft>
                <a:spcPts val="600"/>
              </a:spcAft>
              <a:buFont typeface="+mj-lt"/>
              <a:buAutoNum type="romanLcPeriod"/>
              <a:defRPr sz="1800">
                <a:solidFill>
                  <a:schemeClr val="bg1"/>
                </a:solidFill>
              </a:defRPr>
            </a:lvl5pPr>
          </a:lstStyle>
          <a:p>
            <a:pPr lvl="0"/>
            <a:r>
              <a:rPr lang="en-US"/>
              <a:t>Click to add text </a:t>
            </a:r>
          </a:p>
          <a:p>
            <a:pPr lvl="1"/>
            <a:r>
              <a:rPr lang="en-US"/>
              <a:t>Second level</a:t>
            </a:r>
          </a:p>
          <a:p>
            <a:pPr lvl="2"/>
            <a:r>
              <a:rPr lang="en-US"/>
              <a:t>Third level</a:t>
            </a:r>
          </a:p>
          <a:p>
            <a:pPr lvl="3"/>
            <a:r>
              <a:rPr lang="en-US"/>
              <a:t>Fourth level</a:t>
            </a:r>
          </a:p>
          <a:p>
            <a:pPr lvl="4"/>
            <a:r>
              <a:rPr lang="en-US"/>
              <a:t>Fifth level</a:t>
            </a:r>
          </a:p>
        </p:txBody>
      </p:sp>
      <p:sp>
        <p:nvSpPr>
          <p:cNvPr id="63" name="Date Placeholder 3">
            <a:extLst>
              <a:ext uri="{FF2B5EF4-FFF2-40B4-BE49-F238E27FC236}">
                <a16:creationId xmlns:a16="http://schemas.microsoft.com/office/drawing/2014/main" id="{41C57AEB-9E33-4F77-9F58-DB0D1B978707}"/>
              </a:ext>
            </a:extLst>
          </p:cNvPr>
          <p:cNvSpPr>
            <a:spLocks noGrp="1"/>
          </p:cNvSpPr>
          <p:nvPr>
            <p:ph type="dt" sz="half" idx="10"/>
          </p:nvPr>
        </p:nvSpPr>
        <p:spPr>
          <a:xfrm>
            <a:off x="1554480" y="6353175"/>
            <a:ext cx="1097280" cy="365125"/>
          </a:xfrm>
        </p:spPr>
        <p:txBody>
          <a:bodyPr/>
          <a:lstStyle>
            <a:lvl1pPr>
              <a:defRPr>
                <a:solidFill>
                  <a:schemeClr val="bg1"/>
                </a:solidFill>
              </a:defRPr>
            </a:lvl1pPr>
          </a:lstStyle>
          <a:p>
            <a:r>
              <a:rPr lang="en-US"/>
              <a:t>12/11/2023</a:t>
            </a:r>
          </a:p>
        </p:txBody>
      </p:sp>
      <p:sp>
        <p:nvSpPr>
          <p:cNvPr id="64" name="Footer Placeholder 4">
            <a:extLst>
              <a:ext uri="{FF2B5EF4-FFF2-40B4-BE49-F238E27FC236}">
                <a16:creationId xmlns:a16="http://schemas.microsoft.com/office/drawing/2014/main" id="{182F895D-C48A-41AA-9DE6-43A17B7E019A}"/>
              </a:ext>
            </a:extLst>
          </p:cNvPr>
          <p:cNvSpPr>
            <a:spLocks noGrp="1"/>
          </p:cNvSpPr>
          <p:nvPr>
            <p:ph type="ftr" sz="quarter" idx="11"/>
          </p:nvPr>
        </p:nvSpPr>
        <p:spPr>
          <a:xfrm>
            <a:off x="5744527" y="6350000"/>
            <a:ext cx="2286000" cy="365125"/>
          </a:xfrm>
        </p:spPr>
        <p:txBody>
          <a:bodyPr/>
          <a:lstStyle>
            <a:lvl1pPr>
              <a:defRPr>
                <a:solidFill>
                  <a:schemeClr val="bg1"/>
                </a:solidFill>
              </a:defRPr>
            </a:lvl1pPr>
          </a:lstStyle>
          <a:p>
            <a:r>
              <a:rPr lang="en-US"/>
              <a:t>Presentation title</a:t>
            </a:r>
          </a:p>
        </p:txBody>
      </p:sp>
      <p:sp>
        <p:nvSpPr>
          <p:cNvPr id="65" name="Slide Number Placeholder 5">
            <a:extLst>
              <a:ext uri="{FF2B5EF4-FFF2-40B4-BE49-F238E27FC236}">
                <a16:creationId xmlns:a16="http://schemas.microsoft.com/office/drawing/2014/main" id="{4C15BF58-30D9-4A0E-8506-1CD777B0FC5B}"/>
              </a:ext>
            </a:extLst>
          </p:cNvPr>
          <p:cNvSpPr>
            <a:spLocks noGrp="1"/>
          </p:cNvSpPr>
          <p:nvPr>
            <p:ph type="sldNum" sz="quarter" idx="12"/>
          </p:nvPr>
        </p:nvSpPr>
        <p:spPr>
          <a:xfrm>
            <a:off x="11123295" y="6356350"/>
            <a:ext cx="457200" cy="365125"/>
          </a:xfrm>
        </p:spPr>
        <p:txBody>
          <a:bodyPr/>
          <a:lstStyle>
            <a:lvl1pPr>
              <a:defRPr>
                <a:solidFill>
                  <a:schemeClr val="bg1"/>
                </a:solidFill>
              </a:defRPr>
            </a:lvl1pPr>
          </a:lstStyle>
          <a:p>
            <a:fld id="{B5CEABB6-07DC-46E8-9B57-56EC44A396E5}" type="slidenum">
              <a:rPr lang="en-US" smtClean="0"/>
              <a:pPr/>
              <a:t>‹#›</a:t>
            </a:fld>
            <a:endParaRPr lang="en-US"/>
          </a:p>
        </p:txBody>
      </p:sp>
    </p:spTree>
    <p:extLst>
      <p:ext uri="{BB962C8B-B14F-4D97-AF65-F5344CB8AC3E}">
        <p14:creationId xmlns:p14="http://schemas.microsoft.com/office/powerpoint/2010/main" val="1807368846"/>
      </p:ext>
    </p:extLst>
  </p:cSld>
  <p:clrMapOvr>
    <a:masterClrMapping/>
  </p:clrMapOvr>
  <p:extLst>
    <p:ext uri="{DCECCB84-F9BA-43D5-87BE-67443E8EF086}">
      <p15:sldGuideLst xmlns:p15="http://schemas.microsoft.com/office/powerpoint/2012/main">
        <p15:guide id="1" pos="7392"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abl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E12D1-08AF-45E9-A34A-BDE9E860BAA2}"/>
              </a:ext>
            </a:extLst>
          </p:cNvPr>
          <p:cNvSpPr>
            <a:spLocks noGrp="1"/>
          </p:cNvSpPr>
          <p:nvPr>
            <p:ph type="title" hasCustomPrompt="1"/>
          </p:nvPr>
        </p:nvSpPr>
        <p:spPr>
          <a:xfrm>
            <a:off x="764155" y="896112"/>
            <a:ext cx="10665845" cy="1325563"/>
          </a:xfrm>
        </p:spPr>
        <p:txBody>
          <a:bodyPr anchor="t" anchorCtr="0"/>
          <a:lstStyle>
            <a:lvl1pPr>
              <a:defRPr cap="all" baseline="0">
                <a:solidFill>
                  <a:schemeClr val="accent1"/>
                </a:solidFill>
              </a:defRPr>
            </a:lvl1pPr>
          </a:lstStyle>
          <a:p>
            <a:r>
              <a:rPr lang="en-US"/>
              <a:t>CLICK TO ADD TITLE</a:t>
            </a:r>
          </a:p>
        </p:txBody>
      </p:sp>
      <p:sp>
        <p:nvSpPr>
          <p:cNvPr id="5" name="Table Placeholder 4">
            <a:extLst>
              <a:ext uri="{FF2B5EF4-FFF2-40B4-BE49-F238E27FC236}">
                <a16:creationId xmlns:a16="http://schemas.microsoft.com/office/drawing/2014/main" id="{E06194BC-6453-CA18-2623-B07F3A5D4E92}"/>
              </a:ext>
            </a:extLst>
          </p:cNvPr>
          <p:cNvSpPr>
            <a:spLocks noGrp="1"/>
          </p:cNvSpPr>
          <p:nvPr>
            <p:ph type="tbl" sz="quarter" idx="13" hasCustomPrompt="1"/>
          </p:nvPr>
        </p:nvSpPr>
        <p:spPr>
          <a:xfrm>
            <a:off x="762000" y="2417763"/>
            <a:ext cx="10665845" cy="3678235"/>
          </a:xfrm>
        </p:spPr>
        <p:txBody>
          <a:bodyPr/>
          <a:lstStyle>
            <a:lvl1pPr>
              <a:defRPr/>
            </a:lvl1pPr>
          </a:lstStyle>
          <a:p>
            <a:pPr marL="228600" marR="0" lvl="0" indent="-228600" algn="l" defTabSz="914400" rtl="0" eaLnBrk="1" fontAlgn="auto" latinLnBrk="0" hangingPunct="1">
              <a:lnSpc>
                <a:spcPct val="100000"/>
              </a:lnSpc>
              <a:spcBef>
                <a:spcPts val="0"/>
              </a:spcBef>
              <a:spcAft>
                <a:spcPts val="1200"/>
              </a:spcAft>
              <a:buClrTx/>
              <a:buSzTx/>
              <a:buFont typeface="Arial" panose="020B0604020202020204" pitchFamily="34" charset="0"/>
              <a:buChar char="•"/>
              <a:tabLst/>
              <a:defRPr/>
            </a:pPr>
            <a:r>
              <a:rPr lang="en-US"/>
              <a:t>Click icon to insert table</a:t>
            </a:r>
          </a:p>
          <a:p>
            <a:endParaRPr lang="en-US"/>
          </a:p>
        </p:txBody>
      </p:sp>
      <p:sp>
        <p:nvSpPr>
          <p:cNvPr id="7" name="Rectangle 23">
            <a:extLst>
              <a:ext uri="{FF2B5EF4-FFF2-40B4-BE49-F238E27FC236}">
                <a16:creationId xmlns:a16="http://schemas.microsoft.com/office/drawing/2014/main" id="{AB92D86A-5036-415A-B056-A55CB2E0C2C9}"/>
              </a:ext>
              <a:ext uri="{C183D7F6-B498-43B3-948B-1728B52AA6E4}">
                <adec:decorative xmlns:adec="http://schemas.microsoft.com/office/drawing/2017/decorative" val="1"/>
              </a:ext>
            </a:extLst>
          </p:cNvPr>
          <p:cNvSpPr/>
          <p:nvPr userDrawn="1"/>
        </p:nvSpPr>
        <p:spPr>
          <a:xfrm rot="10800000">
            <a:off x="11177016" y="0"/>
            <a:ext cx="1014984" cy="1014984"/>
          </a:xfrm>
          <a:custGeom>
            <a:avLst/>
            <a:gdLst>
              <a:gd name="connsiteX0" fmla="*/ 0 w 2029968"/>
              <a:gd name="connsiteY0" fmla="*/ 0 h 2029968"/>
              <a:gd name="connsiteX1" fmla="*/ 2029968 w 2029968"/>
              <a:gd name="connsiteY1" fmla="*/ 0 h 2029968"/>
              <a:gd name="connsiteX2" fmla="*/ 2029968 w 2029968"/>
              <a:gd name="connsiteY2" fmla="*/ 2029968 h 2029968"/>
              <a:gd name="connsiteX3" fmla="*/ 0 w 2029968"/>
              <a:gd name="connsiteY3" fmla="*/ 2029968 h 2029968"/>
              <a:gd name="connsiteX4" fmla="*/ 0 w 2029968"/>
              <a:gd name="connsiteY4" fmla="*/ 0 h 2029968"/>
              <a:gd name="connsiteX0" fmla="*/ 0 w 2029968"/>
              <a:gd name="connsiteY0" fmla="*/ 0 h 2029968"/>
              <a:gd name="connsiteX1" fmla="*/ 2029968 w 2029968"/>
              <a:gd name="connsiteY1" fmla="*/ 2029968 h 2029968"/>
              <a:gd name="connsiteX2" fmla="*/ 0 w 2029968"/>
              <a:gd name="connsiteY2" fmla="*/ 2029968 h 2029968"/>
              <a:gd name="connsiteX3" fmla="*/ 0 w 2029968"/>
              <a:gd name="connsiteY3" fmla="*/ 0 h 2029968"/>
            </a:gdLst>
            <a:ahLst/>
            <a:cxnLst>
              <a:cxn ang="0">
                <a:pos x="connsiteX0" y="connsiteY0"/>
              </a:cxn>
              <a:cxn ang="0">
                <a:pos x="connsiteX1" y="connsiteY1"/>
              </a:cxn>
              <a:cxn ang="0">
                <a:pos x="connsiteX2" y="connsiteY2"/>
              </a:cxn>
              <a:cxn ang="0">
                <a:pos x="connsiteX3" y="connsiteY3"/>
              </a:cxn>
            </a:cxnLst>
            <a:rect l="l" t="t" r="r" b="b"/>
            <a:pathLst>
              <a:path w="2029968" h="2029968">
                <a:moveTo>
                  <a:pt x="0" y="0"/>
                </a:moveTo>
                <a:lnTo>
                  <a:pt x="2029968" y="2029968"/>
                </a:lnTo>
                <a:lnTo>
                  <a:pt x="0" y="2029968"/>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Date Placeholder 3">
            <a:extLst>
              <a:ext uri="{FF2B5EF4-FFF2-40B4-BE49-F238E27FC236}">
                <a16:creationId xmlns:a16="http://schemas.microsoft.com/office/drawing/2014/main" id="{D3A465A0-88AA-B50B-92D8-3A54928329FB}"/>
              </a:ext>
            </a:extLst>
          </p:cNvPr>
          <p:cNvSpPr>
            <a:spLocks noGrp="1"/>
          </p:cNvSpPr>
          <p:nvPr>
            <p:ph type="dt" sz="half" idx="10"/>
          </p:nvPr>
        </p:nvSpPr>
        <p:spPr>
          <a:xfrm>
            <a:off x="767443" y="6353175"/>
            <a:ext cx="1097280" cy="365125"/>
          </a:xfrm>
        </p:spPr>
        <p:txBody>
          <a:bodyPr/>
          <a:lstStyle>
            <a:lvl1pPr>
              <a:defRPr>
                <a:solidFill>
                  <a:schemeClr val="tx1"/>
                </a:solidFill>
              </a:defRPr>
            </a:lvl1pPr>
          </a:lstStyle>
          <a:p>
            <a:r>
              <a:rPr lang="en-US"/>
              <a:t>12/11/2023</a:t>
            </a:r>
          </a:p>
        </p:txBody>
      </p:sp>
      <p:sp>
        <p:nvSpPr>
          <p:cNvPr id="4" name="Footer Placeholder 4">
            <a:extLst>
              <a:ext uri="{FF2B5EF4-FFF2-40B4-BE49-F238E27FC236}">
                <a16:creationId xmlns:a16="http://schemas.microsoft.com/office/drawing/2014/main" id="{6195F626-7C08-9907-6A85-922BE6AA0EF5}"/>
              </a:ext>
            </a:extLst>
          </p:cNvPr>
          <p:cNvSpPr>
            <a:spLocks noGrp="1"/>
          </p:cNvSpPr>
          <p:nvPr>
            <p:ph type="ftr" sz="quarter" idx="11"/>
          </p:nvPr>
        </p:nvSpPr>
        <p:spPr>
          <a:xfrm>
            <a:off x="5273449" y="6350000"/>
            <a:ext cx="2286000" cy="365125"/>
          </a:xfrm>
        </p:spPr>
        <p:txBody>
          <a:bodyPr/>
          <a:lstStyle>
            <a:lvl1pPr>
              <a:defRPr>
                <a:solidFill>
                  <a:schemeClr val="tx1"/>
                </a:solidFill>
              </a:defRPr>
            </a:lvl1pPr>
          </a:lstStyle>
          <a:p>
            <a:r>
              <a:rPr lang="en-US"/>
              <a:t>Presentation title</a:t>
            </a:r>
          </a:p>
        </p:txBody>
      </p:sp>
      <p:sp>
        <p:nvSpPr>
          <p:cNvPr id="6" name="Slide Number Placeholder 5">
            <a:extLst>
              <a:ext uri="{FF2B5EF4-FFF2-40B4-BE49-F238E27FC236}">
                <a16:creationId xmlns:a16="http://schemas.microsoft.com/office/drawing/2014/main" id="{7BBAD34A-4F3F-C89B-BBBC-E7740F414D13}"/>
              </a:ext>
            </a:extLst>
          </p:cNvPr>
          <p:cNvSpPr>
            <a:spLocks noGrp="1"/>
          </p:cNvSpPr>
          <p:nvPr>
            <p:ph type="sldNum" sz="quarter" idx="12"/>
          </p:nvPr>
        </p:nvSpPr>
        <p:spPr>
          <a:xfrm>
            <a:off x="10968175" y="6356350"/>
            <a:ext cx="457200" cy="365125"/>
          </a:xfrm>
        </p:spPr>
        <p:txBody>
          <a:bodyPr/>
          <a:lstStyle>
            <a:lvl1pPr>
              <a:defRPr>
                <a:solidFill>
                  <a:schemeClr val="tx1"/>
                </a:solidFill>
              </a:defRPr>
            </a:lvl1pPr>
          </a:lstStyle>
          <a:p>
            <a:fld id="{B5CEABB6-07DC-46E8-9B57-56EC44A396E5}" type="slidenum">
              <a:rPr lang="en-US" smtClean="0"/>
              <a:pPr/>
              <a:t>‹#›</a:t>
            </a:fld>
            <a:endParaRPr lang="en-US"/>
          </a:p>
        </p:txBody>
      </p:sp>
    </p:spTree>
    <p:extLst>
      <p:ext uri="{BB962C8B-B14F-4D97-AF65-F5344CB8AC3E}">
        <p14:creationId xmlns:p14="http://schemas.microsoft.com/office/powerpoint/2010/main" val="352374800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Content 2">
    <p:bg>
      <p:bgPr>
        <a:solidFill>
          <a:schemeClr val="accent2"/>
        </a:soli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211C2927-0A13-DC57-A83B-B8DB787A48CF}"/>
              </a:ext>
              <a:ext uri="{C183D7F6-B498-43B3-948B-1728B52AA6E4}">
                <adec:decorative xmlns:adec="http://schemas.microsoft.com/office/drawing/2017/decorative" val="1"/>
              </a:ext>
            </a:extLst>
          </p:cNvPr>
          <p:cNvGrpSpPr/>
          <p:nvPr userDrawn="1"/>
        </p:nvGrpSpPr>
        <p:grpSpPr>
          <a:xfrm>
            <a:off x="0" y="0"/>
            <a:ext cx="6843092" cy="6858000"/>
            <a:chOff x="0" y="0"/>
            <a:chExt cx="6843092" cy="6858000"/>
          </a:xfrm>
        </p:grpSpPr>
        <p:sp>
          <p:nvSpPr>
            <p:cNvPr id="344" name="Rectangle 343">
              <a:extLst>
                <a:ext uri="{FF2B5EF4-FFF2-40B4-BE49-F238E27FC236}">
                  <a16:creationId xmlns:a16="http://schemas.microsoft.com/office/drawing/2014/main" id="{0685D98A-CA5A-4C48-9AEB-4C1A201237A1}"/>
                </a:ext>
              </a:extLst>
            </p:cNvPr>
            <p:cNvSpPr/>
            <p:nvPr userDrawn="1"/>
          </p:nvSpPr>
          <p:spPr>
            <a:xfrm>
              <a:off x="2021206" y="4828032"/>
              <a:ext cx="2029968" cy="202996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1F97041-3EE3-4F17-990B-3AC264934EF0}"/>
                </a:ext>
              </a:extLst>
            </p:cNvPr>
            <p:cNvSpPr/>
            <p:nvPr userDrawn="1"/>
          </p:nvSpPr>
          <p:spPr>
            <a:xfrm>
              <a:off x="0" y="0"/>
              <a:ext cx="2029968" cy="2029968"/>
            </a:xfrm>
            <a:custGeom>
              <a:avLst/>
              <a:gdLst>
                <a:gd name="connsiteX0" fmla="*/ 0 w 1828800"/>
                <a:gd name="connsiteY0" fmla="*/ 0 h 1828800"/>
                <a:gd name="connsiteX1" fmla="*/ 1828800 w 1828800"/>
                <a:gd name="connsiteY1" fmla="*/ 0 h 1828800"/>
                <a:gd name="connsiteX2" fmla="*/ 1828800 w 1828800"/>
                <a:gd name="connsiteY2" fmla="*/ 1828800 h 1828800"/>
                <a:gd name="connsiteX3" fmla="*/ 0 w 1828800"/>
                <a:gd name="connsiteY3" fmla="*/ 1828800 h 1828800"/>
                <a:gd name="connsiteX4" fmla="*/ 0 w 1828800"/>
                <a:gd name="connsiteY4" fmla="*/ 0 h 1828800"/>
                <a:gd name="connsiteX0" fmla="*/ 0 w 1828800"/>
                <a:gd name="connsiteY0" fmla="*/ 0 h 1828800"/>
                <a:gd name="connsiteX1" fmla="*/ 1828800 w 1828800"/>
                <a:gd name="connsiteY1" fmla="*/ 1828800 h 1828800"/>
                <a:gd name="connsiteX2" fmla="*/ 0 w 1828800"/>
                <a:gd name="connsiteY2" fmla="*/ 1828800 h 1828800"/>
                <a:gd name="connsiteX3" fmla="*/ 0 w 1828800"/>
                <a:gd name="connsiteY3" fmla="*/ 0 h 1828800"/>
              </a:gdLst>
              <a:ahLst/>
              <a:cxnLst>
                <a:cxn ang="0">
                  <a:pos x="connsiteX0" y="connsiteY0"/>
                </a:cxn>
                <a:cxn ang="0">
                  <a:pos x="connsiteX1" y="connsiteY1"/>
                </a:cxn>
                <a:cxn ang="0">
                  <a:pos x="connsiteX2" y="connsiteY2"/>
                </a:cxn>
                <a:cxn ang="0">
                  <a:pos x="connsiteX3" y="connsiteY3"/>
                </a:cxn>
              </a:cxnLst>
              <a:rect l="l" t="t" r="r" b="b"/>
              <a:pathLst>
                <a:path w="1828800" h="1828800">
                  <a:moveTo>
                    <a:pt x="0" y="0"/>
                  </a:moveTo>
                  <a:lnTo>
                    <a:pt x="1828800" y="1828800"/>
                  </a:lnTo>
                  <a:lnTo>
                    <a:pt x="0" y="1828800"/>
                  </a:lnTo>
                  <a:lnTo>
                    <a:pt x="0" y="0"/>
                  </a:lnTo>
                  <a:close/>
                </a:path>
              </a:pathLst>
            </a:cu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51DA30E2-82DB-4AA1-B134-9482F5CD7689}"/>
                </a:ext>
              </a:extLst>
            </p:cNvPr>
            <p:cNvSpPr/>
            <p:nvPr userDrawn="1"/>
          </p:nvSpPr>
          <p:spPr>
            <a:xfrm>
              <a:off x="2457970" y="1686431"/>
              <a:ext cx="1828800" cy="18288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5502070B-3F7D-436A-849C-FB64175E8B45}"/>
                </a:ext>
              </a:extLst>
            </p:cNvPr>
            <p:cNvSpPr/>
            <p:nvPr userDrawn="1"/>
          </p:nvSpPr>
          <p:spPr>
            <a:xfrm>
              <a:off x="0" y="6108192"/>
              <a:ext cx="2029968" cy="74980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9">
              <a:extLst>
                <a:ext uri="{FF2B5EF4-FFF2-40B4-BE49-F238E27FC236}">
                  <a16:creationId xmlns:a16="http://schemas.microsoft.com/office/drawing/2014/main" id="{675AAC8A-F8AB-44A3-9748-96464E9E0B6B}"/>
                </a:ext>
              </a:extLst>
            </p:cNvPr>
            <p:cNvSpPr/>
            <p:nvPr userDrawn="1"/>
          </p:nvSpPr>
          <p:spPr>
            <a:xfrm>
              <a:off x="4054172" y="4069080"/>
              <a:ext cx="2788920" cy="2788920"/>
            </a:xfrm>
            <a:custGeom>
              <a:avLst/>
              <a:gdLst>
                <a:gd name="connsiteX0" fmla="*/ 0 w 1828800"/>
                <a:gd name="connsiteY0" fmla="*/ 0 h 1828800"/>
                <a:gd name="connsiteX1" fmla="*/ 1828800 w 1828800"/>
                <a:gd name="connsiteY1" fmla="*/ 0 h 1828800"/>
                <a:gd name="connsiteX2" fmla="*/ 1828800 w 1828800"/>
                <a:gd name="connsiteY2" fmla="*/ 1828800 h 1828800"/>
                <a:gd name="connsiteX3" fmla="*/ 0 w 1828800"/>
                <a:gd name="connsiteY3" fmla="*/ 1828800 h 1828800"/>
                <a:gd name="connsiteX4" fmla="*/ 0 w 1828800"/>
                <a:gd name="connsiteY4" fmla="*/ 0 h 1828800"/>
                <a:gd name="connsiteX0" fmla="*/ 0 w 1828800"/>
                <a:gd name="connsiteY0" fmla="*/ 0 h 1828800"/>
                <a:gd name="connsiteX1" fmla="*/ 1828800 w 1828800"/>
                <a:gd name="connsiteY1" fmla="*/ 1828800 h 1828800"/>
                <a:gd name="connsiteX2" fmla="*/ 0 w 1828800"/>
                <a:gd name="connsiteY2" fmla="*/ 1828800 h 1828800"/>
                <a:gd name="connsiteX3" fmla="*/ 0 w 1828800"/>
                <a:gd name="connsiteY3" fmla="*/ 0 h 1828800"/>
              </a:gdLst>
              <a:ahLst/>
              <a:cxnLst>
                <a:cxn ang="0">
                  <a:pos x="connsiteX0" y="connsiteY0"/>
                </a:cxn>
                <a:cxn ang="0">
                  <a:pos x="connsiteX1" y="connsiteY1"/>
                </a:cxn>
                <a:cxn ang="0">
                  <a:pos x="connsiteX2" y="connsiteY2"/>
                </a:cxn>
                <a:cxn ang="0">
                  <a:pos x="connsiteX3" y="connsiteY3"/>
                </a:cxn>
              </a:cxnLst>
              <a:rect l="l" t="t" r="r" b="b"/>
              <a:pathLst>
                <a:path w="1828800" h="1828800">
                  <a:moveTo>
                    <a:pt x="0" y="0"/>
                  </a:moveTo>
                  <a:lnTo>
                    <a:pt x="1828800" y="1828800"/>
                  </a:lnTo>
                  <a:lnTo>
                    <a:pt x="0" y="1828800"/>
                  </a:ln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6" name="Group 115">
              <a:extLst>
                <a:ext uri="{FF2B5EF4-FFF2-40B4-BE49-F238E27FC236}">
                  <a16:creationId xmlns:a16="http://schemas.microsoft.com/office/drawing/2014/main" id="{AC3F6810-4D95-4C6E-A30A-459BAD7510FE}"/>
                </a:ext>
              </a:extLst>
            </p:cNvPr>
            <p:cNvGrpSpPr/>
            <p:nvPr userDrawn="1"/>
          </p:nvGrpSpPr>
          <p:grpSpPr>
            <a:xfrm>
              <a:off x="23853" y="2101527"/>
              <a:ext cx="1920240" cy="1920240"/>
              <a:chOff x="5361924" y="7472790"/>
              <a:chExt cx="1828800" cy="1828800"/>
            </a:xfrm>
          </p:grpSpPr>
          <p:grpSp>
            <p:nvGrpSpPr>
              <p:cNvPr id="115" name="Group 114">
                <a:extLst>
                  <a:ext uri="{FF2B5EF4-FFF2-40B4-BE49-F238E27FC236}">
                    <a16:creationId xmlns:a16="http://schemas.microsoft.com/office/drawing/2014/main" id="{81973B3A-7185-45FB-A2E6-A7BDE6414DF3}"/>
                  </a:ext>
                </a:extLst>
              </p:cNvPr>
              <p:cNvGrpSpPr/>
              <p:nvPr userDrawn="1"/>
            </p:nvGrpSpPr>
            <p:grpSpPr>
              <a:xfrm>
                <a:off x="5361924" y="7472790"/>
                <a:ext cx="1828800" cy="1828800"/>
                <a:chOff x="5361924" y="7472790"/>
                <a:chExt cx="1828800" cy="1828800"/>
              </a:xfrm>
            </p:grpSpPr>
            <p:grpSp>
              <p:nvGrpSpPr>
                <p:cNvPr id="99" name="Group 98">
                  <a:extLst>
                    <a:ext uri="{FF2B5EF4-FFF2-40B4-BE49-F238E27FC236}">
                      <a16:creationId xmlns:a16="http://schemas.microsoft.com/office/drawing/2014/main" id="{DACFFF66-0600-406E-AF42-9FD8E8EDB397}"/>
                    </a:ext>
                  </a:extLst>
                </p:cNvPr>
                <p:cNvGrpSpPr/>
                <p:nvPr userDrawn="1"/>
              </p:nvGrpSpPr>
              <p:grpSpPr>
                <a:xfrm>
                  <a:off x="5361924" y="7472790"/>
                  <a:ext cx="1828800" cy="1828800"/>
                  <a:chOff x="5388428" y="7173291"/>
                  <a:chExt cx="1828800" cy="1828800"/>
                </a:xfrm>
              </p:grpSpPr>
              <p:grpSp>
                <p:nvGrpSpPr>
                  <p:cNvPr id="96" name="Group 95">
                    <a:extLst>
                      <a:ext uri="{FF2B5EF4-FFF2-40B4-BE49-F238E27FC236}">
                        <a16:creationId xmlns:a16="http://schemas.microsoft.com/office/drawing/2014/main" id="{9411687D-2631-487B-AEAB-39750C9E52BF}"/>
                      </a:ext>
                    </a:extLst>
                  </p:cNvPr>
                  <p:cNvGrpSpPr/>
                  <p:nvPr userDrawn="1"/>
                </p:nvGrpSpPr>
                <p:grpSpPr>
                  <a:xfrm>
                    <a:off x="5388428" y="7173291"/>
                    <a:ext cx="1828800" cy="1828800"/>
                    <a:chOff x="5388428" y="7173291"/>
                    <a:chExt cx="1828800" cy="1828800"/>
                  </a:xfrm>
                </p:grpSpPr>
                <p:grpSp>
                  <p:nvGrpSpPr>
                    <p:cNvPr id="90" name="Group 89">
                      <a:extLst>
                        <a:ext uri="{FF2B5EF4-FFF2-40B4-BE49-F238E27FC236}">
                          <a16:creationId xmlns:a16="http://schemas.microsoft.com/office/drawing/2014/main" id="{4BDDEAF6-0726-4BF4-96D7-EBA489ABF3E5}"/>
                        </a:ext>
                      </a:extLst>
                    </p:cNvPr>
                    <p:cNvGrpSpPr/>
                    <p:nvPr userDrawn="1"/>
                  </p:nvGrpSpPr>
                  <p:grpSpPr>
                    <a:xfrm>
                      <a:off x="5388428" y="7173291"/>
                      <a:ext cx="1828800" cy="1828800"/>
                      <a:chOff x="5579044" y="7049770"/>
                      <a:chExt cx="1828800" cy="1828800"/>
                    </a:xfrm>
                  </p:grpSpPr>
                  <p:grpSp>
                    <p:nvGrpSpPr>
                      <p:cNvPr id="89" name="Group 88">
                        <a:extLst>
                          <a:ext uri="{FF2B5EF4-FFF2-40B4-BE49-F238E27FC236}">
                            <a16:creationId xmlns:a16="http://schemas.microsoft.com/office/drawing/2014/main" id="{F80BBFBA-D0FB-4E20-8981-F569A2A0B678}"/>
                          </a:ext>
                        </a:extLst>
                      </p:cNvPr>
                      <p:cNvGrpSpPr/>
                      <p:nvPr userDrawn="1"/>
                    </p:nvGrpSpPr>
                    <p:grpSpPr>
                      <a:xfrm>
                        <a:off x="5579044" y="7049770"/>
                        <a:ext cx="1828800" cy="1828800"/>
                        <a:chOff x="5579044" y="7049770"/>
                        <a:chExt cx="1828800" cy="1828800"/>
                      </a:xfrm>
                    </p:grpSpPr>
                    <p:grpSp>
                      <p:nvGrpSpPr>
                        <p:cNvPr id="86" name="Group 85">
                          <a:extLst>
                            <a:ext uri="{FF2B5EF4-FFF2-40B4-BE49-F238E27FC236}">
                              <a16:creationId xmlns:a16="http://schemas.microsoft.com/office/drawing/2014/main" id="{6B3BCF7C-4204-4B1A-8371-96E859FC8425}"/>
                            </a:ext>
                          </a:extLst>
                        </p:cNvPr>
                        <p:cNvGrpSpPr/>
                        <p:nvPr userDrawn="1"/>
                      </p:nvGrpSpPr>
                      <p:grpSpPr>
                        <a:xfrm>
                          <a:off x="5579044" y="7049770"/>
                          <a:ext cx="1828800" cy="1828800"/>
                          <a:chOff x="5579044" y="7049770"/>
                          <a:chExt cx="1828800" cy="1828800"/>
                        </a:xfrm>
                      </p:grpSpPr>
                      <p:grpSp>
                        <p:nvGrpSpPr>
                          <p:cNvPr id="83" name="Group 82">
                            <a:extLst>
                              <a:ext uri="{FF2B5EF4-FFF2-40B4-BE49-F238E27FC236}">
                                <a16:creationId xmlns:a16="http://schemas.microsoft.com/office/drawing/2014/main" id="{31CF95CD-48BB-4659-870A-21584266D83F}"/>
                              </a:ext>
                            </a:extLst>
                          </p:cNvPr>
                          <p:cNvGrpSpPr/>
                          <p:nvPr userDrawn="1"/>
                        </p:nvGrpSpPr>
                        <p:grpSpPr>
                          <a:xfrm>
                            <a:off x="5579044" y="7049770"/>
                            <a:ext cx="1828800" cy="1828800"/>
                            <a:chOff x="5579044" y="7049770"/>
                            <a:chExt cx="1828800" cy="1828800"/>
                          </a:xfrm>
                        </p:grpSpPr>
                        <p:sp>
                          <p:nvSpPr>
                            <p:cNvPr id="78" name="Oval 77">
                              <a:extLst>
                                <a:ext uri="{FF2B5EF4-FFF2-40B4-BE49-F238E27FC236}">
                                  <a16:creationId xmlns:a16="http://schemas.microsoft.com/office/drawing/2014/main" id="{871E1954-F3FD-427D-8FFA-F28839673545}"/>
                                </a:ext>
                              </a:extLst>
                            </p:cNvPr>
                            <p:cNvSpPr/>
                            <p:nvPr userDrawn="1"/>
                          </p:nvSpPr>
                          <p:spPr>
                            <a:xfrm>
                              <a:off x="5579044" y="7049770"/>
                              <a:ext cx="1828800" cy="182880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80" name="Oval 79">
                              <a:extLst>
                                <a:ext uri="{FF2B5EF4-FFF2-40B4-BE49-F238E27FC236}">
                                  <a16:creationId xmlns:a16="http://schemas.microsoft.com/office/drawing/2014/main" id="{B655BD1D-8AE2-43E7-B1D4-17923D0E0171}"/>
                                </a:ext>
                              </a:extLst>
                            </p:cNvPr>
                            <p:cNvSpPr/>
                            <p:nvPr userDrawn="1"/>
                          </p:nvSpPr>
                          <p:spPr>
                            <a:xfrm>
                              <a:off x="5647624" y="7118350"/>
                              <a:ext cx="1691640" cy="169164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82" name="Oval 81">
                            <a:extLst>
                              <a:ext uri="{FF2B5EF4-FFF2-40B4-BE49-F238E27FC236}">
                                <a16:creationId xmlns:a16="http://schemas.microsoft.com/office/drawing/2014/main" id="{9F92C461-5E10-49F3-B4F0-F320512C0756}"/>
                              </a:ext>
                            </a:extLst>
                          </p:cNvPr>
                          <p:cNvSpPr/>
                          <p:nvPr userDrawn="1"/>
                        </p:nvSpPr>
                        <p:spPr>
                          <a:xfrm>
                            <a:off x="5716204" y="7186930"/>
                            <a:ext cx="1554480" cy="155448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85" name="Oval 84">
                          <a:extLst>
                            <a:ext uri="{FF2B5EF4-FFF2-40B4-BE49-F238E27FC236}">
                              <a16:creationId xmlns:a16="http://schemas.microsoft.com/office/drawing/2014/main" id="{A6D57951-375C-41E9-BF45-DFC40F8E0A1A}"/>
                            </a:ext>
                          </a:extLst>
                        </p:cNvPr>
                        <p:cNvSpPr/>
                        <p:nvPr userDrawn="1"/>
                      </p:nvSpPr>
                      <p:spPr>
                        <a:xfrm>
                          <a:off x="5784784" y="7255510"/>
                          <a:ext cx="1417320" cy="141732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88" name="Oval 87">
                        <a:extLst>
                          <a:ext uri="{FF2B5EF4-FFF2-40B4-BE49-F238E27FC236}">
                            <a16:creationId xmlns:a16="http://schemas.microsoft.com/office/drawing/2014/main" id="{E4A4216D-DF9B-4DD9-989C-1F4040F3F4F7}"/>
                          </a:ext>
                        </a:extLst>
                      </p:cNvPr>
                      <p:cNvSpPr/>
                      <p:nvPr userDrawn="1"/>
                    </p:nvSpPr>
                    <p:spPr>
                      <a:xfrm>
                        <a:off x="5853364" y="7324090"/>
                        <a:ext cx="1280160" cy="128016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92" name="Oval 91">
                      <a:extLst>
                        <a:ext uri="{FF2B5EF4-FFF2-40B4-BE49-F238E27FC236}">
                          <a16:creationId xmlns:a16="http://schemas.microsoft.com/office/drawing/2014/main" id="{3DCCC81D-9EE7-47A8-8A4C-74B5E047A336}"/>
                        </a:ext>
                      </a:extLst>
                    </p:cNvPr>
                    <p:cNvSpPr/>
                    <p:nvPr userDrawn="1"/>
                  </p:nvSpPr>
                  <p:spPr>
                    <a:xfrm>
                      <a:off x="5731328" y="7516191"/>
                      <a:ext cx="1143000" cy="114300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95" name="Oval 94">
                    <a:extLst>
                      <a:ext uri="{FF2B5EF4-FFF2-40B4-BE49-F238E27FC236}">
                        <a16:creationId xmlns:a16="http://schemas.microsoft.com/office/drawing/2014/main" id="{9985F9FD-CFFB-417E-A560-28BD7BC7EE86}"/>
                      </a:ext>
                    </a:extLst>
                  </p:cNvPr>
                  <p:cNvSpPr/>
                  <p:nvPr userDrawn="1"/>
                </p:nvSpPr>
                <p:spPr>
                  <a:xfrm>
                    <a:off x="5799908" y="7584771"/>
                    <a:ext cx="1005840" cy="100584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98" name="Oval 97">
                  <a:extLst>
                    <a:ext uri="{FF2B5EF4-FFF2-40B4-BE49-F238E27FC236}">
                      <a16:creationId xmlns:a16="http://schemas.microsoft.com/office/drawing/2014/main" id="{9A923F7B-7D75-4E04-AE62-D5B99F645756}"/>
                    </a:ext>
                  </a:extLst>
                </p:cNvPr>
                <p:cNvSpPr/>
                <p:nvPr userDrawn="1"/>
              </p:nvSpPr>
              <p:spPr>
                <a:xfrm>
                  <a:off x="5841984" y="7952850"/>
                  <a:ext cx="868680" cy="86868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02" name="Oval 101">
                  <a:extLst>
                    <a:ext uri="{FF2B5EF4-FFF2-40B4-BE49-F238E27FC236}">
                      <a16:creationId xmlns:a16="http://schemas.microsoft.com/office/drawing/2014/main" id="{F0239D2C-73EF-42E3-B73F-E69B7C27F65B}"/>
                    </a:ext>
                  </a:extLst>
                </p:cNvPr>
                <p:cNvSpPr/>
                <p:nvPr userDrawn="1"/>
              </p:nvSpPr>
              <p:spPr>
                <a:xfrm>
                  <a:off x="5910564" y="8021430"/>
                  <a:ext cx="731520" cy="73152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05" name="Oval 104">
                  <a:extLst>
                    <a:ext uri="{FF2B5EF4-FFF2-40B4-BE49-F238E27FC236}">
                      <a16:creationId xmlns:a16="http://schemas.microsoft.com/office/drawing/2014/main" id="{59BA1C3D-ADED-4596-8A9D-3DEC7E848945}"/>
                    </a:ext>
                  </a:extLst>
                </p:cNvPr>
                <p:cNvSpPr/>
                <p:nvPr userDrawn="1"/>
              </p:nvSpPr>
              <p:spPr>
                <a:xfrm>
                  <a:off x="5979144" y="8090010"/>
                  <a:ext cx="594360" cy="59436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08" name="Oval 107">
                  <a:extLst>
                    <a:ext uri="{FF2B5EF4-FFF2-40B4-BE49-F238E27FC236}">
                      <a16:creationId xmlns:a16="http://schemas.microsoft.com/office/drawing/2014/main" id="{015F2BFA-6803-42A0-A870-794B120EF574}"/>
                    </a:ext>
                  </a:extLst>
                </p:cNvPr>
                <p:cNvSpPr/>
                <p:nvPr userDrawn="1"/>
              </p:nvSpPr>
              <p:spPr>
                <a:xfrm>
                  <a:off x="6047724" y="8158590"/>
                  <a:ext cx="457200" cy="45720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sp>
              <p:nvSpPr>
                <p:cNvPr id="110" name="Oval 109">
                  <a:extLst>
                    <a:ext uri="{FF2B5EF4-FFF2-40B4-BE49-F238E27FC236}">
                      <a16:creationId xmlns:a16="http://schemas.microsoft.com/office/drawing/2014/main" id="{E09A173D-9FE5-446C-B59E-5D7C0A00BF6C}"/>
                    </a:ext>
                  </a:extLst>
                </p:cNvPr>
                <p:cNvSpPr/>
                <p:nvPr userDrawn="1"/>
              </p:nvSpPr>
              <p:spPr>
                <a:xfrm>
                  <a:off x="6116304" y="8227170"/>
                  <a:ext cx="320040" cy="32004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113" name="Oval 112">
                <a:extLst>
                  <a:ext uri="{FF2B5EF4-FFF2-40B4-BE49-F238E27FC236}">
                    <a16:creationId xmlns:a16="http://schemas.microsoft.com/office/drawing/2014/main" id="{974C3792-995F-4717-8C8B-089BBA7DE9C7}"/>
                  </a:ext>
                </a:extLst>
              </p:cNvPr>
              <p:cNvSpPr/>
              <p:nvPr userDrawn="1"/>
            </p:nvSpPr>
            <p:spPr>
              <a:xfrm>
                <a:off x="6184884" y="8295750"/>
                <a:ext cx="182880" cy="182880"/>
              </a:xfrm>
              <a:prstGeom prst="ellipse">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 </a:t>
                </a:r>
              </a:p>
            </p:txBody>
          </p:sp>
        </p:grpSp>
        <p:sp>
          <p:nvSpPr>
            <p:cNvPr id="23" name="Freeform: Shape 22">
              <a:extLst>
                <a:ext uri="{FF2B5EF4-FFF2-40B4-BE49-F238E27FC236}">
                  <a16:creationId xmlns:a16="http://schemas.microsoft.com/office/drawing/2014/main" id="{C8FD950B-0E2B-4905-8DE9-195E24B2ABE7}"/>
                </a:ext>
              </a:extLst>
            </p:cNvPr>
            <p:cNvSpPr/>
            <p:nvPr userDrawn="1"/>
          </p:nvSpPr>
          <p:spPr>
            <a:xfrm rot="10800000">
              <a:off x="1013527" y="2043171"/>
              <a:ext cx="1014984" cy="2029968"/>
            </a:xfrm>
            <a:custGeom>
              <a:avLst/>
              <a:gdLst>
                <a:gd name="connsiteX0" fmla="*/ 1248 w 915648"/>
                <a:gd name="connsiteY0" fmla="*/ 0 h 1828800"/>
                <a:gd name="connsiteX1" fmla="*/ 915648 w 915648"/>
                <a:gd name="connsiteY1" fmla="*/ 914400 h 1828800"/>
                <a:gd name="connsiteX2" fmla="*/ 1248 w 915648"/>
                <a:gd name="connsiteY2" fmla="*/ 1828800 h 1828800"/>
                <a:gd name="connsiteX3" fmla="*/ 0 w 915648"/>
                <a:gd name="connsiteY3" fmla="*/ 1828737 h 1828800"/>
                <a:gd name="connsiteX4" fmla="*/ 0 w 915648"/>
                <a:gd name="connsiteY4" fmla="*/ 63 h 1828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5648" h="1828800">
                  <a:moveTo>
                    <a:pt x="1248" y="0"/>
                  </a:moveTo>
                  <a:cubicBezTo>
                    <a:pt x="506257" y="0"/>
                    <a:pt x="915648" y="409391"/>
                    <a:pt x="915648" y="914400"/>
                  </a:cubicBezTo>
                  <a:cubicBezTo>
                    <a:pt x="915648" y="1419409"/>
                    <a:pt x="506257" y="1828800"/>
                    <a:pt x="1248" y="1828800"/>
                  </a:cubicBezTo>
                  <a:lnTo>
                    <a:pt x="0" y="1828737"/>
                  </a:lnTo>
                  <a:lnTo>
                    <a:pt x="0" y="63"/>
                  </a:lnTo>
                  <a:close/>
                </a:path>
              </a:pathLst>
            </a:cu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8" name="Rectangle 9">
              <a:extLst>
                <a:ext uri="{FF2B5EF4-FFF2-40B4-BE49-F238E27FC236}">
                  <a16:creationId xmlns:a16="http://schemas.microsoft.com/office/drawing/2014/main" id="{D0B57759-E007-4FD0-9C6B-356DC53050C4}"/>
                </a:ext>
              </a:extLst>
            </p:cNvPr>
            <p:cNvSpPr/>
            <p:nvPr userDrawn="1"/>
          </p:nvSpPr>
          <p:spPr>
            <a:xfrm rot="5400000">
              <a:off x="2028432" y="4821048"/>
              <a:ext cx="2029968" cy="2029968"/>
            </a:xfrm>
            <a:custGeom>
              <a:avLst/>
              <a:gdLst>
                <a:gd name="connsiteX0" fmla="*/ 0 w 1828800"/>
                <a:gd name="connsiteY0" fmla="*/ 0 h 1828800"/>
                <a:gd name="connsiteX1" fmla="*/ 1828800 w 1828800"/>
                <a:gd name="connsiteY1" fmla="*/ 0 h 1828800"/>
                <a:gd name="connsiteX2" fmla="*/ 1828800 w 1828800"/>
                <a:gd name="connsiteY2" fmla="*/ 1828800 h 1828800"/>
                <a:gd name="connsiteX3" fmla="*/ 0 w 1828800"/>
                <a:gd name="connsiteY3" fmla="*/ 1828800 h 1828800"/>
                <a:gd name="connsiteX4" fmla="*/ 0 w 1828800"/>
                <a:gd name="connsiteY4" fmla="*/ 0 h 1828800"/>
                <a:gd name="connsiteX0" fmla="*/ 0 w 1828800"/>
                <a:gd name="connsiteY0" fmla="*/ 0 h 1828800"/>
                <a:gd name="connsiteX1" fmla="*/ 1828800 w 1828800"/>
                <a:gd name="connsiteY1" fmla="*/ 1828800 h 1828800"/>
                <a:gd name="connsiteX2" fmla="*/ 0 w 1828800"/>
                <a:gd name="connsiteY2" fmla="*/ 1828800 h 1828800"/>
                <a:gd name="connsiteX3" fmla="*/ 0 w 1828800"/>
                <a:gd name="connsiteY3" fmla="*/ 0 h 1828800"/>
              </a:gdLst>
              <a:ahLst/>
              <a:cxnLst>
                <a:cxn ang="0">
                  <a:pos x="connsiteX0" y="connsiteY0"/>
                </a:cxn>
                <a:cxn ang="0">
                  <a:pos x="connsiteX1" y="connsiteY1"/>
                </a:cxn>
                <a:cxn ang="0">
                  <a:pos x="connsiteX2" y="connsiteY2"/>
                </a:cxn>
                <a:cxn ang="0">
                  <a:pos x="connsiteX3" y="connsiteY3"/>
                </a:cxn>
              </a:cxnLst>
              <a:rect l="l" t="t" r="r" b="b"/>
              <a:pathLst>
                <a:path w="1828800" h="1828800">
                  <a:moveTo>
                    <a:pt x="0" y="0"/>
                  </a:moveTo>
                  <a:lnTo>
                    <a:pt x="1828800" y="1828800"/>
                  </a:lnTo>
                  <a:lnTo>
                    <a:pt x="0" y="1828800"/>
                  </a:lnTo>
                  <a:lnTo>
                    <a:pt x="0" y="0"/>
                  </a:ln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5" name="Oval 174">
              <a:extLst>
                <a:ext uri="{FF2B5EF4-FFF2-40B4-BE49-F238E27FC236}">
                  <a16:creationId xmlns:a16="http://schemas.microsoft.com/office/drawing/2014/main" id="{273C520A-0126-47DA-A75B-1A38883907A2}"/>
                </a:ext>
              </a:extLst>
            </p:cNvPr>
            <p:cNvSpPr/>
            <p:nvPr userDrawn="1"/>
          </p:nvSpPr>
          <p:spPr>
            <a:xfrm>
              <a:off x="861942" y="888111"/>
              <a:ext cx="274320" cy="2743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1" name="Rectangle 290">
              <a:extLst>
                <a:ext uri="{FF2B5EF4-FFF2-40B4-BE49-F238E27FC236}">
                  <a16:creationId xmlns:a16="http://schemas.microsoft.com/office/drawing/2014/main" id="{AB12487D-8BC9-4BEB-B6A7-B9DD702B2BD3}"/>
                </a:ext>
              </a:extLst>
            </p:cNvPr>
            <p:cNvSpPr/>
            <p:nvPr userDrawn="1"/>
          </p:nvSpPr>
          <p:spPr>
            <a:xfrm>
              <a:off x="0" y="4082178"/>
              <a:ext cx="2029968" cy="2029968"/>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97" name="Graphic 296">
              <a:extLst>
                <a:ext uri="{FF2B5EF4-FFF2-40B4-BE49-F238E27FC236}">
                  <a16:creationId xmlns:a16="http://schemas.microsoft.com/office/drawing/2014/main" id="{AEE6DE36-A3C9-4D40-B471-F49B6A875D39}"/>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rot="10800000">
              <a:off x="2029016" y="2051944"/>
              <a:ext cx="2029968" cy="2029968"/>
            </a:xfrm>
            <a:prstGeom prst="rect">
              <a:avLst/>
            </a:prstGeom>
          </p:spPr>
        </p:pic>
        <p:pic>
          <p:nvPicPr>
            <p:cNvPr id="299" name="Graphic 298">
              <a:extLst>
                <a:ext uri="{FF2B5EF4-FFF2-40B4-BE49-F238E27FC236}">
                  <a16:creationId xmlns:a16="http://schemas.microsoft.com/office/drawing/2014/main" id="{99FF86FA-8891-4235-B88B-CFCA3B57E53A}"/>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0" y="4078224"/>
              <a:ext cx="2029968" cy="2029968"/>
            </a:xfrm>
            <a:prstGeom prst="rect">
              <a:avLst/>
            </a:prstGeom>
          </p:spPr>
        </p:pic>
        <p:cxnSp>
          <p:nvCxnSpPr>
            <p:cNvPr id="170" name="Straight Connector 169">
              <a:extLst>
                <a:ext uri="{FF2B5EF4-FFF2-40B4-BE49-F238E27FC236}">
                  <a16:creationId xmlns:a16="http://schemas.microsoft.com/office/drawing/2014/main" id="{7ADD6DC9-9036-47C7-AAE5-8AF23CE0C81D}"/>
                </a:ext>
              </a:extLst>
            </p:cNvPr>
            <p:cNvCxnSpPr>
              <a:cxnSpLocks/>
            </p:cNvCxnSpPr>
            <p:nvPr userDrawn="1"/>
          </p:nvCxnSpPr>
          <p:spPr>
            <a:xfrm>
              <a:off x="974376" y="989441"/>
              <a:ext cx="5867327" cy="5867206"/>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grpSp>
      <p:sp>
        <p:nvSpPr>
          <p:cNvPr id="2" name="Title 1">
            <a:extLst>
              <a:ext uri="{FF2B5EF4-FFF2-40B4-BE49-F238E27FC236}">
                <a16:creationId xmlns:a16="http://schemas.microsoft.com/office/drawing/2014/main" id="{6C25C416-A3A2-4CF9-9532-2C0BFB51CFDF}"/>
              </a:ext>
            </a:extLst>
          </p:cNvPr>
          <p:cNvSpPr>
            <a:spLocks noGrp="1"/>
          </p:cNvSpPr>
          <p:nvPr>
            <p:ph type="ctrTitle" hasCustomPrompt="1"/>
          </p:nvPr>
        </p:nvSpPr>
        <p:spPr>
          <a:xfrm>
            <a:off x="5900245" y="544285"/>
            <a:ext cx="5528217" cy="2685383"/>
          </a:xfrm>
        </p:spPr>
        <p:txBody>
          <a:bodyPr anchor="b">
            <a:normAutofit/>
          </a:bodyPr>
          <a:lstStyle>
            <a:lvl1pPr algn="l">
              <a:defRPr sz="4400" cap="all" baseline="0">
                <a:solidFill>
                  <a:schemeClr val="tx2"/>
                </a:solidFill>
              </a:defRPr>
            </a:lvl1pPr>
          </a:lstStyle>
          <a:p>
            <a:r>
              <a:rPr lang="en-US"/>
              <a:t>Click to add title</a:t>
            </a:r>
          </a:p>
        </p:txBody>
      </p:sp>
      <p:sp>
        <p:nvSpPr>
          <p:cNvPr id="3" name="Subtitle 2">
            <a:extLst>
              <a:ext uri="{FF2B5EF4-FFF2-40B4-BE49-F238E27FC236}">
                <a16:creationId xmlns:a16="http://schemas.microsoft.com/office/drawing/2014/main" id="{43D32955-BB06-40DE-A14A-2170FD41AD52}"/>
              </a:ext>
            </a:extLst>
          </p:cNvPr>
          <p:cNvSpPr>
            <a:spLocks noGrp="1"/>
          </p:cNvSpPr>
          <p:nvPr>
            <p:ph type="subTitle" idx="1" hasCustomPrompt="1"/>
          </p:nvPr>
        </p:nvSpPr>
        <p:spPr>
          <a:xfrm>
            <a:off x="5896340" y="3423773"/>
            <a:ext cx="5528217" cy="2029969"/>
          </a:xfrm>
        </p:spPr>
        <p:txBody>
          <a:bodyPr>
            <a:normAutofit/>
          </a:bodyPr>
          <a:lstStyle>
            <a:lvl1pPr marL="0" indent="0" algn="l">
              <a:lnSpc>
                <a:spcPct val="150000"/>
              </a:lnSpc>
              <a:spcBef>
                <a:spcPts val="0"/>
              </a:spcBef>
              <a:buNone/>
              <a:defRPr sz="18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add subtitle</a:t>
            </a:r>
          </a:p>
        </p:txBody>
      </p:sp>
    </p:spTree>
    <p:extLst>
      <p:ext uri="{BB962C8B-B14F-4D97-AF65-F5344CB8AC3E}">
        <p14:creationId xmlns:p14="http://schemas.microsoft.com/office/powerpoint/2010/main" val="3839583478"/>
      </p:ext>
    </p:extLst>
  </p:cSld>
  <p:clrMapOvr>
    <a:masterClrMapping/>
  </p:clrMapOvr>
  <p:extLst>
    <p:ext uri="{DCECCB84-F9BA-43D5-87BE-67443E8EF086}">
      <p15:sldGuideLst xmlns:p15="http://schemas.microsoft.com/office/powerpoint/2012/main">
        <p15:guide id="1" orient="horz" pos="1080" userDrawn="1">
          <p15:clr>
            <a:srgbClr val="FBAE40"/>
          </p15:clr>
        </p15:guide>
        <p15:guide id="2" orient="horz" pos="2160" userDrawn="1">
          <p15:clr>
            <a:srgbClr val="FBAE40"/>
          </p15:clr>
        </p15:guide>
        <p15:guide id="3" orient="horz" pos="3240" userDrawn="1">
          <p15:clr>
            <a:srgbClr val="FBAE40"/>
          </p15:clr>
        </p15:guide>
        <p15:guide id="4" orient="horz" pos="2260" userDrawn="1">
          <p15:clr>
            <a:srgbClr val="FBAE40"/>
          </p15:clr>
        </p15:guide>
        <p15:guide id="5" pos="7296"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4660D4-B0ED-42D9-BC6D-AF4F1F9CB6C0}"/>
              </a:ext>
            </a:extLst>
          </p:cNvPr>
          <p:cNvSpPr>
            <a:spLocks noGrp="1"/>
          </p:cNvSpPr>
          <p:nvPr>
            <p:ph type="title"/>
          </p:nvPr>
        </p:nvSpPr>
        <p:spPr>
          <a:xfrm>
            <a:off x="762000" y="365125"/>
            <a:ext cx="106680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4C607AE-E8B7-4C3B-A6DA-04289E2F0A45}"/>
              </a:ext>
            </a:extLst>
          </p:cNvPr>
          <p:cNvSpPr>
            <a:spLocks noGrp="1"/>
          </p:cNvSpPr>
          <p:nvPr>
            <p:ph type="body" idx="1"/>
          </p:nvPr>
        </p:nvSpPr>
        <p:spPr>
          <a:xfrm>
            <a:off x="762000" y="1825625"/>
            <a:ext cx="106680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01917CC-671D-47EA-B065-51E87EC27B53}"/>
              </a:ext>
            </a:extLst>
          </p:cNvPr>
          <p:cNvSpPr>
            <a:spLocks noGrp="1"/>
          </p:cNvSpPr>
          <p:nvPr>
            <p:ph type="dt" sz="half" idx="2"/>
          </p:nvPr>
        </p:nvSpPr>
        <p:spPr>
          <a:xfrm>
            <a:off x="762000" y="6356350"/>
            <a:ext cx="2819400" cy="365125"/>
          </a:xfrm>
          <a:prstGeom prst="rect">
            <a:avLst/>
          </a:prstGeom>
        </p:spPr>
        <p:txBody>
          <a:bodyPr vert="horz" lIns="91440" tIns="45720" rIns="91440" bIns="45720" rtlCol="0" anchor="ctr"/>
          <a:lstStyle>
            <a:lvl1pPr algn="l">
              <a:defRPr sz="1000">
                <a:solidFill>
                  <a:schemeClr val="tx1">
                    <a:tint val="75000"/>
                  </a:schemeClr>
                </a:solidFill>
              </a:defRPr>
            </a:lvl1pPr>
          </a:lstStyle>
          <a:p>
            <a:r>
              <a:rPr lang="en-US"/>
              <a:t>12/11/2023</a:t>
            </a:r>
          </a:p>
        </p:txBody>
      </p:sp>
      <p:sp>
        <p:nvSpPr>
          <p:cNvPr id="5" name="Footer Placeholder 4">
            <a:extLst>
              <a:ext uri="{FF2B5EF4-FFF2-40B4-BE49-F238E27FC236}">
                <a16:creationId xmlns:a16="http://schemas.microsoft.com/office/drawing/2014/main" id="{3F2D0B54-5D87-4D1B-9C6E-5A7B87C833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a:solidFill>
                  <a:schemeClr val="tx1">
                    <a:tint val="75000"/>
                  </a:schemeClr>
                </a:solidFill>
              </a:defRPr>
            </a:lvl1pPr>
          </a:lstStyle>
          <a:p>
            <a:r>
              <a:rPr lang="en-US"/>
              <a:t>Presentation title</a:t>
            </a:r>
          </a:p>
        </p:txBody>
      </p:sp>
      <p:sp>
        <p:nvSpPr>
          <p:cNvPr id="6" name="Slide Number Placeholder 5">
            <a:extLst>
              <a:ext uri="{FF2B5EF4-FFF2-40B4-BE49-F238E27FC236}">
                <a16:creationId xmlns:a16="http://schemas.microsoft.com/office/drawing/2014/main" id="{C5CADFFD-0FF7-4DDC-8879-918576F63EA6}"/>
              </a:ext>
            </a:extLst>
          </p:cNvPr>
          <p:cNvSpPr>
            <a:spLocks noGrp="1"/>
          </p:cNvSpPr>
          <p:nvPr>
            <p:ph type="sldNum" sz="quarter" idx="4"/>
          </p:nvPr>
        </p:nvSpPr>
        <p:spPr>
          <a:xfrm>
            <a:off x="8610600" y="6356350"/>
            <a:ext cx="2819400" cy="365125"/>
          </a:xfrm>
          <a:prstGeom prst="rect">
            <a:avLst/>
          </a:prstGeom>
        </p:spPr>
        <p:txBody>
          <a:bodyPr vert="horz" lIns="91440" tIns="45720" rIns="91440" bIns="45720" rtlCol="0" anchor="ctr"/>
          <a:lstStyle>
            <a:lvl1pPr algn="r">
              <a:defRPr sz="1000">
                <a:solidFill>
                  <a:schemeClr val="tx1">
                    <a:tint val="75000"/>
                  </a:schemeClr>
                </a:solidFill>
              </a:defRPr>
            </a:lvl1pPr>
          </a:lstStyle>
          <a:p>
            <a:fld id="{B5CEABB6-07DC-46E8-9B57-56EC44A396E5}" type="slidenum">
              <a:rPr lang="en-US" smtClean="0"/>
              <a:pPr/>
              <a:t>‹#›</a:t>
            </a:fld>
            <a:endParaRPr lang="en-US"/>
          </a:p>
        </p:txBody>
      </p:sp>
    </p:spTree>
    <p:extLst>
      <p:ext uri="{BB962C8B-B14F-4D97-AF65-F5344CB8AC3E}">
        <p14:creationId xmlns:p14="http://schemas.microsoft.com/office/powerpoint/2010/main" val="2464305198"/>
      </p:ext>
    </p:extLst>
  </p:cSld>
  <p:clrMap bg1="lt1" tx1="dk1" bg2="lt2" tx2="dk2" accent1="accent1" accent2="accent2" accent3="accent3" accent4="accent4" accent5="accent5" accent6="accent6" hlink="hlink" folHlink="folHlink"/>
  <p:sldLayoutIdLst>
    <p:sldLayoutId id="2147483700" r:id="rId1"/>
    <p:sldLayoutId id="2147483666" r:id="rId2"/>
    <p:sldLayoutId id="2147483704" r:id="rId3"/>
    <p:sldLayoutId id="2147483702" r:id="rId4"/>
    <p:sldLayoutId id="2147483678" r:id="rId5"/>
    <p:sldLayoutId id="2147483681" r:id="rId6"/>
    <p:sldLayoutId id="2147483696" r:id="rId7"/>
    <p:sldLayoutId id="2147483691" r:id="rId8"/>
    <p:sldLayoutId id="2147483677" r:id="rId9"/>
    <p:sldLayoutId id="2147483699" r:id="rId10"/>
    <p:sldLayoutId id="2147483685" r:id="rId11"/>
    <p:sldLayoutId id="2147483676" r:id="rId12"/>
    <p:sldLayoutId id="2147483649" r:id="rId13"/>
  </p:sldLayoutIdLst>
  <p:hf hdr="0" ftr="0" dt="0"/>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100000"/>
        </a:lnSpc>
        <a:spcBef>
          <a:spcPts val="0"/>
        </a:spcBef>
        <a:spcAft>
          <a:spcPts val="1200"/>
        </a:spcAft>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00000"/>
        </a:lnSpc>
        <a:spcBef>
          <a:spcPts val="0"/>
        </a:spcBef>
        <a:spcAft>
          <a:spcPts val="1200"/>
        </a:spcAft>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00000"/>
        </a:lnSpc>
        <a:spcBef>
          <a:spcPts val="0"/>
        </a:spcBef>
        <a:spcAft>
          <a:spcPts val="1200"/>
        </a:spcAft>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0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0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76" userDrawn="1">
          <p15:clr>
            <a:srgbClr val="5ACBF0"/>
          </p15:clr>
        </p15:guide>
        <p15:guide id="2" pos="1920" userDrawn="1">
          <p15:clr>
            <a:srgbClr val="F26B43"/>
          </p15:clr>
        </p15:guide>
        <p15:guide id="3" pos="5760" userDrawn="1">
          <p15:clr>
            <a:srgbClr val="F26B43"/>
          </p15:clr>
        </p15:guide>
        <p15:guide id="4" orient="horz" pos="2160" userDrawn="1">
          <p15:clr>
            <a:srgbClr val="F26B43"/>
          </p15:clr>
        </p15:guide>
        <p15:guide id="5" pos="1272" userDrawn="1">
          <p15:clr>
            <a:srgbClr val="9FCC3B"/>
          </p15:clr>
        </p15:guide>
        <p15:guide id="6" pos="2544" userDrawn="1">
          <p15:clr>
            <a:srgbClr val="9FCC3B"/>
          </p15:clr>
        </p15:guide>
        <p15:guide id="7" pos="5112" userDrawn="1">
          <p15:clr>
            <a:srgbClr val="9FCC3B"/>
          </p15:clr>
        </p15:guide>
        <p15:guide id="8" pos="6408" userDrawn="1">
          <p15:clr>
            <a:srgbClr val="9FCC3B"/>
          </p15:clr>
        </p15:guide>
        <p15:guide id="9" pos="3940" userDrawn="1">
          <p15:clr>
            <a:srgbClr val="F26B43"/>
          </p15:clr>
        </p15:guide>
        <p15:guide id="10" pos="7104" userDrawn="1">
          <p15:clr>
            <a:srgbClr val="5ACBF0"/>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8" Type="http://schemas.openxmlformats.org/officeDocument/2006/relationships/image" Target="../media/image28.jpeg"/><Relationship Id="rId3" Type="http://schemas.openxmlformats.org/officeDocument/2006/relationships/notesSlide" Target="../notesSlides/notesSlide2.xml"/><Relationship Id="rId7" Type="http://schemas.openxmlformats.org/officeDocument/2006/relationships/hyperlink" Target="https://www.cdc.gov/brfss/annual_data/annual_2024.html" TargetMode="External"/><Relationship Id="rId2" Type="http://schemas.openxmlformats.org/officeDocument/2006/relationships/slideLayout" Target="../slideLayouts/slideLayout11.xml"/><Relationship Id="rId1" Type="http://schemas.openxmlformats.org/officeDocument/2006/relationships/themeOverride" Target="../theme/themeOverride1.xml"/><Relationship Id="rId6" Type="http://schemas.openxmlformats.org/officeDocument/2006/relationships/hyperlink" Target="https://lthub.ubc.ca/guides/github-instructor-guide/" TargetMode="External"/><Relationship Id="rId5" Type="http://schemas.openxmlformats.org/officeDocument/2006/relationships/image" Target="../media/image27.png"/><Relationship Id="rId4" Type="http://schemas.openxmlformats.org/officeDocument/2006/relationships/hyperlink" Target="https://github.com/DhanushGWU1995/6101-mid-term-project" TargetMode="External"/><Relationship Id="rId9" Type="http://schemas.openxmlformats.org/officeDocument/2006/relationships/hyperlink" Target="http://thechoice.escp.eu/choose-to-lead/harnessing-ai-to-accelerate-digital-transformation/" TargetMode="External"/></Relationships>
</file>

<file path=ppt/slides/_rels/slide3.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notesSlide" Target="../notesSlides/notesSlide3.xml"/><Relationship Id="rId7" Type="http://schemas.openxmlformats.org/officeDocument/2006/relationships/diagramColors" Target="../diagrams/colors1.xml"/><Relationship Id="rId2" Type="http://schemas.openxmlformats.org/officeDocument/2006/relationships/slideLayout" Target="../slideLayouts/slideLayout11.xml"/><Relationship Id="rId1" Type="http://schemas.openxmlformats.org/officeDocument/2006/relationships/themeOverride" Target="../theme/themeOverride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11.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5.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notesSlide" Target="../notesSlides/notesSlide5.xml"/><Relationship Id="rId7" Type="http://schemas.openxmlformats.org/officeDocument/2006/relationships/diagramColors" Target="../diagrams/colors3.xml"/><Relationship Id="rId2" Type="http://schemas.openxmlformats.org/officeDocument/2006/relationships/slideLayout" Target="../slideLayouts/slideLayout11.xml"/><Relationship Id="rId1" Type="http://schemas.openxmlformats.org/officeDocument/2006/relationships/themeOverride" Target="../theme/themeOverride3.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6.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notesSlide" Target="../notesSlides/notesSlide6.xml"/><Relationship Id="rId7" Type="http://schemas.openxmlformats.org/officeDocument/2006/relationships/diagramColors" Target="../diagrams/colors4.xml"/><Relationship Id="rId2" Type="http://schemas.openxmlformats.org/officeDocument/2006/relationships/slideLayout" Target="../slideLayouts/slideLayout11.xml"/><Relationship Id="rId1" Type="http://schemas.openxmlformats.org/officeDocument/2006/relationships/themeOverride" Target="../theme/themeOverride4.xml"/><Relationship Id="rId6" Type="http://schemas.openxmlformats.org/officeDocument/2006/relationships/diagramQuickStyle" Target="../diagrams/quickStyle4.xml"/><Relationship Id="rId5" Type="http://schemas.openxmlformats.org/officeDocument/2006/relationships/diagramLayout" Target="../diagrams/layout4.xml"/><Relationship Id="rId4" Type="http://schemas.openxmlformats.org/officeDocument/2006/relationships/diagramData" Target="../diagrams/data4.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1.xml"/><Relationship Id="rId1" Type="http://schemas.openxmlformats.org/officeDocument/2006/relationships/themeOverride" Target="../theme/themeOverride5.xml"/></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1.xml"/><Relationship Id="rId1" Type="http://schemas.openxmlformats.org/officeDocument/2006/relationships/themeOverride" Target="../theme/themeOverride6.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11.xml"/><Relationship Id="rId1" Type="http://schemas.openxmlformats.org/officeDocument/2006/relationships/themeOverride" Target="../theme/themeOverride7.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1.xml"/><Relationship Id="rId1" Type="http://schemas.openxmlformats.org/officeDocument/2006/relationships/themeOverride" Target="../theme/themeOverride8.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11.xml"/><Relationship Id="rId1" Type="http://schemas.openxmlformats.org/officeDocument/2006/relationships/themeOverride" Target="../theme/themeOverride9.xml"/><Relationship Id="rId4" Type="http://schemas.openxmlformats.org/officeDocument/2006/relationships/image" Target="../media/image56.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1.xml"/><Relationship Id="rId1" Type="http://schemas.openxmlformats.org/officeDocument/2006/relationships/themeOverride" Target="../theme/themeOverride10.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3.xml"/><Relationship Id="rId2" Type="http://schemas.openxmlformats.org/officeDocument/2006/relationships/slideLayout" Target="../slideLayouts/slideLayout11.xml"/><Relationship Id="rId1" Type="http://schemas.openxmlformats.org/officeDocument/2006/relationships/themeOverride" Target="../theme/themeOverride11.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1.xml"/><Relationship Id="rId1" Type="http://schemas.openxmlformats.org/officeDocument/2006/relationships/themeOverride" Target="../theme/themeOverride12.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1.xml"/><Relationship Id="rId1" Type="http://schemas.openxmlformats.org/officeDocument/2006/relationships/themeOverride" Target="../theme/themeOverride13.xml"/><Relationship Id="rId4" Type="http://schemas.openxmlformats.org/officeDocument/2006/relationships/image" Target="../media/image57.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1.xml"/></Relationships>
</file>

<file path=ppt/slides/_rels/slide17.xml.rels><?xml version="1.0" encoding="UTF-8" standalone="yes"?>
<Relationships xmlns="http://schemas.openxmlformats.org/package/2006/relationships"><Relationship Id="rId3" Type="http://schemas.openxmlformats.org/officeDocument/2006/relationships/notesSlide" Target="../notesSlides/notesSlide17.xml"/><Relationship Id="rId2" Type="http://schemas.openxmlformats.org/officeDocument/2006/relationships/slideLayout" Target="../slideLayouts/slideLayout11.xml"/><Relationship Id="rId1" Type="http://schemas.openxmlformats.org/officeDocument/2006/relationships/themeOverride" Target="../theme/themeOverride14.xml"/></Relationships>
</file>

<file path=ppt/slides/_rels/slide18.xml.rels><?xml version="1.0" encoding="UTF-8" standalone="yes"?>
<Relationships xmlns="http://schemas.openxmlformats.org/package/2006/relationships"><Relationship Id="rId2" Type="http://schemas.openxmlformats.org/officeDocument/2006/relationships/hyperlink" Target="https://dhanushgwu1995.github.io/6101-mid-term-project/predict"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58.jpe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815C6-3AD0-46E6-A74A-1967BD91AF50}"/>
              </a:ext>
            </a:extLst>
          </p:cNvPr>
          <p:cNvSpPr>
            <a:spLocks noGrp="1"/>
          </p:cNvSpPr>
          <p:nvPr>
            <p:ph type="ctrTitle"/>
          </p:nvPr>
        </p:nvSpPr>
        <p:spPr>
          <a:xfrm>
            <a:off x="4974771" y="576943"/>
            <a:ext cx="6449786" cy="2785508"/>
          </a:xfrm>
        </p:spPr>
        <p:txBody>
          <a:bodyPr vert="horz" lIns="91440" tIns="45720" rIns="91440" bIns="45720" rtlCol="0" anchor="b">
            <a:normAutofit/>
          </a:bodyPr>
          <a:lstStyle/>
          <a:p>
            <a:r>
              <a:rPr lang="en-US" kern="1200" cap="all" baseline="0">
                <a:ea typeface="+mj-lt"/>
                <a:cs typeface="+mj-lt"/>
              </a:rPr>
              <a:t>Factors </a:t>
            </a:r>
            <a:r>
              <a:rPr lang="en-US">
                <a:ea typeface="+mj-lt"/>
                <a:cs typeface="+mj-lt"/>
              </a:rPr>
              <a:t>linked to the Diagnosis on </a:t>
            </a:r>
            <a:r>
              <a:rPr lang="en-US" kern="1200" cap="all" baseline="0">
                <a:ea typeface="+mj-lt"/>
                <a:cs typeface="+mj-lt"/>
              </a:rPr>
              <a:t>Coronary Heart Disease</a:t>
            </a:r>
            <a:endParaRPr lang="en-US">
              <a:ea typeface="+mj-ea"/>
              <a:cs typeface="+mj-cs"/>
            </a:endParaRPr>
          </a:p>
        </p:txBody>
      </p:sp>
      <p:sp>
        <p:nvSpPr>
          <p:cNvPr id="27" name="Slide Number Placeholder 3">
            <a:extLst>
              <a:ext uri="{FF2B5EF4-FFF2-40B4-BE49-F238E27FC236}">
                <a16:creationId xmlns:a16="http://schemas.microsoft.com/office/drawing/2014/main" id="{F607FBCF-36F4-4947-4B2B-706A74666613}"/>
              </a:ext>
            </a:extLst>
          </p:cNvPr>
          <p:cNvSpPr>
            <a:spLocks noGrp="1"/>
          </p:cNvSpPr>
          <p:nvPr>
            <p:ph type="sldNum" sz="quarter" idx="12"/>
          </p:nvPr>
        </p:nvSpPr>
        <p:spPr>
          <a:xfrm>
            <a:off x="11123295" y="6352847"/>
            <a:ext cx="457200" cy="365125"/>
          </a:xfrm>
        </p:spPr>
        <p:txBody>
          <a:bodyPr/>
          <a:lstStyle/>
          <a:p>
            <a:pPr>
              <a:spcAft>
                <a:spcPts val="600"/>
              </a:spcAft>
            </a:pPr>
            <a:fld id="{B5CEABB6-07DC-46E8-9B57-56EC44A396E5}" type="slidenum">
              <a:rPr lang="en-US" smtClean="0"/>
              <a:pPr>
                <a:spcAft>
                  <a:spcPts val="600"/>
                </a:spcAft>
              </a:pPr>
              <a:t>1</a:t>
            </a:fld>
            <a:endParaRPr lang="en-US"/>
          </a:p>
        </p:txBody>
      </p:sp>
      <p:sp>
        <p:nvSpPr>
          <p:cNvPr id="4" name="TextBox 3">
            <a:extLst>
              <a:ext uri="{FF2B5EF4-FFF2-40B4-BE49-F238E27FC236}">
                <a16:creationId xmlns:a16="http://schemas.microsoft.com/office/drawing/2014/main" id="{802BB08E-C86B-1885-018C-C3A5CD6178B0}"/>
              </a:ext>
            </a:extLst>
          </p:cNvPr>
          <p:cNvSpPr txBox="1"/>
          <p:nvPr/>
        </p:nvSpPr>
        <p:spPr>
          <a:xfrm>
            <a:off x="6109240" y="4502426"/>
            <a:ext cx="5242655" cy="1323439"/>
          </a:xfrm>
          <a:prstGeom prst="rect">
            <a:avLst/>
          </a:prstGeom>
          <a:noFill/>
        </p:spPr>
        <p:txBody>
          <a:bodyPr wrap="square" rtlCol="0">
            <a:spAutoFit/>
          </a:bodyPr>
          <a:lstStyle/>
          <a:p>
            <a:pPr algn="r"/>
            <a:r>
              <a:rPr lang="en-IN" sz="2000" dirty="0">
                <a:solidFill>
                  <a:schemeClr val="bg1"/>
                </a:solidFill>
              </a:rPr>
              <a:t>- DHANUSH MATHIVANAN</a:t>
            </a:r>
          </a:p>
          <a:p>
            <a:pPr algn="r"/>
            <a:r>
              <a:rPr lang="en-IN" sz="2000" dirty="0">
                <a:solidFill>
                  <a:schemeClr val="bg1"/>
                </a:solidFill>
              </a:rPr>
              <a:t>- HENG-JUI CHU</a:t>
            </a:r>
          </a:p>
          <a:p>
            <a:pPr algn="r"/>
            <a:r>
              <a:rPr lang="en-IN" sz="2000" dirty="0">
                <a:solidFill>
                  <a:schemeClr val="bg1"/>
                </a:solidFill>
              </a:rPr>
              <a:t>- NIKHILESH DHAVALE</a:t>
            </a:r>
          </a:p>
          <a:p>
            <a:pPr algn="r"/>
            <a:r>
              <a:rPr lang="en-IN" sz="2000" dirty="0">
                <a:solidFill>
                  <a:schemeClr val="bg1"/>
                </a:solidFill>
              </a:rPr>
              <a:t>- ADITYA KARANDE</a:t>
            </a:r>
          </a:p>
        </p:txBody>
      </p:sp>
    </p:spTree>
    <p:extLst>
      <p:ext uri="{BB962C8B-B14F-4D97-AF65-F5344CB8AC3E}">
        <p14:creationId xmlns:p14="http://schemas.microsoft.com/office/powerpoint/2010/main" val="16424253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0E3"/>
        </a:solidFill>
        <a:effectLst/>
      </p:bgPr>
    </p:bg>
    <p:spTree>
      <p:nvGrpSpPr>
        <p:cNvPr id="1" name="">
          <a:extLst>
            <a:ext uri="{FF2B5EF4-FFF2-40B4-BE49-F238E27FC236}">
              <a16:creationId xmlns:a16="http://schemas.microsoft.com/office/drawing/2014/main" id="{A601022D-572A-7C1A-92DA-958C157F9A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1E789E-A008-420E-D319-E6AFF1E67923}"/>
              </a:ext>
            </a:extLst>
          </p:cNvPr>
          <p:cNvSpPr>
            <a:spLocks noGrp="1"/>
          </p:cNvSpPr>
          <p:nvPr>
            <p:ph type="title"/>
          </p:nvPr>
        </p:nvSpPr>
        <p:spPr>
          <a:xfrm>
            <a:off x="1552574" y="854358"/>
            <a:ext cx="9866540" cy="1358140"/>
          </a:xfrm>
        </p:spPr>
        <p:txBody>
          <a:bodyPr anchor="t">
            <a:normAutofit/>
          </a:bodyPr>
          <a:lstStyle/>
          <a:p>
            <a:r>
              <a:rPr lang="en-US">
                <a:solidFill>
                  <a:schemeClr val="accent2"/>
                </a:solidFill>
              </a:rPr>
              <a:t>Source links</a:t>
            </a:r>
            <a:endParaRPr lang="en-ZA">
              <a:solidFill>
                <a:schemeClr val="accent2"/>
              </a:solidFill>
            </a:endParaRPr>
          </a:p>
        </p:txBody>
      </p:sp>
      <p:sp>
        <p:nvSpPr>
          <p:cNvPr id="32" name="Content Placeholder 31">
            <a:extLst>
              <a:ext uri="{FF2B5EF4-FFF2-40B4-BE49-F238E27FC236}">
                <a16:creationId xmlns:a16="http://schemas.microsoft.com/office/drawing/2014/main" id="{9FB187C8-3C32-E6AD-C4C7-E849B1E8DFBC}"/>
              </a:ext>
            </a:extLst>
          </p:cNvPr>
          <p:cNvSpPr>
            <a:spLocks noGrp="1"/>
          </p:cNvSpPr>
          <p:nvPr>
            <p:ph sz="half" idx="15"/>
          </p:nvPr>
        </p:nvSpPr>
        <p:spPr>
          <a:xfrm>
            <a:off x="1552575" y="2087586"/>
            <a:ext cx="8648054" cy="4262130"/>
          </a:xfrm>
        </p:spPr>
        <p:txBody>
          <a:bodyPr vert="horz" lIns="91440" tIns="45720" rIns="91440" bIns="45720" rtlCol="0" anchor="t">
            <a:normAutofit/>
          </a:bodyPr>
          <a:lstStyle/>
          <a:p>
            <a:r>
              <a:rPr lang="en-US" sz="2000">
                <a:solidFill>
                  <a:schemeClr val="tx1"/>
                </a:solidFill>
              </a:rPr>
              <a:t>Git Hub: </a:t>
            </a:r>
            <a:r>
              <a:rPr lang="en-US" sz="2000">
                <a:solidFill>
                  <a:srgbClr val="0070C0"/>
                </a:solidFill>
                <a:hlinkClick r:id="rId4">
                  <a:extLst>
                    <a:ext uri="{A12FA001-AC4F-418D-AE19-62706E023703}">
                      <ahyp:hlinkClr xmlns:ahyp="http://schemas.microsoft.com/office/drawing/2018/hyperlinkcolor" val="tx"/>
                    </a:ext>
                  </a:extLst>
                </a:hlinkClick>
              </a:rPr>
              <a:t>6101-mid-term-project   </a:t>
            </a:r>
            <a:r>
              <a:rPr lang="en-US" sz="2000">
                <a:solidFill>
                  <a:schemeClr val="tx1"/>
                </a:solidFill>
              </a:rPr>
              <a:t>   </a:t>
            </a:r>
            <a:endParaRPr lang="en-US" sz="2000">
              <a:solidFill>
                <a:schemeClr val="tx1"/>
              </a:solidFill>
              <a:ea typeface="+mn-lt"/>
              <a:cs typeface="+mn-lt"/>
            </a:endParaRPr>
          </a:p>
          <a:p>
            <a:r>
              <a:rPr lang="en-US">
                <a:solidFill>
                  <a:schemeClr val="tx1"/>
                </a:solidFill>
              </a:rPr>
              <a:t> </a:t>
            </a:r>
          </a:p>
        </p:txBody>
      </p:sp>
      <p:sp>
        <p:nvSpPr>
          <p:cNvPr id="19" name="Text Placeholder 2">
            <a:extLst>
              <a:ext uri="{FF2B5EF4-FFF2-40B4-BE49-F238E27FC236}">
                <a16:creationId xmlns:a16="http://schemas.microsoft.com/office/drawing/2014/main" id="{ED66BE63-4C50-FF83-328D-A70C95790F3F}"/>
              </a:ext>
            </a:extLst>
          </p:cNvPr>
          <p:cNvSpPr>
            <a:spLocks noGrp="1"/>
          </p:cNvSpPr>
          <p:nvPr>
            <p:ph type="body" sz="quarter" idx="14"/>
          </p:nvPr>
        </p:nvSpPr>
        <p:spPr/>
        <p:txBody>
          <a:bodyPr vert="horz" lIns="91440" tIns="45720" rIns="91440" bIns="45720" rtlCol="0">
            <a:normAutofit/>
          </a:bodyPr>
          <a:lstStyle/>
          <a:p>
            <a:pPr marL="0" indent="0">
              <a:buNone/>
            </a:pPr>
            <a:endParaRPr lang="en-US" b="1"/>
          </a:p>
          <a:p>
            <a:pPr marL="0" indent="0">
              <a:buNone/>
            </a:pPr>
            <a:endParaRPr lang="en-US"/>
          </a:p>
        </p:txBody>
      </p:sp>
      <p:sp>
        <p:nvSpPr>
          <p:cNvPr id="6" name="Slide Number Placeholder 5">
            <a:extLst>
              <a:ext uri="{FF2B5EF4-FFF2-40B4-BE49-F238E27FC236}">
                <a16:creationId xmlns:a16="http://schemas.microsoft.com/office/drawing/2014/main" id="{21A3A1D0-215C-7D1B-48FE-703D8BE201DC}"/>
              </a:ext>
            </a:extLst>
          </p:cNvPr>
          <p:cNvSpPr>
            <a:spLocks noGrp="1"/>
          </p:cNvSpPr>
          <p:nvPr>
            <p:ph type="sldNum" sz="quarter" idx="12"/>
          </p:nvPr>
        </p:nvSpPr>
        <p:spPr/>
        <p:txBody>
          <a:bodyPr anchor="ctr">
            <a:normAutofit/>
          </a:bodyPr>
          <a:lstStyle/>
          <a:p>
            <a:pPr>
              <a:spcAft>
                <a:spcPts val="600"/>
              </a:spcAft>
            </a:pPr>
            <a:fld id="{B5CEABB6-07DC-46E8-9B57-56EC44A396E5}" type="slidenum">
              <a:rPr lang="en-US" dirty="0" smtClean="0">
                <a:solidFill>
                  <a:schemeClr val="tx1"/>
                </a:solidFill>
              </a:rPr>
              <a:pPr>
                <a:spcAft>
                  <a:spcPts val="600"/>
                </a:spcAft>
              </a:pPr>
              <a:t>2</a:t>
            </a:fld>
            <a:endParaRPr lang="en-US">
              <a:solidFill>
                <a:schemeClr val="tx1"/>
              </a:solidFill>
            </a:endParaRPr>
          </a:p>
        </p:txBody>
      </p:sp>
      <p:pic>
        <p:nvPicPr>
          <p:cNvPr id="3" name="Picture 2">
            <a:extLst>
              <a:ext uri="{FF2B5EF4-FFF2-40B4-BE49-F238E27FC236}">
                <a16:creationId xmlns:a16="http://schemas.microsoft.com/office/drawing/2014/main" id="{BE685E81-1A7E-4140-FE48-33F540B61ADA}"/>
              </a:ext>
            </a:extLst>
          </p:cNvPr>
          <p:cNvPicPr>
            <a:picLocks noChangeAspect="1"/>
          </p:cNvPicPr>
          <p:nvPr/>
        </p:nvPicPr>
        <p:blipFill>
          <a:blip r:embed="rId5">
            <a:extLst>
              <a:ext uri="{837473B0-CC2E-450A-ABE3-18F120FF3D39}">
                <a1611:picAttrSrcUrl xmlns:a1611="http://schemas.microsoft.com/office/drawing/2016/11/main" r:id="rId6"/>
              </a:ext>
            </a:extLst>
          </a:blip>
          <a:stretch>
            <a:fillRect/>
          </a:stretch>
        </p:blipFill>
        <p:spPr>
          <a:xfrm>
            <a:off x="2209202" y="3551339"/>
            <a:ext cx="2919743" cy="1619056"/>
          </a:xfrm>
          <a:prstGeom prst="rect">
            <a:avLst/>
          </a:prstGeom>
        </p:spPr>
      </p:pic>
      <p:sp>
        <p:nvSpPr>
          <p:cNvPr id="4" name="TextBox 3">
            <a:extLst>
              <a:ext uri="{FF2B5EF4-FFF2-40B4-BE49-F238E27FC236}">
                <a16:creationId xmlns:a16="http://schemas.microsoft.com/office/drawing/2014/main" id="{53191417-A3D5-A9B5-5C20-D893E721DA76}"/>
              </a:ext>
            </a:extLst>
          </p:cNvPr>
          <p:cNvSpPr txBox="1"/>
          <p:nvPr/>
        </p:nvSpPr>
        <p:spPr>
          <a:xfrm>
            <a:off x="6485227" y="2087586"/>
            <a:ext cx="5269147" cy="3477875"/>
          </a:xfrm>
          <a:prstGeom prst="rect">
            <a:avLst/>
          </a:prstGeom>
          <a:noFill/>
        </p:spPr>
        <p:txBody>
          <a:bodyPr wrap="square" lIns="91440" tIns="45720" rIns="91440" bIns="45720" rtlCol="0" anchor="t">
            <a:spAutoFit/>
          </a:bodyPr>
          <a:lstStyle/>
          <a:p>
            <a:r>
              <a:rPr lang="en-US" sz="2000"/>
              <a:t>Dataset Link: </a:t>
            </a:r>
            <a:r>
              <a:rPr lang="en-US" sz="2000">
                <a:hlinkClick r:id="rId7"/>
              </a:rPr>
              <a:t>Behavioral Risk Factor Survelliance System</a:t>
            </a:r>
            <a:endParaRPr lang="en-US" sz="2000"/>
          </a:p>
          <a:p>
            <a:endParaRPr lang="en-US"/>
          </a:p>
          <a:p>
            <a:endParaRPr lang="en-US"/>
          </a:p>
          <a:p>
            <a:endParaRPr lang="en-US"/>
          </a:p>
          <a:p>
            <a:endParaRPr lang="en-US"/>
          </a:p>
          <a:p>
            <a:endParaRPr lang="en-US"/>
          </a:p>
          <a:p>
            <a:endParaRPr lang="en-US"/>
          </a:p>
          <a:p>
            <a:endParaRPr lang="en-US"/>
          </a:p>
          <a:p>
            <a:endParaRPr lang="en-US"/>
          </a:p>
          <a:p>
            <a:endParaRPr lang="en-US"/>
          </a:p>
          <a:p>
            <a:endParaRPr lang="en-IN"/>
          </a:p>
        </p:txBody>
      </p:sp>
      <p:pic>
        <p:nvPicPr>
          <p:cNvPr id="7" name="Picture 6">
            <a:extLst>
              <a:ext uri="{FF2B5EF4-FFF2-40B4-BE49-F238E27FC236}">
                <a16:creationId xmlns:a16="http://schemas.microsoft.com/office/drawing/2014/main" id="{EC37F93F-70EA-F9E2-E1EE-74043A4E11B0}"/>
              </a:ext>
            </a:extLst>
          </p:cNvPr>
          <p:cNvPicPr>
            <a:picLocks noChangeAspect="1"/>
          </p:cNvPicPr>
          <p:nvPr/>
        </p:nvPicPr>
        <p:blipFill>
          <a:blip r:embed="rId8">
            <a:extLst>
              <a:ext uri="{837473B0-CC2E-450A-ABE3-18F120FF3D39}">
                <a1611:picAttrSrcUrl xmlns:a1611="http://schemas.microsoft.com/office/drawing/2016/11/main" r:id="rId9"/>
              </a:ext>
            </a:extLst>
          </a:blip>
          <a:stretch>
            <a:fillRect/>
          </a:stretch>
        </p:blipFill>
        <p:spPr>
          <a:xfrm>
            <a:off x="7154757" y="3428601"/>
            <a:ext cx="3045526" cy="1869647"/>
          </a:xfrm>
          <a:prstGeom prst="rect">
            <a:avLst/>
          </a:prstGeom>
        </p:spPr>
      </p:pic>
    </p:spTree>
    <p:extLst>
      <p:ext uri="{BB962C8B-B14F-4D97-AF65-F5344CB8AC3E}">
        <p14:creationId xmlns:p14="http://schemas.microsoft.com/office/powerpoint/2010/main" val="3551377415"/>
      </p:ext>
    </p:extLst>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0E3"/>
        </a:solidFill>
        <a:effectLst/>
      </p:bgPr>
    </p:bg>
    <p:spTree>
      <p:nvGrpSpPr>
        <p:cNvPr id="1" name="">
          <a:extLst>
            <a:ext uri="{FF2B5EF4-FFF2-40B4-BE49-F238E27FC236}">
              <a16:creationId xmlns:a16="http://schemas.microsoft.com/office/drawing/2014/main" id="{095DDDA9-BFED-4601-F961-337819F875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031EAE-0FA9-D0BA-8D29-1914EEBC2CC3}"/>
              </a:ext>
            </a:extLst>
          </p:cNvPr>
          <p:cNvSpPr>
            <a:spLocks noGrp="1"/>
          </p:cNvSpPr>
          <p:nvPr>
            <p:ph type="title"/>
          </p:nvPr>
        </p:nvSpPr>
        <p:spPr/>
        <p:txBody>
          <a:bodyPr anchor="t">
            <a:normAutofit/>
          </a:bodyPr>
          <a:lstStyle/>
          <a:p>
            <a:r>
              <a:rPr lang="en-US">
                <a:solidFill>
                  <a:schemeClr val="accent2"/>
                </a:solidFill>
              </a:rPr>
              <a:t>Agenda</a:t>
            </a:r>
            <a:endParaRPr lang="en-ZA">
              <a:solidFill>
                <a:schemeClr val="accent2"/>
              </a:solidFill>
            </a:endParaRPr>
          </a:p>
        </p:txBody>
      </p:sp>
      <p:sp>
        <p:nvSpPr>
          <p:cNvPr id="19" name="Text Placeholder 2">
            <a:extLst>
              <a:ext uri="{FF2B5EF4-FFF2-40B4-BE49-F238E27FC236}">
                <a16:creationId xmlns:a16="http://schemas.microsoft.com/office/drawing/2014/main" id="{EEC3C797-6105-A9E1-009A-02E7D105DB3D}"/>
              </a:ext>
            </a:extLst>
          </p:cNvPr>
          <p:cNvSpPr>
            <a:spLocks noGrp="1"/>
          </p:cNvSpPr>
          <p:nvPr>
            <p:ph type="body" sz="quarter" idx="14"/>
          </p:nvPr>
        </p:nvSpPr>
        <p:spPr/>
        <p:txBody>
          <a:bodyPr vert="horz" lIns="91440" tIns="45720" rIns="91440" bIns="45720" rtlCol="0">
            <a:normAutofit/>
          </a:bodyPr>
          <a:lstStyle/>
          <a:p>
            <a:pPr marL="0" indent="0">
              <a:buNone/>
            </a:pPr>
            <a:endParaRPr lang="en-US" b="1"/>
          </a:p>
          <a:p>
            <a:pPr marL="0" indent="0">
              <a:buNone/>
            </a:pPr>
            <a:endParaRPr lang="en-US"/>
          </a:p>
        </p:txBody>
      </p:sp>
      <p:sp>
        <p:nvSpPr>
          <p:cNvPr id="6" name="Slide Number Placeholder 5">
            <a:extLst>
              <a:ext uri="{FF2B5EF4-FFF2-40B4-BE49-F238E27FC236}">
                <a16:creationId xmlns:a16="http://schemas.microsoft.com/office/drawing/2014/main" id="{515241F5-2873-91DC-1241-49E7C7FB7C22}"/>
              </a:ext>
            </a:extLst>
          </p:cNvPr>
          <p:cNvSpPr>
            <a:spLocks noGrp="1"/>
          </p:cNvSpPr>
          <p:nvPr>
            <p:ph type="sldNum" sz="quarter" idx="12"/>
          </p:nvPr>
        </p:nvSpPr>
        <p:spPr/>
        <p:txBody>
          <a:bodyPr anchor="ctr">
            <a:normAutofit/>
          </a:bodyPr>
          <a:lstStyle/>
          <a:p>
            <a:pPr>
              <a:spcAft>
                <a:spcPts val="600"/>
              </a:spcAft>
            </a:pPr>
            <a:fld id="{B5CEABB6-07DC-46E8-9B57-56EC44A396E5}" type="slidenum">
              <a:rPr lang="en-US" dirty="0" smtClean="0">
                <a:solidFill>
                  <a:schemeClr val="tx1"/>
                </a:solidFill>
              </a:rPr>
              <a:pPr>
                <a:spcAft>
                  <a:spcPts val="600"/>
                </a:spcAft>
              </a:pPr>
              <a:t>3</a:t>
            </a:fld>
            <a:endParaRPr lang="en-US">
              <a:solidFill>
                <a:schemeClr val="tx1"/>
              </a:solidFill>
            </a:endParaRPr>
          </a:p>
        </p:txBody>
      </p:sp>
      <p:graphicFrame>
        <p:nvGraphicFramePr>
          <p:cNvPr id="61" name="Subtitle 2">
            <a:extLst>
              <a:ext uri="{FF2B5EF4-FFF2-40B4-BE49-F238E27FC236}">
                <a16:creationId xmlns:a16="http://schemas.microsoft.com/office/drawing/2014/main" id="{2F59D6C1-603B-5E9B-5ED9-F7AC86B79B86}"/>
              </a:ext>
            </a:extLst>
          </p:cNvPr>
          <p:cNvGraphicFramePr>
            <a:graphicFrameLocks/>
          </p:cNvGraphicFramePr>
          <p:nvPr>
            <p:extLst>
              <p:ext uri="{D42A27DB-BD31-4B8C-83A1-F6EECF244321}">
                <p14:modId xmlns:p14="http://schemas.microsoft.com/office/powerpoint/2010/main" val="2321064973"/>
              </p:ext>
            </p:extLst>
          </p:nvPr>
        </p:nvGraphicFramePr>
        <p:xfrm>
          <a:off x="1307774" y="2254068"/>
          <a:ext cx="10351349" cy="337125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3" name="TextBox 2">
            <a:extLst>
              <a:ext uri="{FF2B5EF4-FFF2-40B4-BE49-F238E27FC236}">
                <a16:creationId xmlns:a16="http://schemas.microsoft.com/office/drawing/2014/main" id="{EE1774BC-E7D5-38DD-7201-A861CE32E88F}"/>
              </a:ext>
            </a:extLst>
          </p:cNvPr>
          <p:cNvSpPr txBox="1"/>
          <p:nvPr/>
        </p:nvSpPr>
        <p:spPr>
          <a:xfrm>
            <a:off x="8830600" y="3198167"/>
            <a:ext cx="1427497" cy="461665"/>
          </a:xfrm>
          <a:prstGeom prst="rect">
            <a:avLst/>
          </a:prstGeom>
          <a:noFill/>
        </p:spPr>
        <p:txBody>
          <a:bodyPr wrap="square" rtlCol="0">
            <a:spAutoFit/>
          </a:bodyPr>
          <a:lstStyle/>
          <a:p>
            <a:pPr algn="ctr"/>
            <a:r>
              <a:rPr lang="en-US" sz="1200" b="1" dirty="0"/>
              <a:t>MODEL </a:t>
            </a:r>
          </a:p>
          <a:p>
            <a:pPr algn="ctr"/>
            <a:r>
              <a:rPr lang="en-US" sz="1200" b="1" dirty="0"/>
              <a:t>DEVELOPMENT</a:t>
            </a:r>
            <a:endParaRPr lang="en-IN" sz="1200" b="1" dirty="0"/>
          </a:p>
        </p:txBody>
      </p:sp>
      <p:sp>
        <p:nvSpPr>
          <p:cNvPr id="4" name="TextBox 3">
            <a:extLst>
              <a:ext uri="{FF2B5EF4-FFF2-40B4-BE49-F238E27FC236}">
                <a16:creationId xmlns:a16="http://schemas.microsoft.com/office/drawing/2014/main" id="{5748B5E6-CDF2-01CA-50EB-81B0D056FF74}"/>
              </a:ext>
            </a:extLst>
          </p:cNvPr>
          <p:cNvSpPr txBox="1"/>
          <p:nvPr/>
        </p:nvSpPr>
        <p:spPr>
          <a:xfrm>
            <a:off x="10258097" y="3198167"/>
            <a:ext cx="1611791" cy="461665"/>
          </a:xfrm>
          <a:prstGeom prst="rect">
            <a:avLst/>
          </a:prstGeom>
          <a:noFill/>
        </p:spPr>
        <p:txBody>
          <a:bodyPr wrap="square" rtlCol="0">
            <a:spAutoFit/>
          </a:bodyPr>
          <a:lstStyle/>
          <a:p>
            <a:pPr algn="ctr"/>
            <a:r>
              <a:rPr lang="en-US" sz="1200" b="1" dirty="0"/>
              <a:t>MODEL EVALUATION</a:t>
            </a:r>
            <a:endParaRPr lang="en-IN" sz="1200" b="1" dirty="0"/>
          </a:p>
        </p:txBody>
      </p:sp>
      <p:sp>
        <p:nvSpPr>
          <p:cNvPr id="5" name="TextBox 4">
            <a:extLst>
              <a:ext uri="{FF2B5EF4-FFF2-40B4-BE49-F238E27FC236}">
                <a16:creationId xmlns:a16="http://schemas.microsoft.com/office/drawing/2014/main" id="{AB916017-DB29-9920-60CC-4D08B89A9A11}"/>
              </a:ext>
            </a:extLst>
          </p:cNvPr>
          <p:cNvSpPr txBox="1"/>
          <p:nvPr/>
        </p:nvSpPr>
        <p:spPr>
          <a:xfrm>
            <a:off x="4582510" y="5062071"/>
            <a:ext cx="1629103" cy="276999"/>
          </a:xfrm>
          <a:prstGeom prst="rect">
            <a:avLst/>
          </a:prstGeom>
          <a:noFill/>
        </p:spPr>
        <p:txBody>
          <a:bodyPr wrap="square" rtlCol="0">
            <a:spAutoFit/>
          </a:bodyPr>
          <a:lstStyle/>
          <a:p>
            <a:r>
              <a:rPr lang="en-US" sz="1200" b="1" dirty="0"/>
              <a:t>WEB APP</a:t>
            </a:r>
            <a:endParaRPr lang="en-IN" sz="1400" b="1" dirty="0"/>
          </a:p>
        </p:txBody>
      </p:sp>
    </p:spTree>
    <p:extLst>
      <p:ext uri="{BB962C8B-B14F-4D97-AF65-F5344CB8AC3E}">
        <p14:creationId xmlns:p14="http://schemas.microsoft.com/office/powerpoint/2010/main" val="949195722"/>
      </p:ext>
    </p:extLst>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0E3"/>
        </a:solidFill>
        <a:effectLst/>
      </p:bgPr>
    </p:bg>
    <p:spTree>
      <p:nvGrpSpPr>
        <p:cNvPr id="1" name="">
          <a:extLst>
            <a:ext uri="{FF2B5EF4-FFF2-40B4-BE49-F238E27FC236}">
              <a16:creationId xmlns:a16="http://schemas.microsoft.com/office/drawing/2014/main" id="{0EAC2E21-6C9E-4953-B38C-70CD2ACD18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2C7CBC-A8AB-2F9A-6201-453D5BE862B4}"/>
              </a:ext>
            </a:extLst>
          </p:cNvPr>
          <p:cNvSpPr>
            <a:spLocks noGrp="1"/>
          </p:cNvSpPr>
          <p:nvPr>
            <p:ph type="title"/>
          </p:nvPr>
        </p:nvSpPr>
        <p:spPr>
          <a:xfrm>
            <a:off x="1552574" y="896111"/>
            <a:ext cx="9866540" cy="1358140"/>
          </a:xfrm>
        </p:spPr>
        <p:txBody>
          <a:bodyPr anchor="t">
            <a:normAutofit/>
          </a:bodyPr>
          <a:lstStyle/>
          <a:p>
            <a:r>
              <a:rPr lang="en-US">
                <a:solidFill>
                  <a:schemeClr val="accent2"/>
                </a:solidFill>
                <a:ea typeface="+mj-lt"/>
                <a:cs typeface="+mj-lt"/>
              </a:rPr>
              <a:t>Proposal and Objectives</a:t>
            </a:r>
            <a:endParaRPr lang="en-US"/>
          </a:p>
        </p:txBody>
      </p:sp>
      <p:sp>
        <p:nvSpPr>
          <p:cNvPr id="19" name="Text Placeholder 2">
            <a:extLst>
              <a:ext uri="{FF2B5EF4-FFF2-40B4-BE49-F238E27FC236}">
                <a16:creationId xmlns:a16="http://schemas.microsoft.com/office/drawing/2014/main" id="{4B0CA373-EA74-00EC-D773-19723F83603D}"/>
              </a:ext>
            </a:extLst>
          </p:cNvPr>
          <p:cNvSpPr>
            <a:spLocks noGrp="1"/>
          </p:cNvSpPr>
          <p:nvPr>
            <p:ph type="body" sz="quarter" idx="14"/>
          </p:nvPr>
        </p:nvSpPr>
        <p:spPr>
          <a:xfrm>
            <a:off x="8372723" y="2481940"/>
            <a:ext cx="3046391" cy="3759200"/>
          </a:xfrm>
        </p:spPr>
        <p:txBody>
          <a:bodyPr vert="horz" lIns="91440" tIns="45720" rIns="91440" bIns="45720" rtlCol="0">
            <a:normAutofit/>
          </a:bodyPr>
          <a:lstStyle/>
          <a:p>
            <a:pPr marL="0" indent="0">
              <a:buNone/>
            </a:pPr>
            <a:endParaRPr lang="en-US" b="1"/>
          </a:p>
          <a:p>
            <a:pPr marL="0" indent="0">
              <a:buNone/>
            </a:pPr>
            <a:endParaRPr lang="en-US"/>
          </a:p>
        </p:txBody>
      </p:sp>
      <p:sp>
        <p:nvSpPr>
          <p:cNvPr id="6" name="Slide Number Placeholder 5">
            <a:extLst>
              <a:ext uri="{FF2B5EF4-FFF2-40B4-BE49-F238E27FC236}">
                <a16:creationId xmlns:a16="http://schemas.microsoft.com/office/drawing/2014/main" id="{6163A98D-143E-7172-EF35-4E04FA8AF3BA}"/>
              </a:ext>
            </a:extLst>
          </p:cNvPr>
          <p:cNvSpPr>
            <a:spLocks noGrp="1"/>
          </p:cNvSpPr>
          <p:nvPr>
            <p:ph type="sldNum" sz="quarter" idx="12"/>
          </p:nvPr>
        </p:nvSpPr>
        <p:spPr>
          <a:xfrm>
            <a:off x="11123295" y="6356350"/>
            <a:ext cx="457200" cy="365125"/>
          </a:xfrm>
        </p:spPr>
        <p:txBody>
          <a:bodyPr anchor="ctr">
            <a:normAutofit/>
          </a:bodyPr>
          <a:lstStyle/>
          <a:p>
            <a:pPr>
              <a:spcAft>
                <a:spcPts val="600"/>
              </a:spcAft>
            </a:pPr>
            <a:fld id="{B5CEABB6-07DC-46E8-9B57-56EC44A396E5}" type="slidenum">
              <a:rPr lang="en-US" dirty="0" smtClean="0">
                <a:solidFill>
                  <a:schemeClr val="tx1"/>
                </a:solidFill>
              </a:rPr>
              <a:pPr>
                <a:spcAft>
                  <a:spcPts val="600"/>
                </a:spcAft>
              </a:pPr>
              <a:t>4</a:t>
            </a:fld>
            <a:endParaRPr lang="en-US">
              <a:solidFill>
                <a:schemeClr val="tx1"/>
              </a:solidFill>
            </a:endParaRPr>
          </a:p>
        </p:txBody>
      </p:sp>
      <p:graphicFrame>
        <p:nvGraphicFramePr>
          <p:cNvPr id="46" name="Content Placeholder 4">
            <a:extLst>
              <a:ext uri="{FF2B5EF4-FFF2-40B4-BE49-F238E27FC236}">
                <a16:creationId xmlns:a16="http://schemas.microsoft.com/office/drawing/2014/main" id="{069DCB7A-1995-BAE2-CF74-252DD3355BF3}"/>
              </a:ext>
            </a:extLst>
          </p:cNvPr>
          <p:cNvGraphicFramePr>
            <a:graphicFrameLocks noGrp="1"/>
          </p:cNvGraphicFramePr>
          <p:nvPr>
            <p:ph sz="half" idx="15"/>
            <p:extLst>
              <p:ext uri="{D42A27DB-BD31-4B8C-83A1-F6EECF244321}">
                <p14:modId xmlns:p14="http://schemas.microsoft.com/office/powerpoint/2010/main" val="2551614735"/>
              </p:ext>
            </p:extLst>
          </p:nvPr>
        </p:nvGraphicFramePr>
        <p:xfrm>
          <a:off x="1552575" y="2085283"/>
          <a:ext cx="8356855" cy="403248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0607412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0E3"/>
        </a:solidFill>
        <a:effectLst/>
      </p:bgPr>
    </p:bg>
    <p:spTree>
      <p:nvGrpSpPr>
        <p:cNvPr id="1" name="">
          <a:extLst>
            <a:ext uri="{FF2B5EF4-FFF2-40B4-BE49-F238E27FC236}">
              <a16:creationId xmlns:a16="http://schemas.microsoft.com/office/drawing/2014/main" id="{5B1ED87B-70F1-85EC-39C1-9045665908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3D6FDB-394E-423B-F8F4-F3C6AD9B6980}"/>
              </a:ext>
            </a:extLst>
          </p:cNvPr>
          <p:cNvSpPr>
            <a:spLocks noGrp="1"/>
          </p:cNvSpPr>
          <p:nvPr>
            <p:ph type="title"/>
          </p:nvPr>
        </p:nvSpPr>
        <p:spPr>
          <a:xfrm>
            <a:off x="1552574" y="854358"/>
            <a:ext cx="9866540" cy="1358140"/>
          </a:xfrm>
        </p:spPr>
        <p:txBody>
          <a:bodyPr anchor="t">
            <a:normAutofit/>
          </a:bodyPr>
          <a:lstStyle/>
          <a:p>
            <a:r>
              <a:rPr lang="en-US">
                <a:solidFill>
                  <a:schemeClr val="accent2"/>
                </a:solidFill>
              </a:rPr>
              <a:t>Project workflow process diagram</a:t>
            </a:r>
            <a:endParaRPr lang="en-ZA">
              <a:solidFill>
                <a:schemeClr val="accent2"/>
              </a:solidFill>
            </a:endParaRPr>
          </a:p>
        </p:txBody>
      </p:sp>
      <p:sp>
        <p:nvSpPr>
          <p:cNvPr id="32" name="Content Placeholder 31">
            <a:extLst>
              <a:ext uri="{FF2B5EF4-FFF2-40B4-BE49-F238E27FC236}">
                <a16:creationId xmlns:a16="http://schemas.microsoft.com/office/drawing/2014/main" id="{7C7D2DBF-B674-3402-0AE7-BD2FFEB13059}"/>
              </a:ext>
            </a:extLst>
          </p:cNvPr>
          <p:cNvSpPr>
            <a:spLocks noGrp="1"/>
          </p:cNvSpPr>
          <p:nvPr>
            <p:ph sz="half" idx="15"/>
          </p:nvPr>
        </p:nvSpPr>
        <p:spPr>
          <a:xfrm>
            <a:off x="1552575" y="3037490"/>
            <a:ext cx="1818697" cy="3312226"/>
          </a:xfrm>
        </p:spPr>
        <p:txBody>
          <a:bodyPr vert="horz" lIns="91440" tIns="45720" rIns="91440" bIns="45720" rtlCol="0" anchor="t">
            <a:normAutofit/>
          </a:bodyPr>
          <a:lstStyle/>
          <a:p>
            <a:endParaRPr lang="en-US">
              <a:solidFill>
                <a:schemeClr val="tx1"/>
              </a:solidFill>
              <a:ea typeface="+mn-lt"/>
              <a:cs typeface="+mn-lt"/>
            </a:endParaRPr>
          </a:p>
          <a:p>
            <a:pPr>
              <a:buChar char="•"/>
            </a:pPr>
            <a:endParaRPr lang="en-US" sz="2000">
              <a:solidFill>
                <a:schemeClr val="tx1"/>
              </a:solidFill>
              <a:ea typeface="+mn-lt"/>
              <a:cs typeface="+mn-lt"/>
            </a:endParaRPr>
          </a:p>
          <a:p>
            <a:r>
              <a:rPr lang="en-US">
                <a:solidFill>
                  <a:schemeClr val="tx1"/>
                </a:solidFill>
              </a:rPr>
              <a:t> </a:t>
            </a:r>
          </a:p>
        </p:txBody>
      </p:sp>
      <p:sp>
        <p:nvSpPr>
          <p:cNvPr id="19" name="Text Placeholder 2">
            <a:extLst>
              <a:ext uri="{FF2B5EF4-FFF2-40B4-BE49-F238E27FC236}">
                <a16:creationId xmlns:a16="http://schemas.microsoft.com/office/drawing/2014/main" id="{42A5BA85-4468-4AD2-19E9-89399FD09C5E}"/>
              </a:ext>
            </a:extLst>
          </p:cNvPr>
          <p:cNvSpPr>
            <a:spLocks noGrp="1"/>
          </p:cNvSpPr>
          <p:nvPr>
            <p:ph type="body" sz="quarter" idx="14"/>
          </p:nvPr>
        </p:nvSpPr>
        <p:spPr/>
        <p:txBody>
          <a:bodyPr vert="horz" lIns="91440" tIns="45720" rIns="91440" bIns="45720" rtlCol="0">
            <a:normAutofit/>
          </a:bodyPr>
          <a:lstStyle/>
          <a:p>
            <a:pPr marL="0" indent="0">
              <a:buNone/>
            </a:pPr>
            <a:endParaRPr lang="en-US" b="1"/>
          </a:p>
          <a:p>
            <a:pPr marL="0" indent="0">
              <a:buNone/>
            </a:pPr>
            <a:endParaRPr lang="en-US"/>
          </a:p>
        </p:txBody>
      </p:sp>
      <p:sp>
        <p:nvSpPr>
          <p:cNvPr id="6" name="Slide Number Placeholder 5">
            <a:extLst>
              <a:ext uri="{FF2B5EF4-FFF2-40B4-BE49-F238E27FC236}">
                <a16:creationId xmlns:a16="http://schemas.microsoft.com/office/drawing/2014/main" id="{F1F89968-86AA-802B-C581-A3025705F8FA}"/>
              </a:ext>
            </a:extLst>
          </p:cNvPr>
          <p:cNvSpPr>
            <a:spLocks noGrp="1"/>
          </p:cNvSpPr>
          <p:nvPr>
            <p:ph type="sldNum" sz="quarter" idx="12"/>
          </p:nvPr>
        </p:nvSpPr>
        <p:spPr/>
        <p:txBody>
          <a:bodyPr anchor="ctr">
            <a:normAutofit/>
          </a:bodyPr>
          <a:lstStyle/>
          <a:p>
            <a:pPr>
              <a:spcAft>
                <a:spcPts val="600"/>
              </a:spcAft>
            </a:pPr>
            <a:fld id="{B5CEABB6-07DC-46E8-9B57-56EC44A396E5}" type="slidenum">
              <a:rPr lang="en-US" dirty="0" smtClean="0">
                <a:solidFill>
                  <a:schemeClr val="tx1"/>
                </a:solidFill>
              </a:rPr>
              <a:pPr>
                <a:spcAft>
                  <a:spcPts val="600"/>
                </a:spcAft>
              </a:pPr>
              <a:t>5</a:t>
            </a:fld>
            <a:endParaRPr lang="en-US">
              <a:solidFill>
                <a:schemeClr val="tx1"/>
              </a:solidFill>
            </a:endParaRPr>
          </a:p>
        </p:txBody>
      </p:sp>
      <p:graphicFrame>
        <p:nvGraphicFramePr>
          <p:cNvPr id="4" name="Diagram 3">
            <a:extLst>
              <a:ext uri="{FF2B5EF4-FFF2-40B4-BE49-F238E27FC236}">
                <a16:creationId xmlns:a16="http://schemas.microsoft.com/office/drawing/2014/main" id="{3131DB3D-3648-4372-16F5-ADEBD99E23FC}"/>
              </a:ext>
            </a:extLst>
          </p:cNvPr>
          <p:cNvGraphicFramePr/>
          <p:nvPr>
            <p:extLst>
              <p:ext uri="{D42A27DB-BD31-4B8C-83A1-F6EECF244321}">
                <p14:modId xmlns:p14="http://schemas.microsoft.com/office/powerpoint/2010/main" val="1014500516"/>
              </p:ext>
            </p:extLst>
          </p:nvPr>
        </p:nvGraphicFramePr>
        <p:xfrm>
          <a:off x="1209780" y="1661267"/>
          <a:ext cx="10552128" cy="5727505"/>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636939580"/>
      </p:ext>
    </p:extLst>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0E3"/>
        </a:solidFill>
        <a:effectLst/>
      </p:bgPr>
    </p:bg>
    <p:spTree>
      <p:nvGrpSpPr>
        <p:cNvPr id="1" name="">
          <a:extLst>
            <a:ext uri="{FF2B5EF4-FFF2-40B4-BE49-F238E27FC236}">
              <a16:creationId xmlns:a16="http://schemas.microsoft.com/office/drawing/2014/main" id="{E9210674-2E58-84C1-43B2-E1910EEB23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26643BD-ED25-4F9C-CAB5-CF1A07B81B23}"/>
              </a:ext>
            </a:extLst>
          </p:cNvPr>
          <p:cNvSpPr>
            <a:spLocks noGrp="1"/>
          </p:cNvSpPr>
          <p:nvPr>
            <p:ph type="title"/>
          </p:nvPr>
        </p:nvSpPr>
        <p:spPr>
          <a:xfrm>
            <a:off x="1405429" y="234248"/>
            <a:ext cx="9866540" cy="1358140"/>
          </a:xfrm>
        </p:spPr>
        <p:txBody>
          <a:bodyPr anchor="t">
            <a:normAutofit/>
          </a:bodyPr>
          <a:lstStyle/>
          <a:p>
            <a:r>
              <a:rPr lang="en-US" dirty="0">
                <a:solidFill>
                  <a:schemeClr val="accent2"/>
                </a:solidFill>
              </a:rPr>
              <a:t>Dataset overview</a:t>
            </a:r>
            <a:endParaRPr lang="en-ZA" dirty="0">
              <a:solidFill>
                <a:schemeClr val="accent2"/>
              </a:solidFill>
            </a:endParaRPr>
          </a:p>
        </p:txBody>
      </p:sp>
      <p:sp>
        <p:nvSpPr>
          <p:cNvPr id="32" name="Content Placeholder 31">
            <a:extLst>
              <a:ext uri="{FF2B5EF4-FFF2-40B4-BE49-F238E27FC236}">
                <a16:creationId xmlns:a16="http://schemas.microsoft.com/office/drawing/2014/main" id="{823BC63C-728C-0564-C380-2B190EEFF1DD}"/>
              </a:ext>
            </a:extLst>
          </p:cNvPr>
          <p:cNvSpPr>
            <a:spLocks noGrp="1"/>
          </p:cNvSpPr>
          <p:nvPr>
            <p:ph sz="half" idx="15"/>
          </p:nvPr>
        </p:nvSpPr>
        <p:spPr>
          <a:xfrm>
            <a:off x="1500022" y="1145627"/>
            <a:ext cx="10574756" cy="5318235"/>
          </a:xfrm>
        </p:spPr>
        <p:txBody>
          <a:bodyPr vert="horz" lIns="91440" tIns="45720" rIns="91440" bIns="45720" rtlCol="0" anchor="t">
            <a:normAutofit/>
          </a:bodyPr>
          <a:lstStyle/>
          <a:p>
            <a:r>
              <a:rPr lang="en-US" dirty="0">
                <a:solidFill>
                  <a:schemeClr val="tx1"/>
                </a:solidFill>
              </a:rPr>
              <a:t>The BRFSS 2024 dataset includes </a:t>
            </a:r>
            <a:r>
              <a:rPr lang="en-US" b="1" dirty="0">
                <a:solidFill>
                  <a:schemeClr val="tx1"/>
                </a:solidFill>
              </a:rPr>
              <a:t>457,671 </a:t>
            </a:r>
            <a:r>
              <a:rPr lang="en-US" dirty="0">
                <a:solidFill>
                  <a:schemeClr val="tx1"/>
                </a:solidFill>
              </a:rPr>
              <a:t>records. We analyze key CHD predictors—</a:t>
            </a:r>
            <a:r>
              <a:rPr lang="en-US" b="1" dirty="0">
                <a:solidFill>
                  <a:schemeClr val="tx1"/>
                </a:solidFill>
              </a:rPr>
              <a:t>Age, Sex, Smoking, Diabetes, Exercise, General Health, and BMI</a:t>
            </a:r>
            <a:r>
              <a:rPr lang="en-US" dirty="0">
                <a:solidFill>
                  <a:schemeClr val="tx1"/>
                </a:solidFill>
              </a:rPr>
              <a:t>. Our EDA includes cleaning, class balance checks, and statistical tests. These results guide the development of two predictive models: Random Forest and Decision Tree.</a:t>
            </a:r>
          </a:p>
          <a:p>
            <a:pPr marL="285750" indent="-285750">
              <a:buChar char="•"/>
            </a:pPr>
            <a:endParaRPr lang="en-US" sz="1400" dirty="0">
              <a:solidFill>
                <a:schemeClr val="tx1"/>
              </a:solidFill>
            </a:endParaRPr>
          </a:p>
          <a:p>
            <a:pPr marL="285750" indent="-285750">
              <a:buChar char="•"/>
            </a:pPr>
            <a:endParaRPr lang="en-US" sz="1400" dirty="0">
              <a:solidFill>
                <a:schemeClr val="tx1"/>
              </a:solidFill>
            </a:endParaRPr>
          </a:p>
          <a:p>
            <a:r>
              <a:rPr lang="en-US" sz="2400" dirty="0">
                <a:solidFill>
                  <a:schemeClr val="tx1"/>
                </a:solidFill>
              </a:rPr>
              <a:t>Raw Data Transformation Process:</a:t>
            </a:r>
          </a:p>
          <a:p>
            <a:endParaRPr lang="en-US" sz="2400" dirty="0">
              <a:solidFill>
                <a:schemeClr val="tx1"/>
              </a:solidFill>
            </a:endParaRPr>
          </a:p>
          <a:p>
            <a:endParaRPr lang="en-US" sz="1400" dirty="0">
              <a:solidFill>
                <a:schemeClr val="tx1"/>
              </a:solidFill>
            </a:endParaRPr>
          </a:p>
          <a:p>
            <a:pPr marL="285750" indent="-285750">
              <a:buChar char="•"/>
            </a:pPr>
            <a:endParaRPr lang="en-US" sz="2600" dirty="0">
              <a:solidFill>
                <a:schemeClr val="tx1"/>
              </a:solidFill>
            </a:endParaRPr>
          </a:p>
          <a:p>
            <a:r>
              <a:rPr lang="en-US" sz="2000" dirty="0">
                <a:solidFill>
                  <a:schemeClr val="tx1"/>
                </a:solidFill>
              </a:rPr>
              <a:t>   </a:t>
            </a:r>
            <a:endParaRPr lang="en-US" sz="2000" dirty="0">
              <a:solidFill>
                <a:schemeClr val="tx1"/>
              </a:solidFill>
              <a:ea typeface="+mn-lt"/>
              <a:cs typeface="+mn-lt"/>
            </a:endParaRPr>
          </a:p>
          <a:p>
            <a:r>
              <a:rPr lang="en-US" dirty="0">
                <a:solidFill>
                  <a:schemeClr val="tx1"/>
                </a:solidFill>
              </a:rPr>
              <a:t> </a:t>
            </a:r>
          </a:p>
        </p:txBody>
      </p:sp>
      <p:sp>
        <p:nvSpPr>
          <p:cNvPr id="19" name="Text Placeholder 2">
            <a:extLst>
              <a:ext uri="{FF2B5EF4-FFF2-40B4-BE49-F238E27FC236}">
                <a16:creationId xmlns:a16="http://schemas.microsoft.com/office/drawing/2014/main" id="{C8F8AA25-1264-8253-35E7-01E1598B3BF2}"/>
              </a:ext>
            </a:extLst>
          </p:cNvPr>
          <p:cNvSpPr>
            <a:spLocks noGrp="1"/>
          </p:cNvSpPr>
          <p:nvPr>
            <p:ph type="body" sz="quarter" idx="14"/>
          </p:nvPr>
        </p:nvSpPr>
        <p:spPr/>
        <p:txBody>
          <a:bodyPr vert="horz" lIns="91440" tIns="45720" rIns="91440" bIns="45720" rtlCol="0">
            <a:normAutofit/>
          </a:bodyPr>
          <a:lstStyle/>
          <a:p>
            <a:pPr marL="0" indent="0">
              <a:buNone/>
            </a:pPr>
            <a:endParaRPr lang="en-US" b="1"/>
          </a:p>
          <a:p>
            <a:pPr marL="0" indent="0">
              <a:buNone/>
            </a:pPr>
            <a:endParaRPr lang="en-US"/>
          </a:p>
        </p:txBody>
      </p:sp>
      <p:sp>
        <p:nvSpPr>
          <p:cNvPr id="6" name="Slide Number Placeholder 5">
            <a:extLst>
              <a:ext uri="{FF2B5EF4-FFF2-40B4-BE49-F238E27FC236}">
                <a16:creationId xmlns:a16="http://schemas.microsoft.com/office/drawing/2014/main" id="{864C2231-6E85-7D8C-9FD8-56FBA3F4008D}"/>
              </a:ext>
            </a:extLst>
          </p:cNvPr>
          <p:cNvSpPr>
            <a:spLocks noGrp="1"/>
          </p:cNvSpPr>
          <p:nvPr>
            <p:ph type="sldNum" sz="quarter" idx="12"/>
          </p:nvPr>
        </p:nvSpPr>
        <p:spPr/>
        <p:txBody>
          <a:bodyPr anchor="ctr">
            <a:normAutofit/>
          </a:bodyPr>
          <a:lstStyle/>
          <a:p>
            <a:pPr>
              <a:spcAft>
                <a:spcPts val="600"/>
              </a:spcAft>
            </a:pPr>
            <a:fld id="{B5CEABB6-07DC-46E8-9B57-56EC44A396E5}" type="slidenum">
              <a:rPr lang="en-US" dirty="0" smtClean="0">
                <a:solidFill>
                  <a:schemeClr val="tx1"/>
                </a:solidFill>
              </a:rPr>
              <a:pPr>
                <a:spcAft>
                  <a:spcPts val="600"/>
                </a:spcAft>
              </a:pPr>
              <a:t>6</a:t>
            </a:fld>
            <a:endParaRPr lang="en-US">
              <a:solidFill>
                <a:schemeClr val="tx1"/>
              </a:solidFill>
            </a:endParaRPr>
          </a:p>
        </p:txBody>
      </p:sp>
      <p:graphicFrame>
        <p:nvGraphicFramePr>
          <p:cNvPr id="3" name="Diagram 2">
            <a:extLst>
              <a:ext uri="{FF2B5EF4-FFF2-40B4-BE49-F238E27FC236}">
                <a16:creationId xmlns:a16="http://schemas.microsoft.com/office/drawing/2014/main" id="{F3D756EE-A5CD-436D-4CAA-4FD570D2CB80}"/>
              </a:ext>
            </a:extLst>
          </p:cNvPr>
          <p:cNvGraphicFramePr/>
          <p:nvPr>
            <p:extLst>
              <p:ext uri="{D42A27DB-BD31-4B8C-83A1-F6EECF244321}">
                <p14:modId xmlns:p14="http://schemas.microsoft.com/office/powerpoint/2010/main" val="1912507433"/>
              </p:ext>
            </p:extLst>
          </p:nvPr>
        </p:nvGraphicFramePr>
        <p:xfrm>
          <a:off x="1806430" y="1737995"/>
          <a:ext cx="10574756" cy="560348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238910155"/>
      </p:ext>
    </p:extLst>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0E3"/>
        </a:solidFill>
        <a:effectLst/>
      </p:bgPr>
    </p:bg>
    <p:spTree>
      <p:nvGrpSpPr>
        <p:cNvPr id="1" name="">
          <a:extLst>
            <a:ext uri="{FF2B5EF4-FFF2-40B4-BE49-F238E27FC236}">
              <a16:creationId xmlns:a16="http://schemas.microsoft.com/office/drawing/2014/main" id="{260ACD5C-AB94-C4DB-CA2D-B19A5BBA4C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5DE939-1C5D-5AA3-1346-29CD95E457B1}"/>
              </a:ext>
            </a:extLst>
          </p:cNvPr>
          <p:cNvSpPr>
            <a:spLocks noGrp="1"/>
          </p:cNvSpPr>
          <p:nvPr>
            <p:ph type="title"/>
          </p:nvPr>
        </p:nvSpPr>
        <p:spPr>
          <a:xfrm>
            <a:off x="1485355" y="549558"/>
            <a:ext cx="9866540" cy="1358140"/>
          </a:xfrm>
        </p:spPr>
        <p:txBody>
          <a:bodyPr anchor="t">
            <a:normAutofit/>
          </a:bodyPr>
          <a:lstStyle/>
          <a:p>
            <a:r>
              <a:rPr lang="en-US" dirty="0">
                <a:solidFill>
                  <a:schemeClr val="accent2"/>
                </a:solidFill>
              </a:rPr>
              <a:t>SMART QUESTION </a:t>
            </a:r>
          </a:p>
        </p:txBody>
      </p:sp>
      <p:sp>
        <p:nvSpPr>
          <p:cNvPr id="19" name="Text Placeholder 2">
            <a:extLst>
              <a:ext uri="{FF2B5EF4-FFF2-40B4-BE49-F238E27FC236}">
                <a16:creationId xmlns:a16="http://schemas.microsoft.com/office/drawing/2014/main" id="{04A228F8-A897-6584-0B10-64E98CA03002}"/>
              </a:ext>
            </a:extLst>
          </p:cNvPr>
          <p:cNvSpPr>
            <a:spLocks noGrp="1"/>
          </p:cNvSpPr>
          <p:nvPr>
            <p:ph type="body" sz="quarter" idx="14"/>
          </p:nvPr>
        </p:nvSpPr>
        <p:spPr>
          <a:xfrm>
            <a:off x="1380251" y="1467296"/>
            <a:ext cx="10612052" cy="1108335"/>
          </a:xfrm>
        </p:spPr>
        <p:txBody>
          <a:bodyPr vert="horz" lIns="91440" tIns="45720" rIns="91440" bIns="45720" rtlCol="0" anchor="t">
            <a:normAutofit/>
          </a:bodyPr>
          <a:lstStyle/>
          <a:p>
            <a:pPr marL="0" indent="0">
              <a:buNone/>
            </a:pPr>
            <a:r>
              <a:rPr lang="en-US" sz="2000" b="1" dirty="0">
                <a:solidFill>
                  <a:schemeClr val="tx1"/>
                </a:solidFill>
              </a:rPr>
              <a:t>How do Age, Sex, Smoking_Status, Diabetes_Status, Exercise_Past_30_Days, and General_Health_Status affect the likelihood of having Coronary_Heart_Disease?</a:t>
            </a:r>
          </a:p>
        </p:txBody>
      </p:sp>
      <p:sp>
        <p:nvSpPr>
          <p:cNvPr id="6" name="Slide Number Placeholder 5">
            <a:extLst>
              <a:ext uri="{FF2B5EF4-FFF2-40B4-BE49-F238E27FC236}">
                <a16:creationId xmlns:a16="http://schemas.microsoft.com/office/drawing/2014/main" id="{5B8DE527-5688-B42A-7C62-D095A6714FA1}"/>
              </a:ext>
            </a:extLst>
          </p:cNvPr>
          <p:cNvSpPr>
            <a:spLocks noGrp="1"/>
          </p:cNvSpPr>
          <p:nvPr>
            <p:ph type="sldNum" sz="quarter" idx="12"/>
          </p:nvPr>
        </p:nvSpPr>
        <p:spPr/>
        <p:txBody>
          <a:bodyPr anchor="ctr">
            <a:normAutofit/>
          </a:bodyPr>
          <a:lstStyle/>
          <a:p>
            <a:pPr>
              <a:spcAft>
                <a:spcPts val="600"/>
              </a:spcAft>
            </a:pPr>
            <a:fld id="{B5CEABB6-07DC-46E8-9B57-56EC44A396E5}" type="slidenum">
              <a:rPr lang="en-US" smtClean="0">
                <a:solidFill>
                  <a:schemeClr val="tx1"/>
                </a:solidFill>
              </a:rPr>
              <a:pPr>
                <a:spcAft>
                  <a:spcPts val="600"/>
                </a:spcAft>
              </a:pPr>
              <a:t>7</a:t>
            </a:fld>
            <a:endParaRPr lang="en-US">
              <a:solidFill>
                <a:schemeClr val="tx1"/>
              </a:solidFill>
            </a:endParaRPr>
          </a:p>
        </p:txBody>
      </p:sp>
      <p:sp>
        <p:nvSpPr>
          <p:cNvPr id="7" name="文字方塊 6">
            <a:extLst>
              <a:ext uri="{FF2B5EF4-FFF2-40B4-BE49-F238E27FC236}">
                <a16:creationId xmlns:a16="http://schemas.microsoft.com/office/drawing/2014/main" id="{0DC07BCE-0C34-328C-0E31-17070FBEF7F2}"/>
              </a:ext>
            </a:extLst>
          </p:cNvPr>
          <p:cNvSpPr txBox="1"/>
          <p:nvPr/>
        </p:nvSpPr>
        <p:spPr>
          <a:xfrm>
            <a:off x="420414" y="3310759"/>
            <a:ext cx="184731" cy="369332"/>
          </a:xfrm>
          <a:prstGeom prst="rect">
            <a:avLst/>
          </a:prstGeom>
          <a:noFill/>
        </p:spPr>
        <p:txBody>
          <a:bodyPr wrap="none" rtlCol="0">
            <a:spAutoFit/>
          </a:bodyPr>
          <a:lstStyle/>
          <a:p>
            <a:endParaRPr kumimoji="1" lang="zh-TW" altLang="en-US"/>
          </a:p>
        </p:txBody>
      </p:sp>
      <p:sp>
        <p:nvSpPr>
          <p:cNvPr id="3" name="TextBox 2">
            <a:extLst>
              <a:ext uri="{FF2B5EF4-FFF2-40B4-BE49-F238E27FC236}">
                <a16:creationId xmlns:a16="http://schemas.microsoft.com/office/drawing/2014/main" id="{D66DF8F6-630C-9724-25BD-CA1AECE9AE9F}"/>
              </a:ext>
            </a:extLst>
          </p:cNvPr>
          <p:cNvSpPr txBox="1"/>
          <p:nvPr/>
        </p:nvSpPr>
        <p:spPr>
          <a:xfrm>
            <a:off x="1808018" y="2691245"/>
            <a:ext cx="8790709" cy="3416320"/>
          </a:xfrm>
          <a:prstGeom prst="rect">
            <a:avLst/>
          </a:prstGeom>
          <a:noFill/>
        </p:spPr>
        <p:txBody>
          <a:bodyPr wrap="square" rtlCol="0">
            <a:spAutoFit/>
          </a:bodyPr>
          <a:lstStyle/>
          <a:p>
            <a:pPr lvl="0" eaLnBrk="0" fontAlgn="base" hangingPunct="0">
              <a:spcBef>
                <a:spcPct val="0"/>
              </a:spcBef>
              <a:spcAft>
                <a:spcPct val="0"/>
              </a:spcAft>
            </a:pPr>
            <a:r>
              <a:rPr lang="en-US" altLang="en-US" dirty="0">
                <a:latin typeface="Arial" panose="020B0604020202020204" pitchFamily="34" charset="0"/>
              </a:rPr>
              <a:t>PURPOSE : </a:t>
            </a:r>
          </a:p>
          <a:p>
            <a:pPr lvl="0" eaLnBrk="0" fontAlgn="base" hangingPunct="0">
              <a:lnSpc>
                <a:spcPct val="250000"/>
              </a:lnSpc>
              <a:spcBef>
                <a:spcPct val="0"/>
              </a:spcBef>
              <a:spcAft>
                <a:spcPct val="0"/>
              </a:spcAft>
              <a:buFontTx/>
              <a:buChar char="•"/>
            </a:pPr>
            <a:r>
              <a:rPr lang="en-US" altLang="en-US" dirty="0">
                <a:latin typeface="Arial" panose="020B0604020202020204" pitchFamily="34" charset="0"/>
              </a:rPr>
              <a:t>Identify which demographic and behavioral factors most strongly influence CHD</a:t>
            </a:r>
          </a:p>
          <a:p>
            <a:pPr lvl="0" eaLnBrk="0" fontAlgn="base" hangingPunct="0">
              <a:lnSpc>
                <a:spcPct val="250000"/>
              </a:lnSpc>
              <a:spcBef>
                <a:spcPct val="0"/>
              </a:spcBef>
              <a:spcAft>
                <a:spcPct val="0"/>
              </a:spcAft>
              <a:buFontTx/>
              <a:buChar char="•"/>
            </a:pPr>
            <a:r>
              <a:rPr lang="en-US" altLang="en-US" dirty="0">
                <a:latin typeface="Arial" panose="020B0604020202020204" pitchFamily="34" charset="0"/>
              </a:rPr>
              <a:t>Compare the strength of relationships between predictors and CHD</a:t>
            </a:r>
          </a:p>
          <a:p>
            <a:pPr lvl="0" eaLnBrk="0" fontAlgn="base" hangingPunct="0">
              <a:lnSpc>
                <a:spcPct val="250000"/>
              </a:lnSpc>
              <a:spcBef>
                <a:spcPct val="0"/>
              </a:spcBef>
              <a:spcAft>
                <a:spcPct val="0"/>
              </a:spcAft>
              <a:buFontTx/>
              <a:buChar char="•"/>
            </a:pPr>
            <a:r>
              <a:rPr lang="en-US" altLang="en-US" dirty="0">
                <a:latin typeface="Arial" panose="020B0604020202020204" pitchFamily="34" charset="0"/>
              </a:rPr>
              <a:t>Prepare reliable inputs for machine learning models</a:t>
            </a:r>
          </a:p>
          <a:p>
            <a:pPr lvl="0" eaLnBrk="0" fontAlgn="base" hangingPunct="0">
              <a:lnSpc>
                <a:spcPct val="250000"/>
              </a:lnSpc>
              <a:spcBef>
                <a:spcPct val="0"/>
              </a:spcBef>
              <a:spcAft>
                <a:spcPct val="0"/>
              </a:spcAft>
              <a:buFontTx/>
              <a:buChar char="•"/>
            </a:pPr>
            <a:r>
              <a:rPr lang="en-US" altLang="en-US" dirty="0">
                <a:latin typeface="Arial" panose="020B0604020202020204" pitchFamily="34" charset="0"/>
              </a:rPr>
              <a:t>Support targeted public health interventions</a:t>
            </a:r>
          </a:p>
          <a:p>
            <a:endParaRPr lang="en-IN" dirty="0"/>
          </a:p>
        </p:txBody>
      </p:sp>
    </p:spTree>
    <p:extLst>
      <p:ext uri="{BB962C8B-B14F-4D97-AF65-F5344CB8AC3E}">
        <p14:creationId xmlns:p14="http://schemas.microsoft.com/office/powerpoint/2010/main" val="462587095"/>
      </p:ext>
    </p:extLst>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0E3"/>
        </a:solidFill>
        <a:effectLst/>
      </p:bgPr>
    </p:bg>
    <p:spTree>
      <p:nvGrpSpPr>
        <p:cNvPr id="1" name="">
          <a:extLst>
            <a:ext uri="{FF2B5EF4-FFF2-40B4-BE49-F238E27FC236}">
              <a16:creationId xmlns:a16="http://schemas.microsoft.com/office/drawing/2014/main" id="{D6E3BE18-A426-A1FB-4224-A777116B2C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A84A0B4-B373-42D9-4A9E-67D7C66AC4C3}"/>
              </a:ext>
            </a:extLst>
          </p:cNvPr>
          <p:cNvSpPr>
            <a:spLocks noGrp="1"/>
          </p:cNvSpPr>
          <p:nvPr>
            <p:ph type="title"/>
          </p:nvPr>
        </p:nvSpPr>
        <p:spPr>
          <a:xfrm>
            <a:off x="1552574" y="854358"/>
            <a:ext cx="9866540" cy="1358140"/>
          </a:xfrm>
        </p:spPr>
        <p:txBody>
          <a:bodyPr anchor="t">
            <a:normAutofit/>
          </a:bodyPr>
          <a:lstStyle/>
          <a:p>
            <a:r>
              <a:rPr lang="en-US" dirty="0">
                <a:solidFill>
                  <a:schemeClr val="accent2"/>
                </a:solidFill>
                <a:highlight>
                  <a:srgbClr val="F8F0E3"/>
                </a:highlight>
              </a:rPr>
              <a:t>RANDOM FOREST MODEL</a:t>
            </a:r>
            <a:endParaRPr lang="en-US" dirty="0">
              <a:solidFill>
                <a:schemeClr val="tx1"/>
              </a:solidFill>
              <a:highlight>
                <a:srgbClr val="F8F0E3"/>
              </a:highlight>
            </a:endParaRPr>
          </a:p>
        </p:txBody>
      </p:sp>
      <p:sp>
        <p:nvSpPr>
          <p:cNvPr id="6" name="Slide Number Placeholder 5">
            <a:extLst>
              <a:ext uri="{FF2B5EF4-FFF2-40B4-BE49-F238E27FC236}">
                <a16:creationId xmlns:a16="http://schemas.microsoft.com/office/drawing/2014/main" id="{844F5E5A-7470-E432-3BCE-0A6BB2256341}"/>
              </a:ext>
            </a:extLst>
          </p:cNvPr>
          <p:cNvSpPr>
            <a:spLocks noGrp="1"/>
          </p:cNvSpPr>
          <p:nvPr>
            <p:ph type="sldNum" sz="quarter" idx="12"/>
          </p:nvPr>
        </p:nvSpPr>
        <p:spPr/>
        <p:txBody>
          <a:bodyPr anchor="ctr">
            <a:normAutofit/>
          </a:bodyPr>
          <a:lstStyle/>
          <a:p>
            <a:pPr>
              <a:spcAft>
                <a:spcPts val="600"/>
              </a:spcAft>
            </a:pPr>
            <a:fld id="{B5CEABB6-07DC-46E8-9B57-56EC44A396E5}" type="slidenum">
              <a:rPr lang="en-US" smtClean="0">
                <a:solidFill>
                  <a:schemeClr val="tx1"/>
                </a:solidFill>
              </a:rPr>
              <a:pPr>
                <a:spcAft>
                  <a:spcPts val="600"/>
                </a:spcAft>
              </a:pPr>
              <a:t>8</a:t>
            </a:fld>
            <a:endParaRPr lang="en-US">
              <a:solidFill>
                <a:schemeClr val="tx1"/>
              </a:solidFill>
            </a:endParaRPr>
          </a:p>
        </p:txBody>
      </p:sp>
      <p:sp>
        <p:nvSpPr>
          <p:cNvPr id="7" name="文字方塊 6">
            <a:extLst>
              <a:ext uri="{FF2B5EF4-FFF2-40B4-BE49-F238E27FC236}">
                <a16:creationId xmlns:a16="http://schemas.microsoft.com/office/drawing/2014/main" id="{A587761E-F7E7-E496-8F57-EA304D5A0BEA}"/>
              </a:ext>
            </a:extLst>
          </p:cNvPr>
          <p:cNvSpPr txBox="1"/>
          <p:nvPr/>
        </p:nvSpPr>
        <p:spPr>
          <a:xfrm>
            <a:off x="420414" y="3310759"/>
            <a:ext cx="184731" cy="369332"/>
          </a:xfrm>
          <a:prstGeom prst="rect">
            <a:avLst/>
          </a:prstGeom>
          <a:noFill/>
        </p:spPr>
        <p:txBody>
          <a:bodyPr wrap="none" rtlCol="0">
            <a:spAutoFit/>
          </a:bodyPr>
          <a:lstStyle/>
          <a:p>
            <a:endParaRPr kumimoji="1" lang="zh-TW" altLang="en-US"/>
          </a:p>
        </p:txBody>
      </p:sp>
      <p:sp>
        <p:nvSpPr>
          <p:cNvPr id="3" name="Rectangle 1">
            <a:extLst>
              <a:ext uri="{FF2B5EF4-FFF2-40B4-BE49-F238E27FC236}">
                <a16:creationId xmlns:a16="http://schemas.microsoft.com/office/drawing/2014/main" id="{28DAB013-9A25-A201-2746-E37CFF77FDE9}"/>
              </a:ext>
            </a:extLst>
          </p:cNvPr>
          <p:cNvSpPr>
            <a:spLocks noGrp="1" noChangeArrowheads="1"/>
          </p:cNvSpPr>
          <p:nvPr>
            <p:ph type="body" sz="quarter" idx="14"/>
          </p:nvPr>
        </p:nvSpPr>
        <p:spPr bwMode="auto">
          <a:xfrm>
            <a:off x="1552575" y="-310882"/>
            <a:ext cx="10292583" cy="89562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q"/>
              <a:tabLst/>
            </a:pPr>
            <a:endParaRPr kumimoji="0" lang="en-US" altLang="en-US" sz="1800" b="1" i="0" u="none" strike="noStrike" cap="none" normalizeH="0" baseline="0" dirty="0">
              <a:ln>
                <a:noFill/>
              </a:ln>
              <a:solidFill>
                <a:schemeClr val="tx1"/>
              </a:solidFill>
              <a:effectLst/>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q"/>
              <a:tabLst/>
            </a:pPr>
            <a:endParaRPr lang="en-US" altLang="en-US" b="1" dirty="0">
              <a:solidFill>
                <a:schemeClr val="tx1"/>
              </a:solidFill>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q"/>
              <a:tabLst/>
            </a:pPr>
            <a:endParaRPr kumimoji="0" lang="en-US" altLang="en-US" sz="1800" b="1" i="0" u="none" strike="noStrike" cap="none" normalizeH="0" baseline="0" dirty="0">
              <a:ln>
                <a:noFill/>
              </a:ln>
              <a:solidFill>
                <a:schemeClr val="tx1"/>
              </a:solidFill>
              <a:effectLst/>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q"/>
              <a:tabLst/>
            </a:pPr>
            <a:endParaRPr lang="en-US" altLang="en-US" b="1" dirty="0">
              <a:solidFill>
                <a:schemeClr val="tx1"/>
              </a:solidFill>
            </a:endParaRP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1" i="0" u="none" strike="noStrike" cap="none" normalizeH="0" baseline="0" dirty="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None/>
              <a:tabLst/>
            </a:pPr>
            <a:endParaRPr lang="en-US" altLang="en-US" b="1" dirty="0">
              <a:solidFill>
                <a:schemeClr val="tx1"/>
              </a:solidFill>
            </a:endParaRP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b="1" i="0" u="none" strike="noStrike" cap="none" normalizeH="0" baseline="0" dirty="0">
              <a:ln>
                <a:noFill/>
              </a:ln>
              <a:solidFill>
                <a:schemeClr val="tx1"/>
              </a:solidFill>
              <a:effectLst/>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endParaRPr kumimoji="0" lang="en-US" altLang="en-US" sz="1800" b="1" i="0" u="none" strike="noStrike" cap="none" normalizeH="0" baseline="0" dirty="0">
              <a:ln>
                <a:noFill/>
              </a:ln>
              <a:solidFill>
                <a:schemeClr val="tx1"/>
              </a:solidFill>
              <a:effectLst/>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1" i="0" u="none" strike="noStrike" cap="none" normalizeH="0" baseline="0" dirty="0">
                <a:ln>
                  <a:noFill/>
                </a:ln>
                <a:solidFill>
                  <a:schemeClr val="tx1"/>
                </a:solidFill>
                <a:effectLst/>
              </a:rPr>
              <a:t>Built using </a:t>
            </a:r>
            <a:r>
              <a:rPr kumimoji="0" lang="en-US" altLang="en-US" b="1" i="0" u="none" strike="noStrike" cap="none" normalizeH="0" baseline="0" dirty="0">
                <a:ln>
                  <a:noFill/>
                </a:ln>
                <a:solidFill>
                  <a:schemeClr val="tx1"/>
                </a:solidFill>
                <a:effectLst/>
              </a:rPr>
              <a:t>ranger on cleaned dataset with key predictors</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b="1" i="0" u="none" strike="noStrike" cap="none" normalizeH="0" baseline="0" dirty="0">
                <a:ln>
                  <a:noFill/>
                </a:ln>
                <a:solidFill>
                  <a:schemeClr val="tx1"/>
                </a:solidFill>
                <a:effectLst/>
              </a:rPr>
              <a:t>Predictors:  </a:t>
            </a:r>
            <a:r>
              <a:rPr kumimoji="0" lang="en-US" altLang="en-US" sz="1800" i="0" u="none" strike="noStrike" cap="none" normalizeH="0" baseline="0" dirty="0">
                <a:ln>
                  <a:noFill/>
                </a:ln>
                <a:solidFill>
                  <a:schemeClr val="tx1"/>
                </a:solidFill>
                <a:effectLst/>
              </a:rPr>
              <a:t>Age, Sex, Smoking Status, Diabetes Status, Exercise, General Health, BMI</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pPr>
            <a:r>
              <a:rPr kumimoji="0" lang="en-US" altLang="en-US" sz="1800" i="0" u="none" strike="noStrike" cap="none" normalizeH="0" baseline="0" dirty="0">
                <a:ln>
                  <a:noFill/>
                </a:ln>
                <a:solidFill>
                  <a:schemeClr val="tx1"/>
                </a:solidFill>
                <a:effectLst/>
              </a:rPr>
              <a:t>70/30 stratified train–test split</a:t>
            </a: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q"/>
              <a:tabLst/>
            </a:pPr>
            <a:endParaRPr lang="en-US" altLang="en-US" dirty="0">
              <a:solidFill>
                <a:schemeClr val="tx1"/>
              </a:solidFill>
            </a:endParaRPr>
          </a:p>
          <a:p>
            <a:pPr marL="0" marR="0" lvl="0" indent="0" algn="l" defTabSz="914400" rtl="0" eaLnBrk="0" fontAlgn="base" latinLnBrk="0" hangingPunct="0">
              <a:lnSpc>
                <a:spcPct val="100000"/>
              </a:lnSpc>
              <a:spcBef>
                <a:spcPct val="0"/>
              </a:spcBef>
              <a:spcAft>
                <a:spcPct val="0"/>
              </a:spcAft>
              <a:buClrTx/>
              <a:buSzTx/>
              <a:buNone/>
              <a:tabLst/>
            </a:pPr>
            <a:endParaRPr kumimoji="0" lang="en-US" altLang="en-US" sz="1800" i="0" u="none" strike="noStrike" cap="none" normalizeH="0" baseline="0" dirty="0">
              <a:ln>
                <a:noFill/>
              </a:ln>
              <a:solidFill>
                <a:schemeClr val="tx1"/>
              </a:solidFill>
              <a:effectLst/>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q"/>
              <a:tabLst/>
            </a:pPr>
            <a:r>
              <a:rPr kumimoji="0" lang="en-US" altLang="en-US" sz="1800" b="1" i="0" u="none" strike="noStrike" cap="none" normalizeH="0" baseline="0" dirty="0">
                <a:ln>
                  <a:noFill/>
                </a:ln>
                <a:solidFill>
                  <a:schemeClr val="tx1"/>
                </a:solidFill>
                <a:effectLst/>
              </a:rPr>
              <a:t>Model configured with:   </a:t>
            </a:r>
          </a:p>
          <a:p>
            <a:pPr marL="0" marR="0" lvl="0" indent="0" algn="l" defTabSz="914400" rtl="0" eaLnBrk="0" fontAlgn="base" latinLnBrk="0" hangingPunct="0">
              <a:lnSpc>
                <a:spcPct val="100000"/>
              </a:lnSpc>
              <a:spcBef>
                <a:spcPct val="0"/>
              </a:spcBef>
              <a:spcAft>
                <a:spcPct val="0"/>
              </a:spcAft>
              <a:buClrTx/>
              <a:buSzTx/>
              <a:buNone/>
              <a:tabLst/>
            </a:pPr>
            <a:endParaRPr lang="en-US" altLang="en-US" b="1" dirty="0">
              <a:solidFill>
                <a:schemeClr val="tx1"/>
              </a:solidFill>
            </a:endParaRPr>
          </a:p>
          <a:p>
            <a:pPr marL="285750" lvl="0" indent="-285750" eaLnBrk="0" fontAlgn="base" hangingPunct="0">
              <a:spcBef>
                <a:spcPct val="0"/>
              </a:spcBef>
              <a:spcAft>
                <a:spcPct val="0"/>
              </a:spcAft>
              <a:buFont typeface="Arial" panose="020B0604020202020204" pitchFamily="34" charset="0"/>
              <a:buChar char="•"/>
            </a:pPr>
            <a:r>
              <a:rPr lang="en-US" altLang="en-US" dirty="0">
                <a:solidFill>
                  <a:schemeClr val="tx1"/>
                </a:solidFill>
                <a:latin typeface="Arial" panose="020B0604020202020204" pitchFamily="34" charset="0"/>
              </a:rPr>
              <a:t>500 trees</a:t>
            </a:r>
          </a:p>
          <a:p>
            <a:pPr marL="285750" lvl="0" indent="-285750" eaLnBrk="0" fontAlgn="base" hangingPunct="0">
              <a:spcBef>
                <a:spcPct val="0"/>
              </a:spcBef>
              <a:spcAft>
                <a:spcPct val="0"/>
              </a:spcAft>
              <a:buFont typeface="Arial" panose="020B0604020202020204" pitchFamily="34" charset="0"/>
              <a:buChar char="•"/>
            </a:pPr>
            <a:r>
              <a:rPr lang="en-US" altLang="en-US" dirty="0" err="1">
                <a:solidFill>
                  <a:schemeClr val="tx1"/>
                </a:solidFill>
                <a:latin typeface="Arial" panose="020B0604020202020204" pitchFamily="34" charset="0"/>
              </a:rPr>
              <a:t>Mtry</a:t>
            </a:r>
            <a:r>
              <a:rPr lang="en-US" altLang="en-US" dirty="0">
                <a:solidFill>
                  <a:schemeClr val="tx1"/>
                </a:solidFill>
                <a:latin typeface="Arial" panose="020B0604020202020204" pitchFamily="34" charset="0"/>
              </a:rPr>
              <a:t> = √p</a:t>
            </a:r>
          </a:p>
          <a:p>
            <a:pPr marL="285750" lvl="0" indent="-285750" eaLnBrk="0" fontAlgn="base" hangingPunct="0">
              <a:spcBef>
                <a:spcPct val="0"/>
              </a:spcBef>
              <a:spcAft>
                <a:spcPct val="0"/>
              </a:spcAft>
              <a:buFont typeface="Arial" panose="020B0604020202020204" pitchFamily="34" charset="0"/>
              <a:buChar char="•"/>
            </a:pPr>
            <a:r>
              <a:rPr lang="en-US" altLang="en-US" dirty="0">
                <a:solidFill>
                  <a:schemeClr val="tx1"/>
                </a:solidFill>
                <a:latin typeface="Arial" panose="020B0604020202020204" pitchFamily="34" charset="0"/>
              </a:rPr>
              <a:t>Permutation importance</a:t>
            </a:r>
          </a:p>
          <a:p>
            <a:pPr marL="285750" lvl="0" indent="-285750" eaLnBrk="0" fontAlgn="base" hangingPunct="0">
              <a:spcBef>
                <a:spcPct val="0"/>
              </a:spcBef>
              <a:spcAft>
                <a:spcPct val="0"/>
              </a:spcAft>
              <a:buFont typeface="Arial" panose="020B0604020202020204" pitchFamily="34" charset="0"/>
              <a:buChar char="•"/>
            </a:pPr>
            <a:r>
              <a:rPr lang="en-US" altLang="en-US" dirty="0">
                <a:solidFill>
                  <a:schemeClr val="tx1"/>
                </a:solidFill>
                <a:latin typeface="Arial" panose="020B0604020202020204" pitchFamily="34" charset="0"/>
              </a:rPr>
              <a:t>Min node size = 5</a:t>
            </a:r>
          </a:p>
          <a:p>
            <a:pPr marL="285750" lvl="0" indent="-285750" eaLnBrk="0" fontAlgn="base" hangingPunct="0">
              <a:spcBef>
                <a:spcPct val="0"/>
              </a:spcBef>
              <a:spcAft>
                <a:spcPct val="0"/>
              </a:spcAft>
              <a:buFont typeface="Arial" panose="020B0604020202020204" pitchFamily="34" charset="0"/>
              <a:buChar char="•"/>
            </a:pPr>
            <a:r>
              <a:rPr lang="en-US" altLang="en-US" dirty="0">
                <a:solidFill>
                  <a:schemeClr val="tx1"/>
                </a:solidFill>
                <a:latin typeface="Arial" panose="020B0604020202020204" pitchFamily="34" charset="0"/>
              </a:rPr>
              <a:t>Probability outputs enabled</a:t>
            </a:r>
          </a:p>
          <a:p>
            <a:pPr marL="0" lvl="0" indent="0" eaLnBrk="0" fontAlgn="base" hangingPunct="0">
              <a:spcBef>
                <a:spcPct val="0"/>
              </a:spcBef>
              <a:spcAft>
                <a:spcPct val="0"/>
              </a:spcAft>
              <a:buNone/>
            </a:pPr>
            <a:endParaRPr lang="en-US" altLang="en-US" b="1" dirty="0">
              <a:solidFill>
                <a:schemeClr val="tx1"/>
              </a:solidFill>
              <a:latin typeface="Arial" panose="020B0604020202020204" pitchFamily="34" charset="0"/>
            </a:endParaRPr>
          </a:p>
          <a:p>
            <a:pPr marL="0" lvl="0" indent="0" eaLnBrk="0" fontAlgn="base" hangingPunct="0">
              <a:spcBef>
                <a:spcPct val="0"/>
              </a:spcBef>
              <a:spcAft>
                <a:spcPct val="0"/>
              </a:spcAft>
              <a:buNone/>
            </a:pPr>
            <a:endParaRPr lang="en-US" altLang="en-US" dirty="0">
              <a:solidFill>
                <a:schemeClr val="tx1"/>
              </a:solidFill>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None/>
              <a:tabLst/>
            </a:pPr>
            <a:endParaRPr lang="en-US" altLang="en-US" b="1" dirty="0">
              <a:solidFill>
                <a:schemeClr val="tx1"/>
              </a:solidFill>
            </a:endParaRPr>
          </a:p>
          <a:p>
            <a:pPr marL="0" marR="0" lvl="0" indent="0" algn="l" defTabSz="914400" rtl="0" eaLnBrk="0" fontAlgn="base" latinLnBrk="0" hangingPunct="0">
              <a:lnSpc>
                <a:spcPct val="100000"/>
              </a:lnSpc>
              <a:spcBef>
                <a:spcPct val="0"/>
              </a:spcBef>
              <a:spcAft>
                <a:spcPct val="0"/>
              </a:spcAft>
              <a:buClrTx/>
              <a:buSzTx/>
              <a:buNone/>
              <a:tabLst/>
            </a:pPr>
            <a:endParaRPr lang="en-US" altLang="en-US" b="1" dirty="0">
              <a:solidFill>
                <a:schemeClr val="tx1"/>
              </a:solidFill>
            </a:endParaRPr>
          </a:p>
          <a:p>
            <a:pPr marL="0" marR="0" lvl="0" indent="0" algn="l" defTabSz="914400" rtl="0" eaLnBrk="0" fontAlgn="base" latinLnBrk="0" hangingPunct="0">
              <a:lnSpc>
                <a:spcPct val="100000"/>
              </a:lnSpc>
              <a:spcBef>
                <a:spcPct val="0"/>
              </a:spcBef>
              <a:spcAft>
                <a:spcPct val="0"/>
              </a:spcAft>
              <a:buClrTx/>
              <a:buSzTx/>
              <a:buNone/>
              <a:tabLst/>
            </a:pPr>
            <a:endParaRPr lang="en-US" altLang="en-US" b="1" dirty="0">
              <a:solidFill>
                <a:schemeClr val="tx1"/>
              </a:solidFill>
            </a:endParaRPr>
          </a:p>
          <a:p>
            <a:pPr marL="0" marR="0" lvl="0" indent="0" algn="l" defTabSz="914400" rtl="0" eaLnBrk="0" fontAlgn="base" latinLnBrk="0" hangingPunct="0">
              <a:lnSpc>
                <a:spcPct val="100000"/>
              </a:lnSpc>
              <a:spcBef>
                <a:spcPct val="0"/>
              </a:spcBef>
              <a:spcAft>
                <a:spcPct val="0"/>
              </a:spcAft>
              <a:buClrTx/>
              <a:buSzTx/>
              <a:buNone/>
              <a:tabLst/>
            </a:pPr>
            <a:endParaRPr lang="en-US" altLang="en-US" b="1" dirty="0">
              <a:solidFill>
                <a:schemeClr val="tx1"/>
              </a:solidFill>
            </a:endParaRPr>
          </a:p>
          <a:p>
            <a:pPr marL="0" marR="0" lvl="0" indent="0" algn="l" defTabSz="914400" rtl="0" eaLnBrk="0" fontAlgn="base" latinLnBrk="0" hangingPunct="0">
              <a:lnSpc>
                <a:spcPct val="100000"/>
              </a:lnSpc>
              <a:spcBef>
                <a:spcPct val="0"/>
              </a:spcBef>
              <a:spcAft>
                <a:spcPct val="0"/>
              </a:spcAft>
              <a:buClrTx/>
              <a:buSzTx/>
              <a:buNone/>
              <a:tabLst/>
            </a:pPr>
            <a:endParaRPr lang="en-US" altLang="en-US" b="1" dirty="0">
              <a:solidFill>
                <a:schemeClr val="tx1"/>
              </a:solidFill>
            </a:endParaRPr>
          </a:p>
          <a:p>
            <a:pPr marL="0" marR="0" lvl="0" indent="0" algn="l" defTabSz="914400" rtl="0" eaLnBrk="0" fontAlgn="base" latinLnBrk="0" hangingPunct="0">
              <a:lnSpc>
                <a:spcPct val="100000"/>
              </a:lnSpc>
              <a:spcBef>
                <a:spcPct val="0"/>
              </a:spcBef>
              <a:spcAft>
                <a:spcPct val="0"/>
              </a:spcAft>
              <a:buClrTx/>
              <a:buSzTx/>
              <a:buNone/>
              <a:tabLst/>
            </a:pPr>
            <a:endParaRPr lang="en-US" altLang="en-US" b="1" dirty="0">
              <a:solidFill>
                <a:schemeClr val="tx1"/>
              </a:solidFill>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q"/>
              <a:tabLst/>
            </a:pPr>
            <a:endParaRPr kumimoji="0" lang="en-US" altLang="en-US" sz="1800" b="1" i="0" u="none" strike="noStrike" cap="none" normalizeH="0" baseline="0" dirty="0">
              <a:ln>
                <a:noFill/>
              </a:ln>
              <a:solidFill>
                <a:schemeClr val="tx1"/>
              </a:solidFill>
              <a:effectLst/>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q"/>
              <a:tabLst/>
            </a:pPr>
            <a:endParaRPr lang="en-US" altLang="en-US" b="1" dirty="0">
              <a:solidFill>
                <a:schemeClr val="tx1"/>
              </a:solidFill>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q"/>
              <a:tabLst/>
            </a:pPr>
            <a:endParaRPr kumimoji="0" lang="en-US" altLang="en-US" sz="1800" b="1" i="0" u="none" strike="noStrike" cap="none" normalizeH="0" baseline="0" dirty="0">
              <a:ln>
                <a:noFill/>
              </a:ln>
              <a:solidFill>
                <a:schemeClr val="tx1"/>
              </a:solidFill>
              <a:effectLst/>
            </a:endParaRPr>
          </a:p>
          <a:p>
            <a:pPr marL="285750" marR="0" lvl="0" indent="-285750" algn="l" defTabSz="914400" rtl="0" eaLnBrk="0" fontAlgn="base" latinLnBrk="0" hangingPunct="0">
              <a:lnSpc>
                <a:spcPct val="100000"/>
              </a:lnSpc>
              <a:spcBef>
                <a:spcPct val="0"/>
              </a:spcBef>
              <a:spcAft>
                <a:spcPct val="0"/>
              </a:spcAft>
              <a:buClrTx/>
              <a:buSzTx/>
              <a:buFont typeface="Wingdings" panose="05000000000000000000" pitchFamily="2" charset="2"/>
              <a:buChar char="q"/>
              <a:tabLst/>
            </a:pPr>
            <a:endParaRPr kumimoji="0" lang="en-US" altLang="en-US" sz="1800" b="1" i="0" u="none" strike="noStrike" cap="none" normalizeH="0" baseline="0" dirty="0">
              <a:ln>
                <a:noFill/>
              </a:ln>
              <a:solidFill>
                <a:schemeClr val="tx1"/>
              </a:solidFill>
              <a:effectLst/>
            </a:endParaRPr>
          </a:p>
        </p:txBody>
      </p:sp>
    </p:spTree>
    <p:extLst>
      <p:ext uri="{BB962C8B-B14F-4D97-AF65-F5344CB8AC3E}">
        <p14:creationId xmlns:p14="http://schemas.microsoft.com/office/powerpoint/2010/main" val="630653918"/>
      </p:ext>
    </p:extLst>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0E3"/>
        </a:solidFill>
        <a:effectLst/>
      </p:bgPr>
    </p:bg>
    <p:spTree>
      <p:nvGrpSpPr>
        <p:cNvPr id="1" name="">
          <a:extLst>
            <a:ext uri="{FF2B5EF4-FFF2-40B4-BE49-F238E27FC236}">
              <a16:creationId xmlns:a16="http://schemas.microsoft.com/office/drawing/2014/main" id="{4891388B-B788-26CE-BB39-D9D5DEBC68D0}"/>
            </a:ext>
          </a:extLst>
        </p:cNvPr>
        <p:cNvGrpSpPr/>
        <p:nvPr/>
      </p:nvGrpSpPr>
      <p:grpSpPr>
        <a:xfrm>
          <a:off x="0" y="0"/>
          <a:ext cx="0" cy="0"/>
          <a:chOff x="0" y="0"/>
          <a:chExt cx="0" cy="0"/>
        </a:xfrm>
      </p:grpSpPr>
      <p:sp>
        <p:nvSpPr>
          <p:cNvPr id="19" name="Text Placeholder 2">
            <a:extLst>
              <a:ext uri="{FF2B5EF4-FFF2-40B4-BE49-F238E27FC236}">
                <a16:creationId xmlns:a16="http://schemas.microsoft.com/office/drawing/2014/main" id="{32F98937-77E4-F940-42E8-B34E72C996D9}"/>
              </a:ext>
            </a:extLst>
          </p:cNvPr>
          <p:cNvSpPr>
            <a:spLocks noGrp="1"/>
          </p:cNvSpPr>
          <p:nvPr>
            <p:ph type="body" sz="quarter" idx="14"/>
          </p:nvPr>
        </p:nvSpPr>
        <p:spPr>
          <a:xfrm>
            <a:off x="1678699" y="3031691"/>
            <a:ext cx="7795578" cy="1541290"/>
          </a:xfrm>
        </p:spPr>
        <p:txBody>
          <a:bodyPr vert="horz" lIns="91440" tIns="45720" rIns="91440" bIns="45720" rtlCol="0" anchor="t">
            <a:normAutofit/>
          </a:bodyPr>
          <a:lstStyle/>
          <a:p>
            <a:pPr marL="0" indent="0">
              <a:buNone/>
            </a:pPr>
            <a:r>
              <a:rPr lang="en-US" b="1" dirty="0">
                <a:solidFill>
                  <a:schemeClr val="tx1"/>
                </a:solidFill>
              </a:rPr>
              <a:t>Key Insights:</a:t>
            </a:r>
            <a:endParaRPr lang="en-US" dirty="0">
              <a:solidFill>
                <a:schemeClr val="tx1"/>
              </a:solidFill>
            </a:endParaRPr>
          </a:p>
          <a:p>
            <a:r>
              <a:rPr lang="en-US" dirty="0">
                <a:solidFill>
                  <a:schemeClr val="tx1"/>
                </a:solidFill>
              </a:rPr>
              <a:t>Top predictors: </a:t>
            </a:r>
            <a:r>
              <a:rPr lang="en-US" b="1" dirty="0">
                <a:solidFill>
                  <a:schemeClr val="tx1"/>
                </a:solidFill>
              </a:rPr>
              <a:t>Age</a:t>
            </a:r>
            <a:r>
              <a:rPr lang="en-US" dirty="0">
                <a:solidFill>
                  <a:schemeClr val="tx1"/>
                </a:solidFill>
              </a:rPr>
              <a:t>, </a:t>
            </a:r>
            <a:r>
              <a:rPr lang="en-US" b="1" dirty="0">
                <a:solidFill>
                  <a:schemeClr val="tx1"/>
                </a:solidFill>
              </a:rPr>
              <a:t>General Health</a:t>
            </a:r>
            <a:r>
              <a:rPr lang="en-US" dirty="0">
                <a:solidFill>
                  <a:schemeClr val="tx1"/>
                </a:solidFill>
              </a:rPr>
              <a:t>, </a:t>
            </a:r>
            <a:r>
              <a:rPr lang="en-US" b="1" dirty="0">
                <a:solidFill>
                  <a:schemeClr val="tx1"/>
                </a:solidFill>
              </a:rPr>
              <a:t>Diabetes Status</a:t>
            </a:r>
            <a:endParaRPr lang="en-US" dirty="0">
              <a:solidFill>
                <a:schemeClr val="tx1"/>
              </a:solidFill>
            </a:endParaRPr>
          </a:p>
          <a:p>
            <a:r>
              <a:rPr lang="en-US" dirty="0">
                <a:solidFill>
                  <a:schemeClr val="tx1"/>
                </a:solidFill>
              </a:rPr>
              <a:t>Random Forest provides </a:t>
            </a:r>
            <a:r>
              <a:rPr lang="en-US" b="1" dirty="0">
                <a:solidFill>
                  <a:schemeClr val="tx1"/>
                </a:solidFill>
              </a:rPr>
              <a:t>higher predictive power vs Decision Tree</a:t>
            </a:r>
          </a:p>
          <a:p>
            <a:r>
              <a:rPr lang="en-US" dirty="0">
                <a:solidFill>
                  <a:schemeClr val="tx1">
                    <a:lumMod val="95000"/>
                    <a:lumOff val="5000"/>
                  </a:schemeClr>
                </a:solidFill>
              </a:rPr>
              <a:t>Well-suited for identifying high-risk CHD individuals</a:t>
            </a:r>
          </a:p>
          <a:p>
            <a:endParaRPr lang="en-US" b="1" dirty="0">
              <a:solidFill>
                <a:schemeClr val="tx1"/>
              </a:solidFill>
            </a:endParaRPr>
          </a:p>
        </p:txBody>
      </p:sp>
      <p:sp>
        <p:nvSpPr>
          <p:cNvPr id="6" name="Slide Number Placeholder 5">
            <a:extLst>
              <a:ext uri="{FF2B5EF4-FFF2-40B4-BE49-F238E27FC236}">
                <a16:creationId xmlns:a16="http://schemas.microsoft.com/office/drawing/2014/main" id="{80D9A5B0-0E63-CB8D-9E7B-E0FF7966750E}"/>
              </a:ext>
            </a:extLst>
          </p:cNvPr>
          <p:cNvSpPr>
            <a:spLocks noGrp="1"/>
          </p:cNvSpPr>
          <p:nvPr>
            <p:ph type="sldNum" sz="quarter" idx="12"/>
          </p:nvPr>
        </p:nvSpPr>
        <p:spPr/>
        <p:txBody>
          <a:bodyPr anchor="ctr">
            <a:normAutofit/>
          </a:bodyPr>
          <a:lstStyle/>
          <a:p>
            <a:pPr>
              <a:spcAft>
                <a:spcPts val="600"/>
              </a:spcAft>
            </a:pPr>
            <a:fld id="{B5CEABB6-07DC-46E8-9B57-56EC44A396E5}" type="slidenum">
              <a:rPr lang="en-US" smtClean="0">
                <a:solidFill>
                  <a:schemeClr val="tx1"/>
                </a:solidFill>
              </a:rPr>
              <a:pPr>
                <a:spcAft>
                  <a:spcPts val="600"/>
                </a:spcAft>
              </a:pPr>
              <a:t>9</a:t>
            </a:fld>
            <a:endParaRPr lang="en-US">
              <a:solidFill>
                <a:schemeClr val="tx1"/>
              </a:solidFill>
            </a:endParaRPr>
          </a:p>
        </p:txBody>
      </p:sp>
      <p:sp>
        <p:nvSpPr>
          <p:cNvPr id="7" name="文字方塊 6">
            <a:extLst>
              <a:ext uri="{FF2B5EF4-FFF2-40B4-BE49-F238E27FC236}">
                <a16:creationId xmlns:a16="http://schemas.microsoft.com/office/drawing/2014/main" id="{07232C82-2A54-58D0-E9EA-D3DDD5AB5761}"/>
              </a:ext>
            </a:extLst>
          </p:cNvPr>
          <p:cNvSpPr txBox="1"/>
          <p:nvPr/>
        </p:nvSpPr>
        <p:spPr>
          <a:xfrm>
            <a:off x="420414" y="3310759"/>
            <a:ext cx="184731" cy="369332"/>
          </a:xfrm>
          <a:prstGeom prst="rect">
            <a:avLst/>
          </a:prstGeom>
          <a:noFill/>
        </p:spPr>
        <p:txBody>
          <a:bodyPr wrap="none" rtlCol="0">
            <a:spAutoFit/>
          </a:bodyPr>
          <a:lstStyle/>
          <a:p>
            <a:endParaRPr kumimoji="1" lang="zh-TW" altLang="en-US"/>
          </a:p>
        </p:txBody>
      </p:sp>
      <p:sp>
        <p:nvSpPr>
          <p:cNvPr id="4" name="TextBox 3">
            <a:extLst>
              <a:ext uri="{FF2B5EF4-FFF2-40B4-BE49-F238E27FC236}">
                <a16:creationId xmlns:a16="http://schemas.microsoft.com/office/drawing/2014/main" id="{A73F51C9-C4E2-90E8-5BF3-EC5F321E2E79}"/>
              </a:ext>
            </a:extLst>
          </p:cNvPr>
          <p:cNvSpPr txBox="1"/>
          <p:nvPr/>
        </p:nvSpPr>
        <p:spPr>
          <a:xfrm>
            <a:off x="1678699" y="1277365"/>
            <a:ext cx="5361710" cy="1754326"/>
          </a:xfrm>
          <a:prstGeom prst="rect">
            <a:avLst/>
          </a:prstGeom>
          <a:noFill/>
        </p:spPr>
        <p:txBody>
          <a:bodyPr wrap="square" rtlCol="0">
            <a:spAutoFit/>
          </a:bodyPr>
          <a:lstStyle/>
          <a:p>
            <a:r>
              <a:rPr lang="en-US" b="1" dirty="0"/>
              <a:t>Performance:</a:t>
            </a:r>
          </a:p>
          <a:p>
            <a:r>
              <a:rPr lang="en-US" dirty="0"/>
              <a:t>Accuracy: ~</a:t>
            </a:r>
            <a:r>
              <a:rPr lang="en-US" b="1" dirty="0"/>
              <a:t>0.77</a:t>
            </a:r>
          </a:p>
          <a:p>
            <a:r>
              <a:rPr lang="en-US" dirty="0"/>
              <a:t>AUC: ~</a:t>
            </a:r>
            <a:r>
              <a:rPr lang="en-US" b="1" dirty="0"/>
              <a:t>0.84</a:t>
            </a:r>
          </a:p>
          <a:p>
            <a:r>
              <a:rPr lang="en-US" dirty="0"/>
              <a:t>Balanced sensitivity &amp; specificity</a:t>
            </a:r>
          </a:p>
          <a:p>
            <a:r>
              <a:rPr lang="en-US" dirty="0"/>
              <a:t>Good calibration (OOB Brier Score = </a:t>
            </a:r>
            <a:r>
              <a:rPr lang="en-US" b="1" dirty="0"/>
              <a:t>0.162</a:t>
            </a:r>
            <a:r>
              <a:rPr lang="en-US" dirty="0"/>
              <a:t>)</a:t>
            </a:r>
          </a:p>
          <a:p>
            <a:endParaRPr lang="en-IN" dirty="0"/>
          </a:p>
        </p:txBody>
      </p:sp>
    </p:spTree>
    <p:extLst>
      <p:ext uri="{BB962C8B-B14F-4D97-AF65-F5344CB8AC3E}">
        <p14:creationId xmlns:p14="http://schemas.microsoft.com/office/powerpoint/2010/main" val="639103986"/>
      </p:ext>
    </p:extLst>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0E3"/>
        </a:solidFill>
        <a:effectLst/>
      </p:bgPr>
    </p:bg>
    <p:spTree>
      <p:nvGrpSpPr>
        <p:cNvPr id="1" name="">
          <a:extLst>
            <a:ext uri="{FF2B5EF4-FFF2-40B4-BE49-F238E27FC236}">
              <a16:creationId xmlns:a16="http://schemas.microsoft.com/office/drawing/2014/main" id="{3E93FAB0-FDD8-F356-5B36-82C159E643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C99C418-E18D-C788-BADA-310E8981B53C}"/>
              </a:ext>
            </a:extLst>
          </p:cNvPr>
          <p:cNvSpPr>
            <a:spLocks noGrp="1"/>
          </p:cNvSpPr>
          <p:nvPr>
            <p:ph type="title"/>
          </p:nvPr>
        </p:nvSpPr>
        <p:spPr>
          <a:xfrm>
            <a:off x="1552574" y="854358"/>
            <a:ext cx="9866540" cy="1358140"/>
          </a:xfrm>
        </p:spPr>
        <p:txBody>
          <a:bodyPr anchor="t">
            <a:normAutofit/>
          </a:bodyPr>
          <a:lstStyle/>
          <a:p>
            <a:r>
              <a:rPr lang="en-US" dirty="0" err="1">
                <a:solidFill>
                  <a:schemeClr val="accent2"/>
                </a:solidFill>
              </a:rPr>
              <a:t>RAnDOM</a:t>
            </a:r>
            <a:r>
              <a:rPr lang="en-US" dirty="0">
                <a:solidFill>
                  <a:schemeClr val="accent2"/>
                </a:solidFill>
              </a:rPr>
              <a:t> FOREST : ROC AND FEATURE IMPORTANCE</a:t>
            </a:r>
          </a:p>
        </p:txBody>
      </p:sp>
      <p:sp>
        <p:nvSpPr>
          <p:cNvPr id="19" name="Text Placeholder 2">
            <a:extLst>
              <a:ext uri="{FF2B5EF4-FFF2-40B4-BE49-F238E27FC236}">
                <a16:creationId xmlns:a16="http://schemas.microsoft.com/office/drawing/2014/main" id="{EFD050B6-BD2D-E6FD-B6CE-D813C30EC60E}"/>
              </a:ext>
            </a:extLst>
          </p:cNvPr>
          <p:cNvSpPr>
            <a:spLocks noGrp="1"/>
          </p:cNvSpPr>
          <p:nvPr>
            <p:ph type="body" sz="quarter" idx="14"/>
          </p:nvPr>
        </p:nvSpPr>
        <p:spPr>
          <a:xfrm>
            <a:off x="1198179" y="2212498"/>
            <a:ext cx="8135007" cy="4276717"/>
          </a:xfrm>
        </p:spPr>
        <p:txBody>
          <a:bodyPr vert="horz" lIns="91440" tIns="45720" rIns="91440" bIns="45720" rtlCol="0" anchor="t">
            <a:normAutofit/>
          </a:bodyPr>
          <a:lstStyle/>
          <a:p>
            <a:pPr marL="0" indent="0">
              <a:buNone/>
            </a:pPr>
            <a:r>
              <a:rPr lang="en-US" b="1" dirty="0">
                <a:solidFill>
                  <a:schemeClr val="tx1"/>
                </a:solidFill>
              </a:rPr>
              <a:t>ROC Results:</a:t>
            </a:r>
            <a:endParaRPr lang="en-US" dirty="0">
              <a:solidFill>
                <a:schemeClr val="tx1"/>
              </a:solidFill>
            </a:endParaRPr>
          </a:p>
          <a:p>
            <a:pPr>
              <a:buFont typeface="Arial" panose="020B0604020202020204" pitchFamily="34" charset="0"/>
              <a:buChar char="•"/>
            </a:pPr>
            <a:r>
              <a:rPr lang="en-US" dirty="0">
                <a:solidFill>
                  <a:schemeClr val="tx1"/>
                </a:solidFill>
              </a:rPr>
              <a:t>ROC curve significantly above diagonal</a:t>
            </a:r>
          </a:p>
          <a:p>
            <a:pPr>
              <a:buFont typeface="Arial" panose="020B0604020202020204" pitchFamily="34" charset="0"/>
              <a:buChar char="•"/>
            </a:pPr>
            <a:r>
              <a:rPr lang="en-US" dirty="0">
                <a:solidFill>
                  <a:schemeClr val="tx1"/>
                </a:solidFill>
              </a:rPr>
              <a:t>Random Forest shows strong discrimination between CHD vs Non-CHD</a:t>
            </a:r>
          </a:p>
          <a:p>
            <a:pPr>
              <a:buFont typeface="Arial" panose="020B0604020202020204" pitchFamily="34" charset="0"/>
              <a:buChar char="•"/>
            </a:pPr>
            <a:r>
              <a:rPr lang="en-US" dirty="0">
                <a:solidFill>
                  <a:schemeClr val="tx1"/>
                </a:solidFill>
              </a:rPr>
              <a:t>AUC = 0.837</a:t>
            </a:r>
          </a:p>
          <a:p>
            <a:endParaRPr lang="en-US" b="1" dirty="0">
              <a:solidFill>
                <a:schemeClr val="tx1"/>
              </a:solidFill>
            </a:endParaRPr>
          </a:p>
          <a:p>
            <a:pPr marL="0" indent="0">
              <a:buNone/>
            </a:pPr>
            <a:r>
              <a:rPr lang="en-IN" b="1" dirty="0">
                <a:solidFill>
                  <a:schemeClr val="tx1"/>
                </a:solidFill>
              </a:rPr>
              <a:t>Variable Importance (Permutation):</a:t>
            </a:r>
          </a:p>
          <a:p>
            <a:pPr marL="0" lvl="0" indent="0" eaLnBrk="0" fontAlgn="base" hangingPunct="0">
              <a:spcBef>
                <a:spcPct val="0"/>
              </a:spcBef>
              <a:spcAft>
                <a:spcPct val="0"/>
              </a:spcAft>
              <a:buFontTx/>
              <a:buChar char="•"/>
            </a:pPr>
            <a:r>
              <a:rPr lang="en-US" altLang="en-US" dirty="0">
                <a:solidFill>
                  <a:schemeClr val="tx1"/>
                </a:solidFill>
                <a:latin typeface="Arial" panose="020B0604020202020204" pitchFamily="34" charset="0"/>
              </a:rPr>
              <a:t>Age</a:t>
            </a:r>
          </a:p>
          <a:p>
            <a:pPr marL="0" lvl="0" indent="0" eaLnBrk="0" fontAlgn="base" hangingPunct="0">
              <a:spcBef>
                <a:spcPct val="0"/>
              </a:spcBef>
              <a:spcAft>
                <a:spcPct val="0"/>
              </a:spcAft>
              <a:buFontTx/>
              <a:buChar char="•"/>
            </a:pPr>
            <a:r>
              <a:rPr lang="en-US" altLang="en-US" dirty="0">
                <a:solidFill>
                  <a:schemeClr val="tx1"/>
                </a:solidFill>
                <a:latin typeface="Arial" panose="020B0604020202020204" pitchFamily="34" charset="0"/>
              </a:rPr>
              <a:t>General Health Status</a:t>
            </a:r>
          </a:p>
          <a:p>
            <a:pPr marL="0" lvl="0" indent="0" eaLnBrk="0" fontAlgn="base" hangingPunct="0">
              <a:spcBef>
                <a:spcPct val="0"/>
              </a:spcBef>
              <a:spcAft>
                <a:spcPct val="0"/>
              </a:spcAft>
              <a:buFontTx/>
              <a:buChar char="•"/>
            </a:pPr>
            <a:r>
              <a:rPr lang="en-US" altLang="en-US" dirty="0">
                <a:solidFill>
                  <a:schemeClr val="tx1"/>
                </a:solidFill>
                <a:latin typeface="Arial" panose="020B0604020202020204" pitchFamily="34" charset="0"/>
              </a:rPr>
              <a:t>Diabetes Status</a:t>
            </a:r>
          </a:p>
          <a:p>
            <a:pPr marL="0" lvl="0" indent="0" eaLnBrk="0" fontAlgn="base" hangingPunct="0">
              <a:spcBef>
                <a:spcPct val="0"/>
              </a:spcBef>
              <a:spcAft>
                <a:spcPct val="0"/>
              </a:spcAft>
              <a:buFontTx/>
              <a:buChar char="•"/>
            </a:pPr>
            <a:r>
              <a:rPr lang="en-US" altLang="en-US" dirty="0">
                <a:solidFill>
                  <a:schemeClr val="tx1"/>
                </a:solidFill>
                <a:latin typeface="Arial" panose="020B0604020202020204" pitchFamily="34" charset="0"/>
              </a:rPr>
              <a:t>Sex</a:t>
            </a:r>
          </a:p>
          <a:p>
            <a:pPr marL="0" lvl="0" indent="0" eaLnBrk="0" fontAlgn="base" hangingPunct="0">
              <a:spcBef>
                <a:spcPct val="0"/>
              </a:spcBef>
              <a:spcAft>
                <a:spcPct val="0"/>
              </a:spcAft>
              <a:buFontTx/>
              <a:buChar char="•"/>
            </a:pPr>
            <a:r>
              <a:rPr lang="en-US" altLang="en-US" dirty="0">
                <a:solidFill>
                  <a:schemeClr val="tx1"/>
                </a:solidFill>
                <a:latin typeface="Arial" panose="020B0604020202020204" pitchFamily="34" charset="0"/>
              </a:rPr>
              <a:t>Smoking</a:t>
            </a:r>
          </a:p>
          <a:p>
            <a:pPr marL="0" lvl="0" indent="0" eaLnBrk="0" fontAlgn="base" hangingPunct="0">
              <a:spcBef>
                <a:spcPct val="0"/>
              </a:spcBef>
              <a:spcAft>
                <a:spcPct val="0"/>
              </a:spcAft>
              <a:buFontTx/>
              <a:buChar char="•"/>
            </a:pPr>
            <a:r>
              <a:rPr lang="en-US" altLang="en-US" dirty="0">
                <a:solidFill>
                  <a:schemeClr val="tx1"/>
                </a:solidFill>
                <a:latin typeface="Arial" panose="020B0604020202020204" pitchFamily="34" charset="0"/>
              </a:rPr>
              <a:t>BMI</a:t>
            </a:r>
          </a:p>
          <a:p>
            <a:pPr marL="0" lvl="0" indent="0" eaLnBrk="0" fontAlgn="base" hangingPunct="0">
              <a:spcBef>
                <a:spcPct val="0"/>
              </a:spcBef>
              <a:spcAft>
                <a:spcPct val="0"/>
              </a:spcAft>
              <a:buFontTx/>
              <a:buChar char="•"/>
            </a:pPr>
            <a:r>
              <a:rPr lang="en-US" altLang="en-US" dirty="0">
                <a:solidFill>
                  <a:schemeClr val="tx1"/>
                </a:solidFill>
                <a:latin typeface="Arial" panose="020B0604020202020204" pitchFamily="34" charset="0"/>
              </a:rPr>
              <a:t>Exercise_Past_30_Days</a:t>
            </a:r>
          </a:p>
          <a:p>
            <a:pPr marL="0" indent="0">
              <a:buNone/>
            </a:pPr>
            <a:endParaRPr lang="en-IN" dirty="0">
              <a:solidFill>
                <a:schemeClr val="tx1"/>
              </a:solidFill>
            </a:endParaRPr>
          </a:p>
          <a:p>
            <a:pPr marL="0" indent="0">
              <a:buNone/>
            </a:pPr>
            <a:endParaRPr lang="en-IN" b="1" dirty="0">
              <a:solidFill>
                <a:schemeClr val="tx1"/>
              </a:solidFill>
            </a:endParaRPr>
          </a:p>
          <a:p>
            <a:pPr marL="0" indent="0">
              <a:buNone/>
            </a:pPr>
            <a:endParaRPr lang="en-IN" b="1" dirty="0">
              <a:solidFill>
                <a:schemeClr val="tx1"/>
              </a:solidFill>
            </a:endParaRPr>
          </a:p>
          <a:p>
            <a:pPr marL="0" indent="0">
              <a:buNone/>
            </a:pPr>
            <a:endParaRPr lang="en-US" dirty="0">
              <a:solidFill>
                <a:schemeClr val="tx1"/>
              </a:solidFill>
            </a:endParaRPr>
          </a:p>
          <a:p>
            <a:endParaRPr lang="en-US" b="1" dirty="0">
              <a:solidFill>
                <a:schemeClr val="tx1"/>
              </a:solidFill>
            </a:endParaRPr>
          </a:p>
        </p:txBody>
      </p:sp>
      <p:sp>
        <p:nvSpPr>
          <p:cNvPr id="6" name="Slide Number Placeholder 5">
            <a:extLst>
              <a:ext uri="{FF2B5EF4-FFF2-40B4-BE49-F238E27FC236}">
                <a16:creationId xmlns:a16="http://schemas.microsoft.com/office/drawing/2014/main" id="{74E7E6BF-AD38-3D1D-3DFE-7DE9AC7BC386}"/>
              </a:ext>
            </a:extLst>
          </p:cNvPr>
          <p:cNvSpPr>
            <a:spLocks noGrp="1"/>
          </p:cNvSpPr>
          <p:nvPr>
            <p:ph type="sldNum" sz="quarter" idx="12"/>
          </p:nvPr>
        </p:nvSpPr>
        <p:spPr/>
        <p:txBody>
          <a:bodyPr anchor="ctr">
            <a:normAutofit/>
          </a:bodyPr>
          <a:lstStyle/>
          <a:p>
            <a:pPr>
              <a:spcAft>
                <a:spcPts val="600"/>
              </a:spcAft>
            </a:pPr>
            <a:fld id="{B5CEABB6-07DC-46E8-9B57-56EC44A396E5}" type="slidenum">
              <a:rPr lang="en-US" smtClean="0">
                <a:solidFill>
                  <a:schemeClr val="tx1"/>
                </a:solidFill>
              </a:rPr>
              <a:pPr>
                <a:spcAft>
                  <a:spcPts val="600"/>
                </a:spcAft>
              </a:pPr>
              <a:t>10</a:t>
            </a:fld>
            <a:endParaRPr lang="en-US">
              <a:solidFill>
                <a:schemeClr val="tx1"/>
              </a:solidFill>
            </a:endParaRPr>
          </a:p>
        </p:txBody>
      </p:sp>
      <p:sp>
        <p:nvSpPr>
          <p:cNvPr id="7" name="文字方塊 6">
            <a:extLst>
              <a:ext uri="{FF2B5EF4-FFF2-40B4-BE49-F238E27FC236}">
                <a16:creationId xmlns:a16="http://schemas.microsoft.com/office/drawing/2014/main" id="{3F80219D-4FAB-E64E-1548-1A39584EDB92}"/>
              </a:ext>
            </a:extLst>
          </p:cNvPr>
          <p:cNvSpPr txBox="1"/>
          <p:nvPr/>
        </p:nvSpPr>
        <p:spPr>
          <a:xfrm>
            <a:off x="420414" y="3310759"/>
            <a:ext cx="184731" cy="369332"/>
          </a:xfrm>
          <a:prstGeom prst="rect">
            <a:avLst/>
          </a:prstGeom>
          <a:noFill/>
        </p:spPr>
        <p:txBody>
          <a:bodyPr wrap="none" rtlCol="0">
            <a:spAutoFit/>
          </a:bodyPr>
          <a:lstStyle/>
          <a:p>
            <a:endParaRPr kumimoji="1" lang="zh-TW" altLang="en-US"/>
          </a:p>
        </p:txBody>
      </p:sp>
      <p:sp>
        <p:nvSpPr>
          <p:cNvPr id="8" name="TextBox 7">
            <a:extLst>
              <a:ext uri="{FF2B5EF4-FFF2-40B4-BE49-F238E27FC236}">
                <a16:creationId xmlns:a16="http://schemas.microsoft.com/office/drawing/2014/main" id="{C5D8E54F-514F-B734-8A9B-A287381022CE}"/>
              </a:ext>
            </a:extLst>
          </p:cNvPr>
          <p:cNvSpPr txBox="1"/>
          <p:nvPr/>
        </p:nvSpPr>
        <p:spPr>
          <a:xfrm>
            <a:off x="5587778" y="3972317"/>
            <a:ext cx="5831336" cy="2031325"/>
          </a:xfrm>
          <a:prstGeom prst="rect">
            <a:avLst/>
          </a:prstGeom>
          <a:noFill/>
        </p:spPr>
        <p:txBody>
          <a:bodyPr wrap="square" rtlCol="0">
            <a:spAutoFit/>
          </a:bodyPr>
          <a:lstStyle/>
          <a:p>
            <a:r>
              <a:rPr lang="en-US" b="1" dirty="0"/>
              <a:t>Interpretation:</a:t>
            </a:r>
            <a:endParaRPr lang="en-US" dirty="0"/>
          </a:p>
          <a:p>
            <a:pPr marL="285750" indent="-285750">
              <a:buFont typeface="Arial" panose="020B0604020202020204" pitchFamily="34" charset="0"/>
              <a:buChar char="•"/>
            </a:pPr>
            <a:r>
              <a:rPr lang="en-US" dirty="0"/>
              <a:t>Age dominates prediction</a:t>
            </a:r>
          </a:p>
          <a:p>
            <a:pPr marL="285750" indent="-285750">
              <a:buFont typeface="Arial" panose="020B0604020202020204" pitchFamily="34" charset="0"/>
              <a:buChar char="•"/>
            </a:pPr>
            <a:r>
              <a:rPr lang="en-US" dirty="0"/>
              <a:t>Health status &amp; diabetes add meaningful predictive power</a:t>
            </a:r>
          </a:p>
          <a:p>
            <a:pPr marL="285750" indent="-285750">
              <a:buFont typeface="Arial" panose="020B0604020202020204" pitchFamily="34" charset="0"/>
              <a:buChar char="•"/>
            </a:pPr>
            <a:r>
              <a:rPr lang="en-US" dirty="0"/>
              <a:t>Lifestyle factors provide additional improvement but smaller impact</a:t>
            </a:r>
          </a:p>
          <a:p>
            <a:endParaRPr lang="en-IN" dirty="0"/>
          </a:p>
        </p:txBody>
      </p:sp>
    </p:spTree>
    <p:extLst>
      <p:ext uri="{BB962C8B-B14F-4D97-AF65-F5344CB8AC3E}">
        <p14:creationId xmlns:p14="http://schemas.microsoft.com/office/powerpoint/2010/main" val="2507165062"/>
      </p:ext>
    </p:extLst>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0E3"/>
        </a:solidFill>
        <a:effectLst/>
      </p:bgPr>
    </p:bg>
    <p:spTree>
      <p:nvGrpSpPr>
        <p:cNvPr id="1" name="">
          <a:extLst>
            <a:ext uri="{FF2B5EF4-FFF2-40B4-BE49-F238E27FC236}">
              <a16:creationId xmlns:a16="http://schemas.microsoft.com/office/drawing/2014/main" id="{512486EC-30F4-6FE9-FB71-5A584B33A73F}"/>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0D0A2692-00D6-B91D-E74D-FFCACBE798B4}"/>
              </a:ext>
            </a:extLst>
          </p:cNvPr>
          <p:cNvSpPr>
            <a:spLocks noGrp="1"/>
          </p:cNvSpPr>
          <p:nvPr>
            <p:ph type="sldNum" sz="quarter" idx="12"/>
          </p:nvPr>
        </p:nvSpPr>
        <p:spPr/>
        <p:txBody>
          <a:bodyPr anchor="ctr">
            <a:normAutofit/>
          </a:bodyPr>
          <a:lstStyle/>
          <a:p>
            <a:pPr>
              <a:spcAft>
                <a:spcPts val="600"/>
              </a:spcAft>
            </a:pPr>
            <a:fld id="{B5CEABB6-07DC-46E8-9B57-56EC44A396E5}" type="slidenum">
              <a:rPr lang="en-US" smtClean="0">
                <a:solidFill>
                  <a:schemeClr val="tx1"/>
                </a:solidFill>
              </a:rPr>
              <a:pPr>
                <a:spcAft>
                  <a:spcPts val="600"/>
                </a:spcAft>
              </a:pPr>
              <a:t>11</a:t>
            </a:fld>
            <a:endParaRPr lang="en-US">
              <a:solidFill>
                <a:schemeClr val="tx1"/>
              </a:solidFill>
            </a:endParaRPr>
          </a:p>
        </p:txBody>
      </p:sp>
      <p:sp>
        <p:nvSpPr>
          <p:cNvPr id="7" name="文字方塊 6">
            <a:extLst>
              <a:ext uri="{FF2B5EF4-FFF2-40B4-BE49-F238E27FC236}">
                <a16:creationId xmlns:a16="http://schemas.microsoft.com/office/drawing/2014/main" id="{14531CD1-111C-A360-7886-CF5CAB6FE4AF}"/>
              </a:ext>
            </a:extLst>
          </p:cNvPr>
          <p:cNvSpPr txBox="1"/>
          <p:nvPr/>
        </p:nvSpPr>
        <p:spPr>
          <a:xfrm>
            <a:off x="420414" y="3310759"/>
            <a:ext cx="184731" cy="369332"/>
          </a:xfrm>
          <a:prstGeom prst="rect">
            <a:avLst/>
          </a:prstGeom>
          <a:noFill/>
        </p:spPr>
        <p:txBody>
          <a:bodyPr wrap="none" rtlCol="0">
            <a:spAutoFit/>
          </a:bodyPr>
          <a:lstStyle/>
          <a:p>
            <a:endParaRPr kumimoji="1" lang="zh-TW" altLang="en-US"/>
          </a:p>
        </p:txBody>
      </p:sp>
      <p:pic>
        <p:nvPicPr>
          <p:cNvPr id="10" name="Picture 9">
            <a:extLst>
              <a:ext uri="{FF2B5EF4-FFF2-40B4-BE49-F238E27FC236}">
                <a16:creationId xmlns:a16="http://schemas.microsoft.com/office/drawing/2014/main" id="{C0EA7A39-185B-366F-CF64-3755F716371C}"/>
              </a:ext>
            </a:extLst>
          </p:cNvPr>
          <p:cNvPicPr>
            <a:picLocks noChangeAspect="1"/>
          </p:cNvPicPr>
          <p:nvPr/>
        </p:nvPicPr>
        <p:blipFill>
          <a:blip r:embed="rId4"/>
          <a:stretch>
            <a:fillRect/>
          </a:stretch>
        </p:blipFill>
        <p:spPr>
          <a:xfrm>
            <a:off x="2457134" y="1142801"/>
            <a:ext cx="7296466" cy="4974219"/>
          </a:xfrm>
          <a:prstGeom prst="rect">
            <a:avLst/>
          </a:prstGeom>
        </p:spPr>
      </p:pic>
    </p:spTree>
    <p:extLst>
      <p:ext uri="{BB962C8B-B14F-4D97-AF65-F5344CB8AC3E}">
        <p14:creationId xmlns:p14="http://schemas.microsoft.com/office/powerpoint/2010/main" val="4035280872"/>
      </p:ext>
    </p:extLst>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0E3"/>
        </a:solidFill>
        <a:effectLst/>
      </p:bgPr>
    </p:bg>
    <p:spTree>
      <p:nvGrpSpPr>
        <p:cNvPr id="1" name="">
          <a:extLst>
            <a:ext uri="{FF2B5EF4-FFF2-40B4-BE49-F238E27FC236}">
              <a16:creationId xmlns:a16="http://schemas.microsoft.com/office/drawing/2014/main" id="{431A0BD4-3E73-D94D-9FAA-64BD324C5F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DADA8B-1D4F-189E-2634-233B2446FCE8}"/>
              </a:ext>
            </a:extLst>
          </p:cNvPr>
          <p:cNvSpPr>
            <a:spLocks noGrp="1"/>
          </p:cNvSpPr>
          <p:nvPr>
            <p:ph type="title"/>
          </p:nvPr>
        </p:nvSpPr>
        <p:spPr>
          <a:xfrm>
            <a:off x="1552574" y="854358"/>
            <a:ext cx="9866540" cy="1358140"/>
          </a:xfrm>
        </p:spPr>
        <p:txBody>
          <a:bodyPr anchor="t">
            <a:normAutofit/>
          </a:bodyPr>
          <a:lstStyle/>
          <a:p>
            <a:r>
              <a:rPr lang="en-US" dirty="0">
                <a:solidFill>
                  <a:schemeClr val="accent2"/>
                </a:solidFill>
              </a:rPr>
              <a:t>Decision TREE MODEL (CART)  </a:t>
            </a:r>
          </a:p>
        </p:txBody>
      </p:sp>
      <p:sp>
        <p:nvSpPr>
          <p:cNvPr id="6" name="Slide Number Placeholder 5">
            <a:extLst>
              <a:ext uri="{FF2B5EF4-FFF2-40B4-BE49-F238E27FC236}">
                <a16:creationId xmlns:a16="http://schemas.microsoft.com/office/drawing/2014/main" id="{6DEC82EA-7B35-EE64-3016-FD51B345FA57}"/>
              </a:ext>
            </a:extLst>
          </p:cNvPr>
          <p:cNvSpPr>
            <a:spLocks noGrp="1"/>
          </p:cNvSpPr>
          <p:nvPr>
            <p:ph type="sldNum" sz="quarter" idx="12"/>
          </p:nvPr>
        </p:nvSpPr>
        <p:spPr/>
        <p:txBody>
          <a:bodyPr anchor="ctr">
            <a:normAutofit/>
          </a:bodyPr>
          <a:lstStyle/>
          <a:p>
            <a:pPr>
              <a:spcAft>
                <a:spcPts val="600"/>
              </a:spcAft>
            </a:pPr>
            <a:fld id="{B5CEABB6-07DC-46E8-9B57-56EC44A396E5}" type="slidenum">
              <a:rPr lang="en-US" smtClean="0">
                <a:solidFill>
                  <a:schemeClr val="tx1"/>
                </a:solidFill>
              </a:rPr>
              <a:pPr>
                <a:spcAft>
                  <a:spcPts val="600"/>
                </a:spcAft>
              </a:pPr>
              <a:t>12</a:t>
            </a:fld>
            <a:endParaRPr lang="en-US">
              <a:solidFill>
                <a:schemeClr val="tx1"/>
              </a:solidFill>
            </a:endParaRPr>
          </a:p>
        </p:txBody>
      </p:sp>
      <p:sp>
        <p:nvSpPr>
          <p:cNvPr id="7" name="文字方塊 6">
            <a:extLst>
              <a:ext uri="{FF2B5EF4-FFF2-40B4-BE49-F238E27FC236}">
                <a16:creationId xmlns:a16="http://schemas.microsoft.com/office/drawing/2014/main" id="{3D9A84F1-DBD6-19B6-D93E-611D8C14FA32}"/>
              </a:ext>
            </a:extLst>
          </p:cNvPr>
          <p:cNvSpPr txBox="1"/>
          <p:nvPr/>
        </p:nvSpPr>
        <p:spPr>
          <a:xfrm>
            <a:off x="420414" y="3310759"/>
            <a:ext cx="184731" cy="369332"/>
          </a:xfrm>
          <a:prstGeom prst="rect">
            <a:avLst/>
          </a:prstGeom>
          <a:noFill/>
        </p:spPr>
        <p:txBody>
          <a:bodyPr wrap="none" rtlCol="0">
            <a:spAutoFit/>
          </a:bodyPr>
          <a:lstStyle/>
          <a:p>
            <a:endParaRPr kumimoji="1" lang="zh-TW" altLang="en-US"/>
          </a:p>
        </p:txBody>
      </p:sp>
      <p:grpSp>
        <p:nvGrpSpPr>
          <p:cNvPr id="10" name="Group 9">
            <a:extLst>
              <a:ext uri="{FF2B5EF4-FFF2-40B4-BE49-F238E27FC236}">
                <a16:creationId xmlns:a16="http://schemas.microsoft.com/office/drawing/2014/main" id="{6683B33F-19FC-D6E3-1E4B-3F3B0C1FA0AA}"/>
              </a:ext>
            </a:extLst>
          </p:cNvPr>
          <p:cNvGrpSpPr/>
          <p:nvPr/>
        </p:nvGrpSpPr>
        <p:grpSpPr>
          <a:xfrm>
            <a:off x="1672936" y="1745674"/>
            <a:ext cx="9591909" cy="4697168"/>
            <a:chOff x="1672936" y="1745673"/>
            <a:chExt cx="9591909" cy="5078313"/>
          </a:xfrm>
        </p:grpSpPr>
        <p:sp>
          <p:nvSpPr>
            <p:cNvPr id="8" name="TextBox 7">
              <a:extLst>
                <a:ext uri="{FF2B5EF4-FFF2-40B4-BE49-F238E27FC236}">
                  <a16:creationId xmlns:a16="http://schemas.microsoft.com/office/drawing/2014/main" id="{DBFAB2D7-8C4C-250C-0713-AE7B3C3DD512}"/>
                </a:ext>
              </a:extLst>
            </p:cNvPr>
            <p:cNvSpPr txBox="1"/>
            <p:nvPr/>
          </p:nvSpPr>
          <p:spPr>
            <a:xfrm>
              <a:off x="1672936" y="1745673"/>
              <a:ext cx="4894155" cy="5078313"/>
            </a:xfrm>
            <a:prstGeom prst="rect">
              <a:avLst/>
            </a:prstGeom>
            <a:noFill/>
          </p:spPr>
          <p:txBody>
            <a:bodyPr wrap="square" rtlCol="0">
              <a:spAutoFit/>
            </a:bodyPr>
            <a:lstStyle/>
            <a:p>
              <a:pPr lvl="0" eaLnBrk="0" fontAlgn="base" hangingPunct="0">
                <a:spcBef>
                  <a:spcPct val="0"/>
                </a:spcBef>
                <a:spcAft>
                  <a:spcPct val="0"/>
                </a:spcAft>
              </a:pPr>
              <a:r>
                <a:rPr lang="en-US" altLang="en-US" b="1" dirty="0"/>
                <a:t>Built using rpart with tuning</a:t>
              </a:r>
            </a:p>
            <a:p>
              <a:pPr marL="285750" lvl="0" indent="-285750" eaLnBrk="0" fontAlgn="base" hangingPunct="0">
                <a:spcBef>
                  <a:spcPct val="0"/>
                </a:spcBef>
                <a:spcAft>
                  <a:spcPct val="0"/>
                </a:spcAft>
                <a:buFont typeface="Arial" panose="020B0604020202020204" pitchFamily="34" charset="0"/>
                <a:buChar char="•"/>
              </a:pPr>
              <a:r>
                <a:rPr lang="en-US" altLang="en-US" dirty="0"/>
                <a:t>Predictors identical to Random Forest model</a:t>
              </a:r>
            </a:p>
            <a:p>
              <a:pPr marL="285750" lvl="0" indent="-285750" eaLnBrk="0" fontAlgn="base" hangingPunct="0">
                <a:spcBef>
                  <a:spcPct val="0"/>
                </a:spcBef>
                <a:spcAft>
                  <a:spcPct val="0"/>
                </a:spcAft>
                <a:buFont typeface="Arial" panose="020B0604020202020204" pitchFamily="34" charset="0"/>
                <a:buChar char="•"/>
              </a:pPr>
              <a:r>
                <a:rPr lang="en-US" altLang="en-US" dirty="0"/>
                <a:t>Model control parameters:</a:t>
              </a:r>
            </a:p>
            <a:p>
              <a:pPr marL="285750" lvl="0" indent="-285750" eaLnBrk="0" fontAlgn="base" hangingPunct="0">
                <a:spcBef>
                  <a:spcPct val="0"/>
                </a:spcBef>
                <a:spcAft>
                  <a:spcPct val="0"/>
                </a:spcAft>
                <a:buFont typeface="Arial" panose="020B0604020202020204" pitchFamily="34" charset="0"/>
                <a:buChar char="•"/>
              </a:pPr>
              <a:r>
                <a:rPr lang="en-US" altLang="en-US" dirty="0"/>
                <a:t>cp = 0.001</a:t>
              </a:r>
            </a:p>
            <a:p>
              <a:pPr marL="285750" lvl="0" indent="-285750" eaLnBrk="0" fontAlgn="base" hangingPunct="0">
                <a:spcBef>
                  <a:spcPct val="0"/>
                </a:spcBef>
                <a:spcAft>
                  <a:spcPct val="0"/>
                </a:spcAft>
                <a:buFont typeface="Arial" panose="020B0604020202020204" pitchFamily="34" charset="0"/>
                <a:buChar char="•"/>
              </a:pPr>
              <a:r>
                <a:rPr lang="en-US" altLang="en-US" dirty="0"/>
                <a:t>minsplit = 20</a:t>
              </a:r>
            </a:p>
            <a:p>
              <a:pPr marL="285750" lvl="0" indent="-285750" eaLnBrk="0" fontAlgn="base" hangingPunct="0">
                <a:spcBef>
                  <a:spcPct val="0"/>
                </a:spcBef>
                <a:spcAft>
                  <a:spcPct val="0"/>
                </a:spcAft>
                <a:buFont typeface="Arial" panose="020B0604020202020204" pitchFamily="34" charset="0"/>
                <a:buChar char="•"/>
              </a:pPr>
              <a:r>
                <a:rPr lang="en-US" altLang="en-US" dirty="0"/>
                <a:t>minbucket = 10</a:t>
              </a:r>
            </a:p>
            <a:p>
              <a:pPr marL="285750" lvl="0" indent="-285750" eaLnBrk="0" fontAlgn="base" hangingPunct="0">
                <a:spcBef>
                  <a:spcPct val="0"/>
                </a:spcBef>
                <a:spcAft>
                  <a:spcPct val="0"/>
                </a:spcAft>
                <a:buFont typeface="Arial" panose="020B0604020202020204" pitchFamily="34" charset="0"/>
                <a:buChar char="•"/>
              </a:pPr>
              <a:r>
                <a:rPr lang="en-US" altLang="en-US" dirty="0"/>
                <a:t>maxdepth = 10</a:t>
              </a:r>
            </a:p>
            <a:p>
              <a:pPr lvl="0" eaLnBrk="0" fontAlgn="base" hangingPunct="0">
                <a:spcBef>
                  <a:spcPct val="0"/>
                </a:spcBef>
                <a:spcAft>
                  <a:spcPct val="0"/>
                </a:spcAft>
                <a:buFontTx/>
                <a:buChar char="•"/>
              </a:pPr>
              <a:endParaRPr lang="en-US" altLang="en-US" b="1" dirty="0"/>
            </a:p>
            <a:p>
              <a:pPr lvl="0" eaLnBrk="0" fontAlgn="base" hangingPunct="0">
                <a:spcBef>
                  <a:spcPct val="0"/>
                </a:spcBef>
                <a:spcAft>
                  <a:spcPct val="0"/>
                </a:spcAft>
                <a:buFontTx/>
                <a:buChar char="•"/>
              </a:pPr>
              <a:endParaRPr lang="en-US" altLang="en-US" b="1" dirty="0"/>
            </a:p>
            <a:p>
              <a:r>
                <a:rPr lang="en-US" b="1" dirty="0"/>
                <a:t>Pruning:</a:t>
              </a:r>
              <a:endParaRPr lang="en-US" dirty="0"/>
            </a:p>
            <a:p>
              <a:pPr marL="285750" indent="-285750">
                <a:buFont typeface="Arial" panose="020B0604020202020204" pitchFamily="34" charset="0"/>
                <a:buChar char="•"/>
              </a:pPr>
              <a:r>
                <a:rPr lang="en-US" dirty="0"/>
                <a:t>Optimal CP selected based on minimum cross-validation error</a:t>
              </a:r>
            </a:p>
            <a:p>
              <a:pPr marL="285750" indent="-285750">
                <a:buFont typeface="Arial" panose="020B0604020202020204" pitchFamily="34" charset="0"/>
                <a:buChar char="•"/>
              </a:pPr>
              <a:r>
                <a:rPr lang="en-US" dirty="0"/>
                <a:t>Final pruned tree improves generalization and interpretability</a:t>
              </a:r>
            </a:p>
            <a:p>
              <a:pPr lvl="0" eaLnBrk="0" fontAlgn="base" hangingPunct="0">
                <a:spcBef>
                  <a:spcPct val="0"/>
                </a:spcBef>
                <a:spcAft>
                  <a:spcPct val="0"/>
                </a:spcAft>
              </a:pPr>
              <a:endParaRPr lang="en-US" altLang="en-US" b="1" dirty="0"/>
            </a:p>
            <a:p>
              <a:pPr lvl="0" eaLnBrk="0" fontAlgn="base" hangingPunct="0">
                <a:spcBef>
                  <a:spcPct val="0"/>
                </a:spcBef>
                <a:spcAft>
                  <a:spcPct val="0"/>
                </a:spcAft>
              </a:pPr>
              <a:endParaRPr lang="en-US" altLang="en-US" b="1" dirty="0">
                <a:latin typeface="Arial" panose="020B0604020202020204" pitchFamily="34" charset="0"/>
              </a:endParaRPr>
            </a:p>
            <a:p>
              <a:endParaRPr lang="en-IN" b="1" dirty="0"/>
            </a:p>
          </p:txBody>
        </p:sp>
        <p:sp>
          <p:nvSpPr>
            <p:cNvPr id="9" name="TextBox 8">
              <a:extLst>
                <a:ext uri="{FF2B5EF4-FFF2-40B4-BE49-F238E27FC236}">
                  <a16:creationId xmlns:a16="http://schemas.microsoft.com/office/drawing/2014/main" id="{6AA7D07A-EBBC-0B3F-CAB1-64A3005A338E}"/>
                </a:ext>
              </a:extLst>
            </p:cNvPr>
            <p:cNvSpPr txBox="1"/>
            <p:nvPr/>
          </p:nvSpPr>
          <p:spPr>
            <a:xfrm>
              <a:off x="6567091" y="1745673"/>
              <a:ext cx="4697754" cy="2031325"/>
            </a:xfrm>
            <a:prstGeom prst="rect">
              <a:avLst/>
            </a:prstGeom>
            <a:noFill/>
          </p:spPr>
          <p:txBody>
            <a:bodyPr wrap="square" rtlCol="0">
              <a:spAutoFit/>
            </a:bodyPr>
            <a:lstStyle/>
            <a:p>
              <a:r>
                <a:rPr lang="en-US" b="1" dirty="0"/>
                <a:t>Interpretation Highlights:</a:t>
              </a:r>
              <a:endParaRPr lang="en-US" dirty="0"/>
            </a:p>
            <a:p>
              <a:pPr marL="285750" indent="-285750">
                <a:buFont typeface="Arial" panose="020B0604020202020204" pitchFamily="34" charset="0"/>
                <a:buChar char="•"/>
              </a:pPr>
              <a:r>
                <a:rPr lang="en-US" dirty="0"/>
                <a:t>First split: Age</a:t>
              </a:r>
            </a:p>
            <a:p>
              <a:pPr marL="285750" indent="-285750">
                <a:buFont typeface="Arial" panose="020B0604020202020204" pitchFamily="34" charset="0"/>
                <a:buChar char="•"/>
              </a:pPr>
              <a:r>
                <a:rPr lang="en-US" dirty="0"/>
                <a:t>Second major split: General Health</a:t>
              </a:r>
            </a:p>
            <a:p>
              <a:pPr marL="285750" indent="-285750">
                <a:buFont typeface="Arial" panose="020B0604020202020204" pitchFamily="34" charset="0"/>
                <a:buChar char="•"/>
              </a:pPr>
              <a:r>
                <a:rPr lang="en-US" dirty="0"/>
                <a:t>Diabetes and BMI appear in deeper splits</a:t>
              </a:r>
            </a:p>
            <a:p>
              <a:pPr marL="285750" indent="-285750">
                <a:buFont typeface="Arial" panose="020B0604020202020204" pitchFamily="34" charset="0"/>
                <a:buChar char="•"/>
              </a:pPr>
              <a:r>
                <a:rPr lang="en-US" dirty="0"/>
                <a:t>Highly interpretable model for clinicians</a:t>
              </a:r>
            </a:p>
            <a:p>
              <a:endParaRPr lang="en-IN" dirty="0"/>
            </a:p>
          </p:txBody>
        </p:sp>
      </p:grpSp>
    </p:spTree>
    <p:extLst>
      <p:ext uri="{BB962C8B-B14F-4D97-AF65-F5344CB8AC3E}">
        <p14:creationId xmlns:p14="http://schemas.microsoft.com/office/powerpoint/2010/main" val="1844606652"/>
      </p:ext>
    </p:extLst>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0E3"/>
        </a:solidFill>
        <a:effectLst/>
      </p:bgPr>
    </p:bg>
    <p:spTree>
      <p:nvGrpSpPr>
        <p:cNvPr id="1" name="">
          <a:extLst>
            <a:ext uri="{FF2B5EF4-FFF2-40B4-BE49-F238E27FC236}">
              <a16:creationId xmlns:a16="http://schemas.microsoft.com/office/drawing/2014/main" id="{EEB17E95-0152-1BE5-6D08-1839AB4D4D27}"/>
            </a:ext>
          </a:extLst>
        </p:cNvPr>
        <p:cNvGrpSpPr/>
        <p:nvPr/>
      </p:nvGrpSpPr>
      <p:grpSpPr>
        <a:xfrm>
          <a:off x="0" y="0"/>
          <a:ext cx="0" cy="0"/>
          <a:chOff x="0" y="0"/>
          <a:chExt cx="0" cy="0"/>
        </a:xfrm>
      </p:grpSpPr>
      <p:sp>
        <p:nvSpPr>
          <p:cNvPr id="19" name="Text Placeholder 2">
            <a:extLst>
              <a:ext uri="{FF2B5EF4-FFF2-40B4-BE49-F238E27FC236}">
                <a16:creationId xmlns:a16="http://schemas.microsoft.com/office/drawing/2014/main" id="{4D6D3C8A-2542-2BC1-2C10-FD9912197297}"/>
              </a:ext>
            </a:extLst>
          </p:cNvPr>
          <p:cNvSpPr>
            <a:spLocks noGrp="1"/>
          </p:cNvSpPr>
          <p:nvPr>
            <p:ph type="body" sz="quarter" idx="14"/>
          </p:nvPr>
        </p:nvSpPr>
        <p:spPr>
          <a:xfrm>
            <a:off x="1432803" y="731572"/>
            <a:ext cx="7049045" cy="4618193"/>
          </a:xfrm>
        </p:spPr>
        <p:txBody>
          <a:bodyPr vert="horz" lIns="91440" tIns="45720" rIns="91440" bIns="45720" rtlCol="0" anchor="t">
            <a:normAutofit fontScale="92500" lnSpcReduction="20000"/>
          </a:bodyPr>
          <a:lstStyle/>
          <a:p>
            <a:pPr marL="0" indent="0">
              <a:buNone/>
            </a:pPr>
            <a:r>
              <a:rPr lang="en-IN" b="1" dirty="0">
                <a:solidFill>
                  <a:schemeClr val="tx1"/>
                </a:solidFill>
              </a:rPr>
              <a:t>Performance Metrics</a:t>
            </a:r>
            <a:r>
              <a:rPr lang="en-IN" dirty="0">
                <a:solidFill>
                  <a:schemeClr val="tx1"/>
                </a:solidFill>
              </a:rPr>
              <a:t>:</a:t>
            </a:r>
          </a:p>
          <a:p>
            <a:pPr>
              <a:buFont typeface="Arial" panose="020B0604020202020204" pitchFamily="34" charset="0"/>
              <a:buChar char="•"/>
            </a:pPr>
            <a:r>
              <a:rPr lang="en-IN" dirty="0">
                <a:solidFill>
                  <a:schemeClr val="tx1"/>
                </a:solidFill>
              </a:rPr>
              <a:t>Accuracy: ~0.77</a:t>
            </a:r>
          </a:p>
          <a:p>
            <a:pPr>
              <a:buFont typeface="Arial" panose="020B0604020202020204" pitchFamily="34" charset="0"/>
              <a:buChar char="•"/>
            </a:pPr>
            <a:r>
              <a:rPr lang="en-IN" dirty="0">
                <a:solidFill>
                  <a:schemeClr val="tx1"/>
                </a:solidFill>
              </a:rPr>
              <a:t>Sensitivity: ~0.79</a:t>
            </a:r>
          </a:p>
          <a:p>
            <a:pPr>
              <a:buFont typeface="Arial" panose="020B0604020202020204" pitchFamily="34" charset="0"/>
              <a:buChar char="•"/>
            </a:pPr>
            <a:r>
              <a:rPr lang="en-IN" dirty="0">
                <a:solidFill>
                  <a:schemeClr val="tx1"/>
                </a:solidFill>
              </a:rPr>
              <a:t>Specificity: ~0.74</a:t>
            </a:r>
          </a:p>
          <a:p>
            <a:pPr>
              <a:buFont typeface="Arial" panose="020B0604020202020204" pitchFamily="34" charset="0"/>
              <a:buChar char="•"/>
            </a:pPr>
            <a:r>
              <a:rPr lang="en-IN" dirty="0">
                <a:solidFill>
                  <a:schemeClr val="tx1"/>
                </a:solidFill>
              </a:rPr>
              <a:t>Precision: ~0.72</a:t>
            </a:r>
          </a:p>
          <a:p>
            <a:pPr>
              <a:buFont typeface="Arial" panose="020B0604020202020204" pitchFamily="34" charset="0"/>
              <a:buChar char="•"/>
            </a:pPr>
            <a:r>
              <a:rPr lang="en-IN" dirty="0">
                <a:solidFill>
                  <a:schemeClr val="tx1"/>
                </a:solidFill>
              </a:rPr>
              <a:t>AUC: ~0.82</a:t>
            </a:r>
          </a:p>
          <a:p>
            <a:endParaRPr lang="en-IN" dirty="0">
              <a:solidFill>
                <a:schemeClr val="tx1"/>
              </a:solidFill>
            </a:endParaRPr>
          </a:p>
          <a:p>
            <a:pPr marL="0" indent="0">
              <a:buNone/>
            </a:pPr>
            <a:r>
              <a:rPr lang="en-US" b="1" dirty="0">
                <a:solidFill>
                  <a:schemeClr val="tx1"/>
                </a:solidFill>
              </a:rPr>
              <a:t>ROC Curve:</a:t>
            </a:r>
            <a:endParaRPr lang="en-US" dirty="0">
              <a:solidFill>
                <a:schemeClr val="tx1"/>
              </a:solidFill>
            </a:endParaRPr>
          </a:p>
          <a:p>
            <a:pPr>
              <a:buFont typeface="Arial" panose="020B0604020202020204" pitchFamily="34" charset="0"/>
              <a:buChar char="•"/>
            </a:pPr>
            <a:r>
              <a:rPr lang="en-US" dirty="0">
                <a:solidFill>
                  <a:schemeClr val="tx1"/>
                </a:solidFill>
              </a:rPr>
              <a:t>Strong separation between CHD vs Non-CHD</a:t>
            </a:r>
          </a:p>
          <a:p>
            <a:pPr>
              <a:buFont typeface="Arial" panose="020B0604020202020204" pitchFamily="34" charset="0"/>
              <a:buChar char="•"/>
            </a:pPr>
            <a:r>
              <a:rPr lang="en-US" dirty="0">
                <a:solidFill>
                  <a:schemeClr val="tx1"/>
                </a:solidFill>
              </a:rPr>
              <a:t>Slightly lower performance vs Random Forest but still robust</a:t>
            </a:r>
          </a:p>
          <a:p>
            <a:pPr marL="0" indent="0">
              <a:buNone/>
            </a:pPr>
            <a:endParaRPr lang="en-IN" dirty="0">
              <a:solidFill>
                <a:schemeClr val="tx1"/>
              </a:solidFill>
            </a:endParaRPr>
          </a:p>
          <a:p>
            <a:pPr marL="0" indent="0">
              <a:buNone/>
            </a:pPr>
            <a:r>
              <a:rPr lang="en-US" b="1" dirty="0">
                <a:solidFill>
                  <a:schemeClr val="tx1"/>
                </a:solidFill>
              </a:rPr>
              <a:t>Takeaways:</a:t>
            </a:r>
            <a:endParaRPr lang="en-US" dirty="0">
              <a:solidFill>
                <a:schemeClr val="tx1"/>
              </a:solidFill>
            </a:endParaRPr>
          </a:p>
          <a:p>
            <a:pPr>
              <a:buFont typeface="Arial" panose="020B0604020202020204" pitchFamily="34" charset="0"/>
              <a:buChar char="•"/>
            </a:pPr>
            <a:r>
              <a:rPr lang="en-US" dirty="0">
                <a:solidFill>
                  <a:schemeClr val="tx1"/>
                </a:solidFill>
              </a:rPr>
              <a:t>Decision Tree is simpler, interpretable, and visually intuitive</a:t>
            </a:r>
          </a:p>
          <a:p>
            <a:pPr>
              <a:buFont typeface="Arial" panose="020B0604020202020204" pitchFamily="34" charset="0"/>
              <a:buChar char="•"/>
            </a:pPr>
            <a:r>
              <a:rPr lang="en-US" dirty="0">
                <a:solidFill>
                  <a:schemeClr val="tx1"/>
                </a:solidFill>
              </a:rPr>
              <a:t>Slightly lower predictive power than Random Forest</a:t>
            </a:r>
          </a:p>
          <a:p>
            <a:pPr>
              <a:buFont typeface="Arial" panose="020B0604020202020204" pitchFamily="34" charset="0"/>
              <a:buChar char="•"/>
            </a:pPr>
            <a:r>
              <a:rPr lang="en-US" dirty="0">
                <a:solidFill>
                  <a:schemeClr val="tx1"/>
                </a:solidFill>
              </a:rPr>
              <a:t>Useful for explaining CHD risk rules to non-technical audiences</a:t>
            </a:r>
          </a:p>
          <a:p>
            <a:pPr marL="285750" indent="-285750">
              <a:buFont typeface="Arial" panose="020B0604020202020204" pitchFamily="34" charset="0"/>
              <a:buChar char="•"/>
            </a:pPr>
            <a:endParaRPr lang="en-IN" dirty="0">
              <a:solidFill>
                <a:schemeClr val="tx1"/>
              </a:solidFill>
            </a:endParaRPr>
          </a:p>
          <a:p>
            <a:pPr marL="0" indent="0">
              <a:buNone/>
            </a:pPr>
            <a:endParaRPr lang="en-US" b="1" dirty="0">
              <a:solidFill>
                <a:schemeClr val="tx1"/>
              </a:solidFill>
            </a:endParaRPr>
          </a:p>
        </p:txBody>
      </p:sp>
      <p:sp>
        <p:nvSpPr>
          <p:cNvPr id="6" name="Slide Number Placeholder 5">
            <a:extLst>
              <a:ext uri="{FF2B5EF4-FFF2-40B4-BE49-F238E27FC236}">
                <a16:creationId xmlns:a16="http://schemas.microsoft.com/office/drawing/2014/main" id="{726A92CA-487D-579A-0D66-1B1CA0CF2B98}"/>
              </a:ext>
            </a:extLst>
          </p:cNvPr>
          <p:cNvSpPr>
            <a:spLocks noGrp="1"/>
          </p:cNvSpPr>
          <p:nvPr>
            <p:ph type="sldNum" sz="quarter" idx="12"/>
          </p:nvPr>
        </p:nvSpPr>
        <p:spPr/>
        <p:txBody>
          <a:bodyPr anchor="ctr">
            <a:normAutofit/>
          </a:bodyPr>
          <a:lstStyle/>
          <a:p>
            <a:pPr>
              <a:spcAft>
                <a:spcPts val="600"/>
              </a:spcAft>
            </a:pPr>
            <a:fld id="{B5CEABB6-07DC-46E8-9B57-56EC44A396E5}" type="slidenum">
              <a:rPr lang="en-US" smtClean="0">
                <a:solidFill>
                  <a:schemeClr val="tx1"/>
                </a:solidFill>
              </a:rPr>
              <a:pPr>
                <a:spcAft>
                  <a:spcPts val="600"/>
                </a:spcAft>
              </a:pPr>
              <a:t>13</a:t>
            </a:fld>
            <a:endParaRPr lang="en-US">
              <a:solidFill>
                <a:schemeClr val="tx1"/>
              </a:solidFill>
            </a:endParaRPr>
          </a:p>
        </p:txBody>
      </p:sp>
      <p:sp>
        <p:nvSpPr>
          <p:cNvPr id="7" name="文字方塊 6">
            <a:extLst>
              <a:ext uri="{FF2B5EF4-FFF2-40B4-BE49-F238E27FC236}">
                <a16:creationId xmlns:a16="http://schemas.microsoft.com/office/drawing/2014/main" id="{8075E993-4957-C39A-73E9-3AD6C2E99544}"/>
              </a:ext>
            </a:extLst>
          </p:cNvPr>
          <p:cNvSpPr txBox="1"/>
          <p:nvPr/>
        </p:nvSpPr>
        <p:spPr>
          <a:xfrm>
            <a:off x="420414" y="3310759"/>
            <a:ext cx="184731" cy="369332"/>
          </a:xfrm>
          <a:prstGeom prst="rect">
            <a:avLst/>
          </a:prstGeom>
          <a:noFill/>
        </p:spPr>
        <p:txBody>
          <a:bodyPr wrap="none" rtlCol="0">
            <a:spAutoFit/>
          </a:bodyPr>
          <a:lstStyle/>
          <a:p>
            <a:endParaRPr kumimoji="1" lang="zh-TW" altLang="en-US"/>
          </a:p>
        </p:txBody>
      </p:sp>
    </p:spTree>
    <p:extLst>
      <p:ext uri="{BB962C8B-B14F-4D97-AF65-F5344CB8AC3E}">
        <p14:creationId xmlns:p14="http://schemas.microsoft.com/office/powerpoint/2010/main" val="807905050"/>
      </p:ext>
    </p:extLst>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0E3"/>
        </a:solidFill>
        <a:effectLst/>
      </p:bgPr>
    </p:bg>
    <p:spTree>
      <p:nvGrpSpPr>
        <p:cNvPr id="1" name="">
          <a:extLst>
            <a:ext uri="{FF2B5EF4-FFF2-40B4-BE49-F238E27FC236}">
              <a16:creationId xmlns:a16="http://schemas.microsoft.com/office/drawing/2014/main" id="{D53C2758-1185-D80A-3BF5-E956EFD4FEC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DC75B6-39E1-743B-6A10-FB41B00D498C}"/>
              </a:ext>
            </a:extLst>
          </p:cNvPr>
          <p:cNvSpPr>
            <a:spLocks noGrp="1"/>
          </p:cNvSpPr>
          <p:nvPr>
            <p:ph type="title"/>
          </p:nvPr>
        </p:nvSpPr>
        <p:spPr>
          <a:xfrm>
            <a:off x="1552574" y="854358"/>
            <a:ext cx="9866540" cy="690663"/>
          </a:xfrm>
        </p:spPr>
        <p:txBody>
          <a:bodyPr anchor="t">
            <a:normAutofit fontScale="90000"/>
          </a:bodyPr>
          <a:lstStyle/>
          <a:p>
            <a:r>
              <a:rPr lang="en-US" dirty="0">
                <a:solidFill>
                  <a:schemeClr val="accent2"/>
                </a:solidFill>
              </a:rPr>
              <a:t>Model comparison </a:t>
            </a:r>
            <a:br>
              <a:rPr lang="en-US" dirty="0">
                <a:solidFill>
                  <a:schemeClr val="accent2"/>
                </a:solidFill>
              </a:rPr>
            </a:br>
            <a:r>
              <a:rPr lang="en-IN" dirty="0"/>
              <a:t>ee</a:t>
            </a:r>
            <a:br>
              <a:rPr lang="en-IN" dirty="0"/>
            </a:br>
            <a:endParaRPr lang="en-US" dirty="0">
              <a:solidFill>
                <a:schemeClr val="accent2"/>
              </a:solidFill>
            </a:endParaRPr>
          </a:p>
        </p:txBody>
      </p:sp>
      <p:sp>
        <p:nvSpPr>
          <p:cNvPr id="6" name="Slide Number Placeholder 5">
            <a:extLst>
              <a:ext uri="{FF2B5EF4-FFF2-40B4-BE49-F238E27FC236}">
                <a16:creationId xmlns:a16="http://schemas.microsoft.com/office/drawing/2014/main" id="{59078782-59C6-1503-FF83-C4DCE4E03807}"/>
              </a:ext>
            </a:extLst>
          </p:cNvPr>
          <p:cNvSpPr>
            <a:spLocks noGrp="1"/>
          </p:cNvSpPr>
          <p:nvPr>
            <p:ph type="sldNum" sz="quarter" idx="12"/>
          </p:nvPr>
        </p:nvSpPr>
        <p:spPr/>
        <p:txBody>
          <a:bodyPr anchor="ctr">
            <a:normAutofit/>
          </a:bodyPr>
          <a:lstStyle/>
          <a:p>
            <a:pPr>
              <a:spcAft>
                <a:spcPts val="600"/>
              </a:spcAft>
            </a:pPr>
            <a:fld id="{B5CEABB6-07DC-46E8-9B57-56EC44A396E5}" type="slidenum">
              <a:rPr lang="en-US" smtClean="0">
                <a:solidFill>
                  <a:schemeClr val="tx1"/>
                </a:solidFill>
              </a:rPr>
              <a:pPr>
                <a:spcAft>
                  <a:spcPts val="600"/>
                </a:spcAft>
              </a:pPr>
              <a:t>14</a:t>
            </a:fld>
            <a:endParaRPr lang="en-US">
              <a:solidFill>
                <a:schemeClr val="tx1"/>
              </a:solidFill>
            </a:endParaRPr>
          </a:p>
        </p:txBody>
      </p:sp>
      <p:sp>
        <p:nvSpPr>
          <p:cNvPr id="7" name="文字方塊 6">
            <a:extLst>
              <a:ext uri="{FF2B5EF4-FFF2-40B4-BE49-F238E27FC236}">
                <a16:creationId xmlns:a16="http://schemas.microsoft.com/office/drawing/2014/main" id="{179B4697-C025-FC0F-8D64-E90AC022C0C1}"/>
              </a:ext>
            </a:extLst>
          </p:cNvPr>
          <p:cNvSpPr txBox="1"/>
          <p:nvPr/>
        </p:nvSpPr>
        <p:spPr>
          <a:xfrm>
            <a:off x="420414" y="3310759"/>
            <a:ext cx="184731" cy="369332"/>
          </a:xfrm>
          <a:prstGeom prst="rect">
            <a:avLst/>
          </a:prstGeom>
          <a:noFill/>
        </p:spPr>
        <p:txBody>
          <a:bodyPr wrap="none" rtlCol="0">
            <a:spAutoFit/>
          </a:bodyPr>
          <a:lstStyle/>
          <a:p>
            <a:endParaRPr kumimoji="1" lang="zh-TW" altLang="en-US"/>
          </a:p>
        </p:txBody>
      </p:sp>
      <p:sp>
        <p:nvSpPr>
          <p:cNvPr id="3" name="TextBox 2">
            <a:extLst>
              <a:ext uri="{FF2B5EF4-FFF2-40B4-BE49-F238E27FC236}">
                <a16:creationId xmlns:a16="http://schemas.microsoft.com/office/drawing/2014/main" id="{69F35B1E-6218-CC07-F62B-1BBFB6A6A0DF}"/>
              </a:ext>
            </a:extLst>
          </p:cNvPr>
          <p:cNvSpPr txBox="1"/>
          <p:nvPr/>
        </p:nvSpPr>
        <p:spPr>
          <a:xfrm>
            <a:off x="1552574" y="1965858"/>
            <a:ext cx="7966841" cy="369332"/>
          </a:xfrm>
          <a:prstGeom prst="rect">
            <a:avLst/>
          </a:prstGeom>
          <a:noFill/>
        </p:spPr>
        <p:txBody>
          <a:bodyPr wrap="square" rtlCol="0">
            <a:spAutoFit/>
          </a:bodyPr>
          <a:lstStyle/>
          <a:p>
            <a:r>
              <a:rPr lang="en-US" dirty="0"/>
              <a:t>Decision Tree VS Random Forest </a:t>
            </a:r>
            <a:endParaRPr lang="en-IN" dirty="0"/>
          </a:p>
        </p:txBody>
      </p:sp>
      <p:graphicFrame>
        <p:nvGraphicFramePr>
          <p:cNvPr id="4" name="Table 3">
            <a:extLst>
              <a:ext uri="{FF2B5EF4-FFF2-40B4-BE49-F238E27FC236}">
                <a16:creationId xmlns:a16="http://schemas.microsoft.com/office/drawing/2014/main" id="{162D2141-F698-3F62-9EFB-6629D39066EC}"/>
              </a:ext>
            </a:extLst>
          </p:cNvPr>
          <p:cNvGraphicFramePr>
            <a:graphicFrameLocks noGrp="1"/>
          </p:cNvGraphicFramePr>
          <p:nvPr>
            <p:extLst>
              <p:ext uri="{D42A27DB-BD31-4B8C-83A1-F6EECF244321}">
                <p14:modId xmlns:p14="http://schemas.microsoft.com/office/powerpoint/2010/main" val="852159108"/>
              </p:ext>
            </p:extLst>
          </p:nvPr>
        </p:nvGraphicFramePr>
        <p:xfrm>
          <a:off x="1552574" y="2485168"/>
          <a:ext cx="10668000" cy="2218740"/>
        </p:xfrm>
        <a:graphic>
          <a:graphicData uri="http://schemas.openxmlformats.org/drawingml/2006/table">
            <a:tbl>
              <a:tblPr/>
              <a:tblGrid>
                <a:gridCol w="2264979">
                  <a:extLst>
                    <a:ext uri="{9D8B030D-6E8A-4147-A177-3AD203B41FA5}">
                      <a16:colId xmlns:a16="http://schemas.microsoft.com/office/drawing/2014/main" val="3385504844"/>
                    </a:ext>
                  </a:extLst>
                </a:gridCol>
                <a:gridCol w="2175642">
                  <a:extLst>
                    <a:ext uri="{9D8B030D-6E8A-4147-A177-3AD203B41FA5}">
                      <a16:colId xmlns:a16="http://schemas.microsoft.com/office/drawing/2014/main" val="1321296292"/>
                    </a:ext>
                  </a:extLst>
                </a:gridCol>
                <a:gridCol w="2490951">
                  <a:extLst>
                    <a:ext uri="{9D8B030D-6E8A-4147-A177-3AD203B41FA5}">
                      <a16:colId xmlns:a16="http://schemas.microsoft.com/office/drawing/2014/main" val="2150456442"/>
                    </a:ext>
                  </a:extLst>
                </a:gridCol>
                <a:gridCol w="3736428">
                  <a:extLst>
                    <a:ext uri="{9D8B030D-6E8A-4147-A177-3AD203B41FA5}">
                      <a16:colId xmlns:a16="http://schemas.microsoft.com/office/drawing/2014/main" val="566680213"/>
                    </a:ext>
                  </a:extLst>
                </a:gridCol>
              </a:tblGrid>
              <a:tr h="369790">
                <a:tc>
                  <a:txBody>
                    <a:bodyPr/>
                    <a:lstStyle/>
                    <a:p>
                      <a:pPr>
                        <a:buNone/>
                      </a:pPr>
                      <a:r>
                        <a:rPr lang="en-IN"/>
                        <a:t>Metric</a:t>
                      </a:r>
                    </a:p>
                  </a:txBody>
                  <a:tcPr anchor="ctr">
                    <a:lnL>
                      <a:noFill/>
                    </a:lnL>
                    <a:lnR>
                      <a:noFill/>
                    </a:lnR>
                    <a:lnT>
                      <a:noFill/>
                    </a:lnT>
                    <a:lnB>
                      <a:noFill/>
                    </a:lnB>
                    <a:noFill/>
                  </a:tcPr>
                </a:tc>
                <a:tc>
                  <a:txBody>
                    <a:bodyPr/>
                    <a:lstStyle/>
                    <a:p>
                      <a:pPr>
                        <a:buNone/>
                      </a:pPr>
                      <a:r>
                        <a:rPr lang="en-IN" dirty="0"/>
                        <a:t>Random Forest</a:t>
                      </a:r>
                    </a:p>
                  </a:txBody>
                  <a:tcPr anchor="ctr">
                    <a:lnL>
                      <a:noFill/>
                    </a:lnL>
                    <a:lnR>
                      <a:noFill/>
                    </a:lnR>
                    <a:lnT>
                      <a:noFill/>
                    </a:lnT>
                    <a:lnB>
                      <a:noFill/>
                    </a:lnB>
                    <a:noFill/>
                  </a:tcPr>
                </a:tc>
                <a:tc>
                  <a:txBody>
                    <a:bodyPr/>
                    <a:lstStyle/>
                    <a:p>
                      <a:pPr>
                        <a:buNone/>
                      </a:pPr>
                      <a:r>
                        <a:rPr lang="en-IN" dirty="0"/>
                        <a:t>Decision Tree</a:t>
                      </a:r>
                    </a:p>
                  </a:txBody>
                  <a:tcPr anchor="ctr">
                    <a:lnL>
                      <a:noFill/>
                    </a:lnL>
                    <a:lnR>
                      <a:noFill/>
                    </a:lnR>
                    <a:lnT>
                      <a:noFill/>
                    </a:lnT>
                    <a:lnB>
                      <a:noFill/>
                    </a:lnB>
                    <a:noFill/>
                  </a:tcPr>
                </a:tc>
                <a:tc>
                  <a:txBody>
                    <a:bodyPr/>
                    <a:lstStyle/>
                    <a:p>
                      <a:pPr>
                        <a:buNone/>
                      </a:pPr>
                      <a:r>
                        <a:rPr lang="en-IN"/>
                        <a:t>Comparison</a:t>
                      </a:r>
                    </a:p>
                  </a:txBody>
                  <a:tcPr anchor="ctr">
                    <a:lnL>
                      <a:noFill/>
                    </a:lnL>
                    <a:lnR>
                      <a:noFill/>
                    </a:lnR>
                    <a:lnT>
                      <a:noFill/>
                    </a:lnT>
                    <a:lnB>
                      <a:noFill/>
                    </a:lnB>
                    <a:noFill/>
                  </a:tcPr>
                </a:tc>
                <a:extLst>
                  <a:ext uri="{0D108BD9-81ED-4DB2-BD59-A6C34878D82A}">
                    <a16:rowId xmlns:a16="http://schemas.microsoft.com/office/drawing/2014/main" val="2055170105"/>
                  </a:ext>
                </a:extLst>
              </a:tr>
              <a:tr h="369790">
                <a:tc>
                  <a:txBody>
                    <a:bodyPr/>
                    <a:lstStyle/>
                    <a:p>
                      <a:pPr>
                        <a:buNone/>
                      </a:pPr>
                      <a:r>
                        <a:rPr lang="en-IN" b="1"/>
                        <a:t>Accuracy</a:t>
                      </a:r>
                      <a:endParaRPr lang="en-IN"/>
                    </a:p>
                  </a:txBody>
                  <a:tcPr anchor="ctr">
                    <a:lnL>
                      <a:noFill/>
                    </a:lnL>
                    <a:lnR>
                      <a:noFill/>
                    </a:lnR>
                    <a:lnT>
                      <a:noFill/>
                    </a:lnT>
                    <a:lnB>
                      <a:noFill/>
                    </a:lnB>
                    <a:noFill/>
                  </a:tcPr>
                </a:tc>
                <a:tc>
                  <a:txBody>
                    <a:bodyPr/>
                    <a:lstStyle/>
                    <a:p>
                      <a:pPr>
                        <a:buNone/>
                      </a:pPr>
                      <a:r>
                        <a:rPr lang="en-IN" dirty="0"/>
                        <a:t>0.77</a:t>
                      </a:r>
                    </a:p>
                  </a:txBody>
                  <a:tcPr anchor="ctr">
                    <a:lnL>
                      <a:noFill/>
                    </a:lnL>
                    <a:lnR>
                      <a:noFill/>
                    </a:lnR>
                    <a:lnT>
                      <a:noFill/>
                    </a:lnT>
                    <a:lnB>
                      <a:noFill/>
                    </a:lnB>
                    <a:noFill/>
                  </a:tcPr>
                </a:tc>
                <a:tc>
                  <a:txBody>
                    <a:bodyPr/>
                    <a:lstStyle/>
                    <a:p>
                      <a:pPr>
                        <a:buNone/>
                      </a:pPr>
                      <a:r>
                        <a:rPr lang="en-IN"/>
                        <a:t>0.77</a:t>
                      </a:r>
                    </a:p>
                  </a:txBody>
                  <a:tcPr anchor="ctr">
                    <a:lnL>
                      <a:noFill/>
                    </a:lnL>
                    <a:lnR>
                      <a:noFill/>
                    </a:lnR>
                    <a:lnT>
                      <a:noFill/>
                    </a:lnT>
                    <a:lnB>
                      <a:noFill/>
                    </a:lnB>
                    <a:noFill/>
                  </a:tcPr>
                </a:tc>
                <a:tc>
                  <a:txBody>
                    <a:bodyPr/>
                    <a:lstStyle/>
                    <a:p>
                      <a:pPr>
                        <a:buNone/>
                      </a:pPr>
                      <a:r>
                        <a:rPr lang="en-IN"/>
                        <a:t>Similar</a:t>
                      </a:r>
                    </a:p>
                  </a:txBody>
                  <a:tcPr anchor="ctr">
                    <a:lnL>
                      <a:noFill/>
                    </a:lnL>
                    <a:lnR>
                      <a:noFill/>
                    </a:lnR>
                    <a:lnT>
                      <a:noFill/>
                    </a:lnT>
                    <a:lnB>
                      <a:noFill/>
                    </a:lnB>
                    <a:noFill/>
                  </a:tcPr>
                </a:tc>
                <a:extLst>
                  <a:ext uri="{0D108BD9-81ED-4DB2-BD59-A6C34878D82A}">
                    <a16:rowId xmlns:a16="http://schemas.microsoft.com/office/drawing/2014/main" val="3156590846"/>
                  </a:ext>
                </a:extLst>
              </a:tr>
              <a:tr h="369790">
                <a:tc>
                  <a:txBody>
                    <a:bodyPr/>
                    <a:lstStyle/>
                    <a:p>
                      <a:pPr>
                        <a:buNone/>
                      </a:pPr>
                      <a:r>
                        <a:rPr lang="en-IN" b="1"/>
                        <a:t>AUC</a:t>
                      </a:r>
                      <a:endParaRPr lang="en-IN"/>
                    </a:p>
                  </a:txBody>
                  <a:tcPr anchor="ctr">
                    <a:lnL>
                      <a:noFill/>
                    </a:lnL>
                    <a:lnR>
                      <a:noFill/>
                    </a:lnR>
                    <a:lnT>
                      <a:noFill/>
                    </a:lnT>
                    <a:lnB>
                      <a:noFill/>
                    </a:lnB>
                    <a:noFill/>
                  </a:tcPr>
                </a:tc>
                <a:tc>
                  <a:txBody>
                    <a:bodyPr/>
                    <a:lstStyle/>
                    <a:p>
                      <a:pPr>
                        <a:buNone/>
                      </a:pPr>
                      <a:r>
                        <a:rPr lang="en-IN" b="1"/>
                        <a:t>0.84</a:t>
                      </a:r>
                      <a:endParaRPr lang="en-IN"/>
                    </a:p>
                  </a:txBody>
                  <a:tcPr anchor="ctr">
                    <a:lnL>
                      <a:noFill/>
                    </a:lnL>
                    <a:lnR>
                      <a:noFill/>
                    </a:lnR>
                    <a:lnT>
                      <a:noFill/>
                    </a:lnT>
                    <a:lnB>
                      <a:noFill/>
                    </a:lnB>
                    <a:noFill/>
                  </a:tcPr>
                </a:tc>
                <a:tc>
                  <a:txBody>
                    <a:bodyPr/>
                    <a:lstStyle/>
                    <a:p>
                      <a:pPr>
                        <a:buNone/>
                      </a:pPr>
                      <a:r>
                        <a:rPr lang="en-IN"/>
                        <a:t>0.82</a:t>
                      </a:r>
                    </a:p>
                  </a:txBody>
                  <a:tcPr anchor="ctr">
                    <a:lnL>
                      <a:noFill/>
                    </a:lnL>
                    <a:lnR>
                      <a:noFill/>
                    </a:lnR>
                    <a:lnT>
                      <a:noFill/>
                    </a:lnT>
                    <a:lnB>
                      <a:noFill/>
                    </a:lnB>
                    <a:noFill/>
                  </a:tcPr>
                </a:tc>
                <a:tc>
                  <a:txBody>
                    <a:bodyPr/>
                    <a:lstStyle/>
                    <a:p>
                      <a:pPr>
                        <a:buNone/>
                      </a:pPr>
                      <a:r>
                        <a:rPr lang="en-IN"/>
                        <a:t>RF better</a:t>
                      </a:r>
                    </a:p>
                  </a:txBody>
                  <a:tcPr anchor="ctr">
                    <a:lnL>
                      <a:noFill/>
                    </a:lnL>
                    <a:lnR>
                      <a:noFill/>
                    </a:lnR>
                    <a:lnT>
                      <a:noFill/>
                    </a:lnT>
                    <a:lnB>
                      <a:noFill/>
                    </a:lnB>
                    <a:noFill/>
                  </a:tcPr>
                </a:tc>
                <a:extLst>
                  <a:ext uri="{0D108BD9-81ED-4DB2-BD59-A6C34878D82A}">
                    <a16:rowId xmlns:a16="http://schemas.microsoft.com/office/drawing/2014/main" val="2441175799"/>
                  </a:ext>
                </a:extLst>
              </a:tr>
              <a:tr h="369790">
                <a:tc>
                  <a:txBody>
                    <a:bodyPr/>
                    <a:lstStyle/>
                    <a:p>
                      <a:pPr>
                        <a:buNone/>
                      </a:pPr>
                      <a:r>
                        <a:rPr lang="en-IN" b="1"/>
                        <a:t>Sensitivity</a:t>
                      </a:r>
                      <a:endParaRPr lang="en-IN"/>
                    </a:p>
                  </a:txBody>
                  <a:tcPr anchor="ctr">
                    <a:lnL>
                      <a:noFill/>
                    </a:lnL>
                    <a:lnR>
                      <a:noFill/>
                    </a:lnR>
                    <a:lnT>
                      <a:noFill/>
                    </a:lnT>
                    <a:lnB>
                      <a:noFill/>
                    </a:lnB>
                    <a:noFill/>
                  </a:tcPr>
                </a:tc>
                <a:tc>
                  <a:txBody>
                    <a:bodyPr/>
                    <a:lstStyle/>
                    <a:p>
                      <a:pPr>
                        <a:buNone/>
                      </a:pPr>
                      <a:r>
                        <a:rPr lang="en-IN" dirty="0"/>
                        <a:t>Slightly higher</a:t>
                      </a:r>
                    </a:p>
                  </a:txBody>
                  <a:tcPr anchor="ctr">
                    <a:lnL>
                      <a:noFill/>
                    </a:lnL>
                    <a:lnR>
                      <a:noFill/>
                    </a:lnR>
                    <a:lnT>
                      <a:noFill/>
                    </a:lnT>
                    <a:lnB>
                      <a:noFill/>
                    </a:lnB>
                    <a:noFill/>
                  </a:tcPr>
                </a:tc>
                <a:tc>
                  <a:txBody>
                    <a:bodyPr/>
                    <a:lstStyle/>
                    <a:p>
                      <a:pPr>
                        <a:buNone/>
                      </a:pPr>
                      <a:r>
                        <a:rPr lang="en-IN"/>
                        <a:t>Slightly lower</a:t>
                      </a:r>
                    </a:p>
                  </a:txBody>
                  <a:tcPr anchor="ctr">
                    <a:lnL>
                      <a:noFill/>
                    </a:lnL>
                    <a:lnR>
                      <a:noFill/>
                    </a:lnR>
                    <a:lnT>
                      <a:noFill/>
                    </a:lnT>
                    <a:lnB>
                      <a:noFill/>
                    </a:lnB>
                    <a:noFill/>
                  </a:tcPr>
                </a:tc>
                <a:tc>
                  <a:txBody>
                    <a:bodyPr/>
                    <a:lstStyle/>
                    <a:p>
                      <a:pPr>
                        <a:buNone/>
                      </a:pPr>
                      <a:r>
                        <a:rPr lang="en-IN"/>
                        <a:t>RF advantage</a:t>
                      </a:r>
                    </a:p>
                  </a:txBody>
                  <a:tcPr anchor="ctr">
                    <a:lnL>
                      <a:noFill/>
                    </a:lnL>
                    <a:lnR>
                      <a:noFill/>
                    </a:lnR>
                    <a:lnT>
                      <a:noFill/>
                    </a:lnT>
                    <a:lnB>
                      <a:noFill/>
                    </a:lnB>
                    <a:noFill/>
                  </a:tcPr>
                </a:tc>
                <a:extLst>
                  <a:ext uri="{0D108BD9-81ED-4DB2-BD59-A6C34878D82A}">
                    <a16:rowId xmlns:a16="http://schemas.microsoft.com/office/drawing/2014/main" val="3082392802"/>
                  </a:ext>
                </a:extLst>
              </a:tr>
              <a:tr h="369790">
                <a:tc>
                  <a:txBody>
                    <a:bodyPr/>
                    <a:lstStyle/>
                    <a:p>
                      <a:pPr>
                        <a:buNone/>
                      </a:pPr>
                      <a:r>
                        <a:rPr lang="en-IN" b="1"/>
                        <a:t>Specificity</a:t>
                      </a:r>
                      <a:endParaRPr lang="en-IN"/>
                    </a:p>
                  </a:txBody>
                  <a:tcPr anchor="ctr">
                    <a:lnL>
                      <a:noFill/>
                    </a:lnL>
                    <a:lnR>
                      <a:noFill/>
                    </a:lnR>
                    <a:lnT>
                      <a:noFill/>
                    </a:lnT>
                    <a:lnB>
                      <a:noFill/>
                    </a:lnB>
                    <a:noFill/>
                  </a:tcPr>
                </a:tc>
                <a:tc>
                  <a:txBody>
                    <a:bodyPr/>
                    <a:lstStyle/>
                    <a:p>
                      <a:pPr>
                        <a:buNone/>
                      </a:pPr>
                      <a:r>
                        <a:rPr lang="en-IN"/>
                        <a:t>Higher</a:t>
                      </a:r>
                    </a:p>
                  </a:txBody>
                  <a:tcPr anchor="ctr">
                    <a:lnL>
                      <a:noFill/>
                    </a:lnL>
                    <a:lnR>
                      <a:noFill/>
                    </a:lnR>
                    <a:lnT>
                      <a:noFill/>
                    </a:lnT>
                    <a:lnB>
                      <a:noFill/>
                    </a:lnB>
                    <a:noFill/>
                  </a:tcPr>
                </a:tc>
                <a:tc>
                  <a:txBody>
                    <a:bodyPr/>
                    <a:lstStyle/>
                    <a:p>
                      <a:pPr>
                        <a:buNone/>
                      </a:pPr>
                      <a:r>
                        <a:rPr lang="en-IN"/>
                        <a:t>Lower</a:t>
                      </a:r>
                    </a:p>
                  </a:txBody>
                  <a:tcPr anchor="ctr">
                    <a:lnL>
                      <a:noFill/>
                    </a:lnL>
                    <a:lnR>
                      <a:noFill/>
                    </a:lnR>
                    <a:lnT>
                      <a:noFill/>
                    </a:lnT>
                    <a:lnB>
                      <a:noFill/>
                    </a:lnB>
                    <a:noFill/>
                  </a:tcPr>
                </a:tc>
                <a:tc>
                  <a:txBody>
                    <a:bodyPr/>
                    <a:lstStyle/>
                    <a:p>
                      <a:pPr>
                        <a:buNone/>
                      </a:pPr>
                      <a:r>
                        <a:rPr lang="en-IN"/>
                        <a:t>RF advantage</a:t>
                      </a:r>
                    </a:p>
                  </a:txBody>
                  <a:tcPr anchor="ctr">
                    <a:lnL>
                      <a:noFill/>
                    </a:lnL>
                    <a:lnR>
                      <a:noFill/>
                    </a:lnR>
                    <a:lnT>
                      <a:noFill/>
                    </a:lnT>
                    <a:lnB>
                      <a:noFill/>
                    </a:lnB>
                    <a:noFill/>
                  </a:tcPr>
                </a:tc>
                <a:extLst>
                  <a:ext uri="{0D108BD9-81ED-4DB2-BD59-A6C34878D82A}">
                    <a16:rowId xmlns:a16="http://schemas.microsoft.com/office/drawing/2014/main" val="59907051"/>
                  </a:ext>
                </a:extLst>
              </a:tr>
              <a:tr h="369790">
                <a:tc>
                  <a:txBody>
                    <a:bodyPr/>
                    <a:lstStyle/>
                    <a:p>
                      <a:pPr>
                        <a:buNone/>
                      </a:pPr>
                      <a:r>
                        <a:rPr lang="en-IN" b="1"/>
                        <a:t>Interpretability</a:t>
                      </a:r>
                      <a:endParaRPr lang="en-IN"/>
                    </a:p>
                  </a:txBody>
                  <a:tcPr anchor="ctr">
                    <a:lnL>
                      <a:noFill/>
                    </a:lnL>
                    <a:lnR>
                      <a:noFill/>
                    </a:lnR>
                    <a:lnT>
                      <a:noFill/>
                    </a:lnT>
                    <a:lnB>
                      <a:noFill/>
                    </a:lnB>
                    <a:noFill/>
                  </a:tcPr>
                </a:tc>
                <a:tc>
                  <a:txBody>
                    <a:bodyPr/>
                    <a:lstStyle/>
                    <a:p>
                      <a:pPr>
                        <a:buNone/>
                      </a:pPr>
                      <a:r>
                        <a:rPr lang="en-IN"/>
                        <a:t>Low</a:t>
                      </a:r>
                    </a:p>
                  </a:txBody>
                  <a:tcPr anchor="ctr">
                    <a:lnL>
                      <a:noFill/>
                    </a:lnL>
                    <a:lnR>
                      <a:noFill/>
                    </a:lnR>
                    <a:lnT>
                      <a:noFill/>
                    </a:lnT>
                    <a:lnB>
                      <a:noFill/>
                    </a:lnB>
                    <a:noFill/>
                  </a:tcPr>
                </a:tc>
                <a:tc>
                  <a:txBody>
                    <a:bodyPr/>
                    <a:lstStyle/>
                    <a:p>
                      <a:pPr>
                        <a:buNone/>
                      </a:pPr>
                      <a:r>
                        <a:rPr lang="en-IN" b="1"/>
                        <a:t>High</a:t>
                      </a:r>
                      <a:endParaRPr lang="en-IN"/>
                    </a:p>
                  </a:txBody>
                  <a:tcPr anchor="ctr">
                    <a:lnL>
                      <a:noFill/>
                    </a:lnL>
                    <a:lnR>
                      <a:noFill/>
                    </a:lnR>
                    <a:lnT>
                      <a:noFill/>
                    </a:lnT>
                    <a:lnB>
                      <a:noFill/>
                    </a:lnB>
                    <a:noFill/>
                  </a:tcPr>
                </a:tc>
                <a:tc>
                  <a:txBody>
                    <a:bodyPr/>
                    <a:lstStyle/>
                    <a:p>
                      <a:pPr>
                        <a:buNone/>
                      </a:pPr>
                      <a:r>
                        <a:rPr lang="en-IN" dirty="0"/>
                        <a:t>DT advantage</a:t>
                      </a:r>
                    </a:p>
                  </a:txBody>
                  <a:tcPr anchor="ctr">
                    <a:lnL>
                      <a:noFill/>
                    </a:lnL>
                    <a:lnR>
                      <a:noFill/>
                    </a:lnR>
                    <a:lnT>
                      <a:noFill/>
                    </a:lnT>
                    <a:lnB>
                      <a:noFill/>
                    </a:lnB>
                    <a:noFill/>
                  </a:tcPr>
                </a:tc>
                <a:extLst>
                  <a:ext uri="{0D108BD9-81ED-4DB2-BD59-A6C34878D82A}">
                    <a16:rowId xmlns:a16="http://schemas.microsoft.com/office/drawing/2014/main" val="3903108304"/>
                  </a:ext>
                </a:extLst>
              </a:tr>
            </a:tbl>
          </a:graphicData>
        </a:graphic>
      </p:graphicFrame>
    </p:spTree>
    <p:extLst>
      <p:ext uri="{BB962C8B-B14F-4D97-AF65-F5344CB8AC3E}">
        <p14:creationId xmlns:p14="http://schemas.microsoft.com/office/powerpoint/2010/main" val="3536504044"/>
      </p:ext>
    </p:extLst>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0E3"/>
        </a:solidFill>
        <a:effectLst/>
      </p:bgPr>
    </p:bg>
    <p:spTree>
      <p:nvGrpSpPr>
        <p:cNvPr id="1" name="">
          <a:extLst>
            <a:ext uri="{FF2B5EF4-FFF2-40B4-BE49-F238E27FC236}">
              <a16:creationId xmlns:a16="http://schemas.microsoft.com/office/drawing/2014/main" id="{3724D379-0329-B6FC-5FAD-5195E3D28C48}"/>
            </a:ext>
          </a:extLst>
        </p:cNvPr>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144D9CAE-1A74-1987-9B88-F3F3910E407E}"/>
              </a:ext>
            </a:extLst>
          </p:cNvPr>
          <p:cNvSpPr>
            <a:spLocks noGrp="1"/>
          </p:cNvSpPr>
          <p:nvPr>
            <p:ph type="sldNum" sz="quarter" idx="12"/>
          </p:nvPr>
        </p:nvSpPr>
        <p:spPr/>
        <p:txBody>
          <a:bodyPr anchor="ctr">
            <a:normAutofit/>
          </a:bodyPr>
          <a:lstStyle/>
          <a:p>
            <a:pPr>
              <a:spcAft>
                <a:spcPts val="600"/>
              </a:spcAft>
            </a:pPr>
            <a:fld id="{B5CEABB6-07DC-46E8-9B57-56EC44A396E5}" type="slidenum">
              <a:rPr lang="en-US" smtClean="0">
                <a:solidFill>
                  <a:schemeClr val="tx1"/>
                </a:solidFill>
              </a:rPr>
              <a:pPr>
                <a:spcAft>
                  <a:spcPts val="600"/>
                </a:spcAft>
              </a:pPr>
              <a:t>15</a:t>
            </a:fld>
            <a:endParaRPr lang="en-US">
              <a:solidFill>
                <a:schemeClr val="tx1"/>
              </a:solidFill>
            </a:endParaRPr>
          </a:p>
        </p:txBody>
      </p:sp>
      <p:sp>
        <p:nvSpPr>
          <p:cNvPr id="7" name="文字方塊 6">
            <a:extLst>
              <a:ext uri="{FF2B5EF4-FFF2-40B4-BE49-F238E27FC236}">
                <a16:creationId xmlns:a16="http://schemas.microsoft.com/office/drawing/2014/main" id="{BEC07896-1A79-7884-E12C-2E40A1A74C25}"/>
              </a:ext>
            </a:extLst>
          </p:cNvPr>
          <p:cNvSpPr txBox="1"/>
          <p:nvPr/>
        </p:nvSpPr>
        <p:spPr>
          <a:xfrm>
            <a:off x="420414" y="3310759"/>
            <a:ext cx="184731" cy="369332"/>
          </a:xfrm>
          <a:prstGeom prst="rect">
            <a:avLst/>
          </a:prstGeom>
          <a:noFill/>
        </p:spPr>
        <p:txBody>
          <a:bodyPr wrap="none" rtlCol="0">
            <a:spAutoFit/>
          </a:bodyPr>
          <a:lstStyle/>
          <a:p>
            <a:endParaRPr kumimoji="1" lang="zh-TW" altLang="en-US"/>
          </a:p>
        </p:txBody>
      </p:sp>
      <p:pic>
        <p:nvPicPr>
          <p:cNvPr id="4" name="Picture 3">
            <a:extLst>
              <a:ext uri="{FF2B5EF4-FFF2-40B4-BE49-F238E27FC236}">
                <a16:creationId xmlns:a16="http://schemas.microsoft.com/office/drawing/2014/main" id="{8988CA68-353D-2516-6F01-24BF0DD3A8F7}"/>
              </a:ext>
            </a:extLst>
          </p:cNvPr>
          <p:cNvPicPr>
            <a:picLocks noChangeAspect="1"/>
          </p:cNvPicPr>
          <p:nvPr/>
        </p:nvPicPr>
        <p:blipFill>
          <a:blip r:embed="rId4"/>
          <a:stretch>
            <a:fillRect/>
          </a:stretch>
        </p:blipFill>
        <p:spPr>
          <a:xfrm>
            <a:off x="1996265" y="1425534"/>
            <a:ext cx="9127030" cy="5113378"/>
          </a:xfrm>
          <a:prstGeom prst="rect">
            <a:avLst/>
          </a:prstGeom>
        </p:spPr>
      </p:pic>
      <p:sp>
        <p:nvSpPr>
          <p:cNvPr id="10" name="TextBox 9">
            <a:extLst>
              <a:ext uri="{FF2B5EF4-FFF2-40B4-BE49-F238E27FC236}">
                <a16:creationId xmlns:a16="http://schemas.microsoft.com/office/drawing/2014/main" id="{C121B139-FB9B-9500-F8D9-E8ABC9FA43FF}"/>
              </a:ext>
            </a:extLst>
          </p:cNvPr>
          <p:cNvSpPr txBox="1"/>
          <p:nvPr/>
        </p:nvSpPr>
        <p:spPr>
          <a:xfrm>
            <a:off x="1859631" y="604942"/>
            <a:ext cx="7917514" cy="769441"/>
          </a:xfrm>
          <a:prstGeom prst="rect">
            <a:avLst/>
          </a:prstGeom>
          <a:noFill/>
        </p:spPr>
        <p:txBody>
          <a:bodyPr wrap="square" rtlCol="0">
            <a:spAutoFit/>
          </a:bodyPr>
          <a:lstStyle/>
          <a:p>
            <a:r>
              <a:rPr lang="en-US" sz="4400" b="1" dirty="0">
                <a:solidFill>
                  <a:schemeClr val="accent2"/>
                </a:solidFill>
              </a:rPr>
              <a:t>ROC ANALYSIS</a:t>
            </a:r>
            <a:endParaRPr lang="en-IN" sz="4400" b="1" dirty="0"/>
          </a:p>
        </p:txBody>
      </p:sp>
    </p:spTree>
    <p:extLst>
      <p:ext uri="{BB962C8B-B14F-4D97-AF65-F5344CB8AC3E}">
        <p14:creationId xmlns:p14="http://schemas.microsoft.com/office/powerpoint/2010/main" val="2091275684"/>
      </p:ext>
    </p:extLst>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0E3"/>
        </a:solidFill>
        <a:effectLst/>
      </p:bgPr>
    </p:bg>
    <p:spTree>
      <p:nvGrpSpPr>
        <p:cNvPr id="1" name="">
          <a:extLst>
            <a:ext uri="{FF2B5EF4-FFF2-40B4-BE49-F238E27FC236}">
              <a16:creationId xmlns:a16="http://schemas.microsoft.com/office/drawing/2014/main" id="{FD2C16BA-6810-4B59-357C-E4F3C74CBE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CCA84C-B0A1-6044-1410-29ED5AE23D89}"/>
              </a:ext>
            </a:extLst>
          </p:cNvPr>
          <p:cNvSpPr>
            <a:spLocks noGrp="1"/>
          </p:cNvSpPr>
          <p:nvPr>
            <p:ph type="title"/>
          </p:nvPr>
        </p:nvSpPr>
        <p:spPr>
          <a:xfrm>
            <a:off x="1552574" y="854358"/>
            <a:ext cx="9866540" cy="1358140"/>
          </a:xfrm>
        </p:spPr>
        <p:txBody>
          <a:bodyPr anchor="t">
            <a:normAutofit/>
          </a:bodyPr>
          <a:lstStyle/>
          <a:p>
            <a:r>
              <a:rPr lang="en-US" dirty="0">
                <a:solidFill>
                  <a:schemeClr val="accent2"/>
                </a:solidFill>
              </a:rPr>
              <a:t>summary</a:t>
            </a:r>
            <a:endParaRPr lang="en-ZA" dirty="0">
              <a:solidFill>
                <a:schemeClr val="accent2"/>
              </a:solidFill>
            </a:endParaRPr>
          </a:p>
        </p:txBody>
      </p:sp>
      <p:sp>
        <p:nvSpPr>
          <p:cNvPr id="19" name="Text Placeholder 2">
            <a:extLst>
              <a:ext uri="{FF2B5EF4-FFF2-40B4-BE49-F238E27FC236}">
                <a16:creationId xmlns:a16="http://schemas.microsoft.com/office/drawing/2014/main" id="{48A31944-91A9-DB3D-4790-224E47517441}"/>
              </a:ext>
            </a:extLst>
          </p:cNvPr>
          <p:cNvSpPr>
            <a:spLocks noGrp="1"/>
          </p:cNvSpPr>
          <p:nvPr>
            <p:ph type="body" sz="quarter" idx="14"/>
          </p:nvPr>
        </p:nvSpPr>
        <p:spPr>
          <a:xfrm>
            <a:off x="8372723" y="2481940"/>
            <a:ext cx="3046391" cy="3759200"/>
          </a:xfrm>
        </p:spPr>
        <p:txBody>
          <a:bodyPr vert="horz" lIns="91440" tIns="45720" rIns="91440" bIns="45720" rtlCol="0">
            <a:normAutofit/>
          </a:bodyPr>
          <a:lstStyle/>
          <a:p>
            <a:pPr marL="0" indent="0">
              <a:buNone/>
            </a:pPr>
            <a:endParaRPr lang="en-US" b="1"/>
          </a:p>
          <a:p>
            <a:pPr marL="0" indent="0">
              <a:buNone/>
            </a:pPr>
            <a:endParaRPr lang="en-US"/>
          </a:p>
        </p:txBody>
      </p:sp>
      <p:sp>
        <p:nvSpPr>
          <p:cNvPr id="6" name="Slide Number Placeholder 5">
            <a:extLst>
              <a:ext uri="{FF2B5EF4-FFF2-40B4-BE49-F238E27FC236}">
                <a16:creationId xmlns:a16="http://schemas.microsoft.com/office/drawing/2014/main" id="{78A44317-3ADD-14C8-F318-AB011044DF6E}"/>
              </a:ext>
            </a:extLst>
          </p:cNvPr>
          <p:cNvSpPr>
            <a:spLocks noGrp="1"/>
          </p:cNvSpPr>
          <p:nvPr>
            <p:ph type="sldNum" sz="quarter" idx="12"/>
          </p:nvPr>
        </p:nvSpPr>
        <p:spPr>
          <a:xfrm>
            <a:off x="11123295" y="6356350"/>
            <a:ext cx="457200" cy="365125"/>
          </a:xfrm>
        </p:spPr>
        <p:txBody>
          <a:bodyPr anchor="ctr">
            <a:normAutofit/>
          </a:bodyPr>
          <a:lstStyle/>
          <a:p>
            <a:pPr>
              <a:spcAft>
                <a:spcPts val="600"/>
              </a:spcAft>
            </a:pPr>
            <a:fld id="{B5CEABB6-07DC-46E8-9B57-56EC44A396E5}" type="slidenum">
              <a:rPr lang="en-US" dirty="0" smtClean="0">
                <a:solidFill>
                  <a:schemeClr val="tx1"/>
                </a:solidFill>
              </a:rPr>
              <a:pPr>
                <a:spcAft>
                  <a:spcPts val="600"/>
                </a:spcAft>
              </a:pPr>
              <a:t>16</a:t>
            </a:fld>
            <a:endParaRPr lang="en-US">
              <a:solidFill>
                <a:schemeClr val="tx1"/>
              </a:solidFill>
            </a:endParaRPr>
          </a:p>
        </p:txBody>
      </p:sp>
      <p:sp>
        <p:nvSpPr>
          <p:cNvPr id="8" name="TextBox 7">
            <a:extLst>
              <a:ext uri="{FF2B5EF4-FFF2-40B4-BE49-F238E27FC236}">
                <a16:creationId xmlns:a16="http://schemas.microsoft.com/office/drawing/2014/main" id="{2A72379C-344A-BB84-777B-658E34B04175}"/>
              </a:ext>
            </a:extLst>
          </p:cNvPr>
          <p:cNvSpPr txBox="1"/>
          <p:nvPr/>
        </p:nvSpPr>
        <p:spPr>
          <a:xfrm>
            <a:off x="1552574" y="1716825"/>
            <a:ext cx="9866540" cy="4524315"/>
          </a:xfrm>
          <a:prstGeom prst="rect">
            <a:avLst/>
          </a:prstGeom>
          <a:noFill/>
        </p:spPr>
        <p:txBody>
          <a:bodyPr wrap="square" rtlCol="0">
            <a:spAutoFit/>
          </a:bodyPr>
          <a:lstStyle/>
          <a:p>
            <a:pPr lvl="0" eaLnBrk="0" fontAlgn="base" hangingPunct="0">
              <a:spcBef>
                <a:spcPct val="0"/>
              </a:spcBef>
              <a:spcAft>
                <a:spcPct val="0"/>
              </a:spcAft>
              <a:buFontTx/>
              <a:buChar char="•"/>
            </a:pPr>
            <a:r>
              <a:rPr lang="en-US" altLang="en-US" b="1" dirty="0">
                <a:latin typeface="Arial" panose="020B0604020202020204" pitchFamily="34" charset="0"/>
              </a:rPr>
              <a:t>Age and CHD:</a:t>
            </a:r>
            <a:r>
              <a:rPr lang="en-US" altLang="en-US" dirty="0">
                <a:latin typeface="Arial" panose="020B0604020202020204" pitchFamily="34" charset="0"/>
              </a:rPr>
              <a:t> CHD risk increases sharply with age, and statistical tests confirm a strong association. Age is the strongest predictor in both models.</a:t>
            </a:r>
          </a:p>
          <a:p>
            <a:pPr lvl="0" eaLnBrk="0" fontAlgn="base" hangingPunct="0">
              <a:spcBef>
                <a:spcPct val="0"/>
              </a:spcBef>
              <a:spcAft>
                <a:spcPct val="0"/>
              </a:spcAft>
              <a:buFontTx/>
              <a:buChar char="•"/>
            </a:pPr>
            <a:r>
              <a:rPr lang="en-US" altLang="en-US" b="1" dirty="0">
                <a:latin typeface="Arial" panose="020B0604020202020204" pitchFamily="34" charset="0"/>
              </a:rPr>
              <a:t>Smoking and CHD:</a:t>
            </a:r>
            <a:r>
              <a:rPr lang="en-US" altLang="en-US" dirty="0">
                <a:latin typeface="Arial" panose="020B0604020202020204" pitchFamily="34" charset="0"/>
              </a:rPr>
              <a:t> A very strong association exists between smoking status and CHD, with smokers significantly more likely to have the disease.</a:t>
            </a:r>
          </a:p>
          <a:p>
            <a:pPr lvl="0" eaLnBrk="0" fontAlgn="base" hangingPunct="0">
              <a:spcBef>
                <a:spcPct val="0"/>
              </a:spcBef>
              <a:spcAft>
                <a:spcPct val="0"/>
              </a:spcAft>
              <a:buFontTx/>
              <a:buChar char="•"/>
            </a:pPr>
            <a:r>
              <a:rPr lang="en-US" altLang="en-US" b="1" dirty="0">
                <a:latin typeface="Arial" panose="020B0604020202020204" pitchFamily="34" charset="0"/>
              </a:rPr>
              <a:t>General Health and CHD:</a:t>
            </a:r>
            <a:r>
              <a:rPr lang="en-US" altLang="en-US" dirty="0">
                <a:latin typeface="Arial" panose="020B0604020202020204" pitchFamily="34" charset="0"/>
              </a:rPr>
              <a:t> Individuals reporting fair or poor general health show substantially higher CHD rates, making general health one of the top predictors.</a:t>
            </a:r>
          </a:p>
          <a:p>
            <a:pPr lvl="0" eaLnBrk="0" fontAlgn="base" hangingPunct="0">
              <a:spcBef>
                <a:spcPct val="0"/>
              </a:spcBef>
              <a:spcAft>
                <a:spcPct val="0"/>
              </a:spcAft>
              <a:buFontTx/>
              <a:buChar char="•"/>
            </a:pPr>
            <a:r>
              <a:rPr lang="en-US" altLang="en-US" b="1" dirty="0">
                <a:latin typeface="Arial" panose="020B0604020202020204" pitchFamily="34" charset="0"/>
              </a:rPr>
              <a:t>Exercise and CHD:</a:t>
            </a:r>
            <a:r>
              <a:rPr lang="en-US" altLang="en-US" dirty="0">
                <a:latin typeface="Arial" panose="020B0604020202020204" pitchFamily="34" charset="0"/>
              </a:rPr>
              <a:t> Lack of exercise is significantly linked to higher CHD prevalence, underscoring the role of physical activity in cardiovascular health.</a:t>
            </a:r>
          </a:p>
          <a:p>
            <a:pPr lvl="0" eaLnBrk="0" fontAlgn="base" hangingPunct="0">
              <a:spcBef>
                <a:spcPct val="0"/>
              </a:spcBef>
              <a:spcAft>
                <a:spcPct val="0"/>
              </a:spcAft>
              <a:buFontTx/>
              <a:buChar char="•"/>
            </a:pPr>
            <a:r>
              <a:rPr lang="en-US" altLang="en-US" b="1" dirty="0">
                <a:latin typeface="Arial" panose="020B0604020202020204" pitchFamily="34" charset="0"/>
              </a:rPr>
              <a:t>BMI and CHD:</a:t>
            </a:r>
            <a:r>
              <a:rPr lang="en-US" altLang="en-US" dirty="0">
                <a:latin typeface="Arial" panose="020B0604020202020204" pitchFamily="34" charset="0"/>
              </a:rPr>
              <a:t> Individuals with CHD tend to have higher BMI values, as confirmed by statistical testing.</a:t>
            </a:r>
          </a:p>
          <a:p>
            <a:pPr lvl="0" eaLnBrk="0" fontAlgn="base" hangingPunct="0">
              <a:spcBef>
                <a:spcPct val="0"/>
              </a:spcBef>
              <a:spcAft>
                <a:spcPct val="0"/>
              </a:spcAft>
              <a:buFontTx/>
              <a:buChar char="•"/>
            </a:pPr>
            <a:r>
              <a:rPr lang="en-US" altLang="en-US" b="1" dirty="0">
                <a:latin typeface="Arial" panose="020B0604020202020204" pitchFamily="34" charset="0"/>
              </a:rPr>
              <a:t>Diabetes and CHD:</a:t>
            </a:r>
            <a:r>
              <a:rPr lang="en-US" altLang="en-US" dirty="0">
                <a:latin typeface="Arial" panose="020B0604020202020204" pitchFamily="34" charset="0"/>
              </a:rPr>
              <a:t> A strong association exists between diabetes and CHD, with diabetic individuals showing much higher disease prevalence.</a:t>
            </a:r>
          </a:p>
          <a:p>
            <a:pPr lvl="0" eaLnBrk="0" fontAlgn="base" hangingPunct="0">
              <a:spcBef>
                <a:spcPct val="0"/>
              </a:spcBef>
              <a:spcAft>
                <a:spcPct val="0"/>
              </a:spcAft>
              <a:buFontTx/>
              <a:buChar char="•"/>
            </a:pPr>
            <a:r>
              <a:rPr lang="en-US" altLang="en-US" b="1" dirty="0">
                <a:latin typeface="Arial" panose="020B0604020202020204" pitchFamily="34" charset="0"/>
              </a:rPr>
              <a:t>Model Insights:</a:t>
            </a:r>
            <a:r>
              <a:rPr lang="en-US" altLang="en-US" dirty="0">
                <a:latin typeface="Arial" panose="020B0604020202020204" pitchFamily="34" charset="0"/>
              </a:rPr>
              <a:t> Both Random Forest and Decision Tree models identify Age, General Health Status, and Diabetes Status as the most important predictors of CHD, with Random Forest achieving slightly better predictive performance (AUC ≈ 0.84).</a:t>
            </a:r>
          </a:p>
          <a:p>
            <a:endParaRPr lang="en-IN" dirty="0"/>
          </a:p>
        </p:txBody>
      </p:sp>
    </p:spTree>
    <p:extLst>
      <p:ext uri="{BB962C8B-B14F-4D97-AF65-F5344CB8AC3E}">
        <p14:creationId xmlns:p14="http://schemas.microsoft.com/office/powerpoint/2010/main" val="27869785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0E3"/>
        </a:solidFill>
        <a:effectLst/>
      </p:bgPr>
    </p:bg>
    <p:spTree>
      <p:nvGrpSpPr>
        <p:cNvPr id="1" name="">
          <a:extLst>
            <a:ext uri="{FF2B5EF4-FFF2-40B4-BE49-F238E27FC236}">
              <a16:creationId xmlns:a16="http://schemas.microsoft.com/office/drawing/2014/main" id="{09508D22-39DD-6ED2-1790-07F8B00E9E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C0C8D-6E98-A606-B1E6-9FBF83BD168A}"/>
              </a:ext>
            </a:extLst>
          </p:cNvPr>
          <p:cNvSpPr>
            <a:spLocks noGrp="1"/>
          </p:cNvSpPr>
          <p:nvPr>
            <p:ph type="title"/>
          </p:nvPr>
        </p:nvSpPr>
        <p:spPr>
          <a:xfrm>
            <a:off x="1552574" y="854358"/>
            <a:ext cx="9866540" cy="1358140"/>
          </a:xfrm>
        </p:spPr>
        <p:txBody>
          <a:bodyPr anchor="t">
            <a:normAutofit/>
          </a:bodyPr>
          <a:lstStyle/>
          <a:p>
            <a:r>
              <a:rPr lang="en-US" dirty="0">
                <a:solidFill>
                  <a:schemeClr val="accent2"/>
                </a:solidFill>
              </a:rPr>
              <a:t>Conclusion</a:t>
            </a:r>
          </a:p>
        </p:txBody>
      </p:sp>
      <p:sp>
        <p:nvSpPr>
          <p:cNvPr id="19" name="Text Placeholder 2">
            <a:extLst>
              <a:ext uri="{FF2B5EF4-FFF2-40B4-BE49-F238E27FC236}">
                <a16:creationId xmlns:a16="http://schemas.microsoft.com/office/drawing/2014/main" id="{44321EB9-DAE3-1BCF-783F-3D896BDB30B6}"/>
              </a:ext>
            </a:extLst>
          </p:cNvPr>
          <p:cNvSpPr>
            <a:spLocks noGrp="1"/>
          </p:cNvSpPr>
          <p:nvPr>
            <p:ph type="body" sz="quarter" idx="14"/>
          </p:nvPr>
        </p:nvSpPr>
        <p:spPr>
          <a:xfrm>
            <a:off x="1713955" y="2106694"/>
            <a:ext cx="9866540" cy="4432218"/>
          </a:xfrm>
        </p:spPr>
        <p:txBody>
          <a:bodyPr vert="horz" lIns="91440" tIns="45720" rIns="91440" bIns="45720" rtlCol="0" anchor="t">
            <a:normAutofit/>
          </a:bodyPr>
          <a:lstStyle/>
          <a:p>
            <a:pPr marL="0" indent="0">
              <a:lnSpc>
                <a:spcPct val="200000"/>
              </a:lnSpc>
              <a:buNone/>
            </a:pPr>
            <a:r>
              <a:rPr lang="en-US" dirty="0">
                <a:solidFill>
                  <a:schemeClr val="tx1"/>
                </a:solidFill>
              </a:rPr>
              <a:t>• Key factors linked to CHD include </a:t>
            </a:r>
            <a:r>
              <a:rPr lang="en-US" b="1" dirty="0">
                <a:solidFill>
                  <a:schemeClr val="tx1"/>
                </a:solidFill>
              </a:rPr>
              <a:t>Age, General Health, Diabetes, Smoking</a:t>
            </a:r>
            <a:r>
              <a:rPr lang="en-US" dirty="0">
                <a:solidFill>
                  <a:schemeClr val="tx1"/>
                </a:solidFill>
              </a:rPr>
              <a:t>, and </a:t>
            </a:r>
            <a:r>
              <a:rPr lang="en-US" b="1" dirty="0">
                <a:solidFill>
                  <a:schemeClr val="tx1"/>
                </a:solidFill>
              </a:rPr>
              <a:t>BMI</a:t>
            </a:r>
            <a:r>
              <a:rPr lang="en-US" dirty="0">
                <a:solidFill>
                  <a:schemeClr val="tx1"/>
                </a:solidFill>
              </a:rPr>
              <a:t>.</a:t>
            </a:r>
            <a:br>
              <a:rPr lang="en-US" dirty="0">
                <a:solidFill>
                  <a:schemeClr val="tx1"/>
                </a:solidFill>
              </a:rPr>
            </a:br>
            <a:r>
              <a:rPr lang="en-US" dirty="0">
                <a:solidFill>
                  <a:schemeClr val="tx1"/>
                </a:solidFill>
              </a:rPr>
              <a:t>• Statistical tests confirm each predictor’s strong association with CHD.</a:t>
            </a:r>
            <a:br>
              <a:rPr lang="en-US" dirty="0">
                <a:solidFill>
                  <a:schemeClr val="tx1"/>
                </a:solidFill>
              </a:rPr>
            </a:br>
            <a:r>
              <a:rPr lang="en-US" dirty="0">
                <a:solidFill>
                  <a:schemeClr val="tx1"/>
                </a:solidFill>
              </a:rPr>
              <a:t>• Both models perform well, with </a:t>
            </a:r>
            <a:r>
              <a:rPr lang="en-US" b="1" dirty="0">
                <a:solidFill>
                  <a:schemeClr val="tx1"/>
                </a:solidFill>
              </a:rPr>
              <a:t>Random Forest</a:t>
            </a:r>
            <a:r>
              <a:rPr lang="en-US" dirty="0">
                <a:solidFill>
                  <a:schemeClr val="tx1"/>
                </a:solidFill>
              </a:rPr>
              <a:t> showing slightly higher accuracy and AUC.</a:t>
            </a:r>
            <a:br>
              <a:rPr lang="en-US" dirty="0">
                <a:solidFill>
                  <a:schemeClr val="tx1"/>
                </a:solidFill>
              </a:rPr>
            </a:br>
            <a:r>
              <a:rPr lang="en-US" dirty="0">
                <a:solidFill>
                  <a:schemeClr val="tx1"/>
                </a:solidFill>
              </a:rPr>
              <a:t>• </a:t>
            </a:r>
            <a:r>
              <a:rPr lang="en-US" b="1" dirty="0">
                <a:solidFill>
                  <a:schemeClr val="tx1"/>
                </a:solidFill>
              </a:rPr>
              <a:t>Age, General Health, and Diabetes</a:t>
            </a:r>
            <a:r>
              <a:rPr lang="en-US" dirty="0">
                <a:solidFill>
                  <a:schemeClr val="tx1"/>
                </a:solidFill>
              </a:rPr>
              <a:t> consistently emerge as the strongest predictors.</a:t>
            </a:r>
            <a:br>
              <a:rPr lang="en-US" dirty="0">
                <a:solidFill>
                  <a:schemeClr val="tx1"/>
                </a:solidFill>
              </a:rPr>
            </a:br>
            <a:r>
              <a:rPr lang="en-US" dirty="0">
                <a:solidFill>
                  <a:schemeClr val="tx1"/>
                </a:solidFill>
              </a:rPr>
              <a:t>• Findings highlight the value of early screening and lifestyle-focused interventions</a:t>
            </a:r>
            <a:endParaRPr lang="en-US" b="1" dirty="0">
              <a:solidFill>
                <a:schemeClr val="tx1"/>
              </a:solidFill>
            </a:endParaRPr>
          </a:p>
        </p:txBody>
      </p:sp>
      <p:sp>
        <p:nvSpPr>
          <p:cNvPr id="6" name="Slide Number Placeholder 5">
            <a:extLst>
              <a:ext uri="{FF2B5EF4-FFF2-40B4-BE49-F238E27FC236}">
                <a16:creationId xmlns:a16="http://schemas.microsoft.com/office/drawing/2014/main" id="{003E3403-61AC-3C41-B8ED-6742550B6E67}"/>
              </a:ext>
            </a:extLst>
          </p:cNvPr>
          <p:cNvSpPr>
            <a:spLocks noGrp="1"/>
          </p:cNvSpPr>
          <p:nvPr>
            <p:ph type="sldNum" sz="quarter" idx="12"/>
          </p:nvPr>
        </p:nvSpPr>
        <p:spPr/>
        <p:txBody>
          <a:bodyPr anchor="ctr">
            <a:normAutofit/>
          </a:bodyPr>
          <a:lstStyle/>
          <a:p>
            <a:pPr>
              <a:spcAft>
                <a:spcPts val="600"/>
              </a:spcAft>
            </a:pPr>
            <a:fld id="{B5CEABB6-07DC-46E8-9B57-56EC44A396E5}" type="slidenum">
              <a:rPr lang="en-US" smtClean="0">
                <a:solidFill>
                  <a:schemeClr val="tx1"/>
                </a:solidFill>
              </a:rPr>
              <a:pPr>
                <a:spcAft>
                  <a:spcPts val="600"/>
                </a:spcAft>
              </a:pPr>
              <a:t>17</a:t>
            </a:fld>
            <a:endParaRPr lang="en-US">
              <a:solidFill>
                <a:schemeClr val="tx1"/>
              </a:solidFill>
            </a:endParaRPr>
          </a:p>
        </p:txBody>
      </p:sp>
      <p:sp>
        <p:nvSpPr>
          <p:cNvPr id="7" name="文字方塊 6">
            <a:extLst>
              <a:ext uri="{FF2B5EF4-FFF2-40B4-BE49-F238E27FC236}">
                <a16:creationId xmlns:a16="http://schemas.microsoft.com/office/drawing/2014/main" id="{461BE631-3309-CEFC-4B29-0473B96E0F20}"/>
              </a:ext>
            </a:extLst>
          </p:cNvPr>
          <p:cNvSpPr txBox="1"/>
          <p:nvPr/>
        </p:nvSpPr>
        <p:spPr>
          <a:xfrm>
            <a:off x="420414" y="3310759"/>
            <a:ext cx="184731" cy="369332"/>
          </a:xfrm>
          <a:prstGeom prst="rect">
            <a:avLst/>
          </a:prstGeom>
          <a:noFill/>
        </p:spPr>
        <p:txBody>
          <a:bodyPr wrap="none" rtlCol="0">
            <a:spAutoFit/>
          </a:bodyPr>
          <a:lstStyle/>
          <a:p>
            <a:endParaRPr kumimoji="1" lang="zh-TW" altLang="en-US"/>
          </a:p>
        </p:txBody>
      </p:sp>
    </p:spTree>
    <p:extLst>
      <p:ext uri="{BB962C8B-B14F-4D97-AF65-F5344CB8AC3E}">
        <p14:creationId xmlns:p14="http://schemas.microsoft.com/office/powerpoint/2010/main" val="2374074378"/>
      </p:ext>
    </p:extLst>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Web App: CHD Prediction Tool</a:t>
            </a:r>
          </a:p>
        </p:txBody>
      </p:sp>
      <p:sp>
        <p:nvSpPr>
          <p:cNvPr id="3" name="Content Placeholder 2"/>
          <p:cNvSpPr>
            <a:spLocks noGrp="1"/>
          </p:cNvSpPr>
          <p:nvPr>
            <p:ph sz="half" idx="14"/>
          </p:nvPr>
        </p:nvSpPr>
        <p:spPr/>
        <p:txBody>
          <a:bodyPr>
            <a:normAutofit lnSpcReduction="10000"/>
          </a:bodyPr>
          <a:lstStyle/>
          <a:p>
            <a:r>
              <a:rPr dirty="0"/>
              <a:t>• URL: </a:t>
            </a:r>
            <a:r>
              <a:rPr lang="en-IN" dirty="0">
                <a:hlinkClick r:id="rId2"/>
              </a:rPr>
              <a:t>WEB PAGE LINK</a:t>
            </a:r>
            <a:endParaRPr dirty="0"/>
          </a:p>
          <a:p>
            <a:r>
              <a:rPr dirty="0"/>
              <a:t>• User inputs health factors → model predicts CHD</a:t>
            </a:r>
          </a:p>
          <a:p>
            <a:r>
              <a:rPr dirty="0"/>
              <a:t>• Built for awareness and quick risk estimation</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D40FC31-6C1E-4C9A-1D74-D375C07B1A93}"/>
              </a:ext>
            </a:extLst>
          </p:cNvPr>
          <p:cNvSpPr>
            <a:spLocks noGrp="1"/>
          </p:cNvSpPr>
          <p:nvPr>
            <p:ph type="sldNum" sz="quarter" idx="12"/>
          </p:nvPr>
        </p:nvSpPr>
        <p:spPr/>
        <p:txBody>
          <a:bodyPr/>
          <a:lstStyle/>
          <a:p>
            <a:fld id="{B5CEABB6-07DC-46E8-9B57-56EC44A396E5}" type="slidenum">
              <a:rPr lang="en-US" smtClean="0"/>
              <a:pPr/>
              <a:t>19</a:t>
            </a:fld>
            <a:endParaRPr lang="en-US"/>
          </a:p>
        </p:txBody>
      </p:sp>
      <p:pic>
        <p:nvPicPr>
          <p:cNvPr id="5" name="Picture 2">
            <a:extLst>
              <a:ext uri="{FF2B5EF4-FFF2-40B4-BE49-F238E27FC236}">
                <a16:creationId xmlns:a16="http://schemas.microsoft.com/office/drawing/2014/main" id="{70127D2D-A9DF-3612-1FA4-1588ADDA1158}"/>
              </a:ext>
            </a:extLst>
          </p:cNvPr>
          <p:cNvPicPr>
            <a:picLocks noGrp="1" noChangeAspect="1" noChangeArrowheads="1"/>
          </p:cNvPicPr>
          <p:nvPr>
            <p:ph type="tbl" sz="quarter" idx="13"/>
          </p:nvPr>
        </p:nvPicPr>
        <p:blipFill>
          <a:blip r:embed="rId2">
            <a:extLst>
              <a:ext uri="{28A0092B-C50C-407E-A947-70E740481C1C}">
                <a14:useLocalDpi xmlns:a14="http://schemas.microsoft.com/office/drawing/2010/main" val="0"/>
              </a:ext>
            </a:extLst>
          </a:blip>
          <a:srcRect/>
          <a:stretch>
            <a:fillRect/>
          </a:stretch>
        </p:blipFill>
        <p:spPr bwMode="auto">
          <a:xfrm>
            <a:off x="2174656" y="101983"/>
            <a:ext cx="6654033" cy="66540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0527798"/>
      </p:ext>
    </p:extLst>
  </p:cSld>
  <p:clrMapOvr>
    <a:masterClrMapping/>
  </p:clrMapOvr>
</p:sld>
</file>

<file path=ppt/theme/theme1.xml><?xml version="1.0" encoding="utf-8"?>
<a:theme xmlns:a="http://schemas.openxmlformats.org/drawingml/2006/main" name="Custom">
  <a:themeElements>
    <a:clrScheme name="Custom 74">
      <a:dk1>
        <a:sysClr val="windowText" lastClr="000000"/>
      </a:dk1>
      <a:lt1>
        <a:sysClr val="window" lastClr="FFFFFF"/>
      </a:lt1>
      <a:dk2>
        <a:srgbClr val="F8F0E3"/>
      </a:dk2>
      <a:lt2>
        <a:srgbClr val="E7E6E6"/>
      </a:lt2>
      <a:accent1>
        <a:srgbClr val="224E7F"/>
      </a:accent1>
      <a:accent2>
        <a:srgbClr val="385E88"/>
      </a:accent2>
      <a:accent3>
        <a:srgbClr val="AA2070"/>
      </a:accent3>
      <a:accent4>
        <a:srgbClr val="EC008C"/>
      </a:accent4>
      <a:accent5>
        <a:srgbClr val="582156"/>
      </a:accent5>
      <a:accent6>
        <a:srgbClr val="958EA2"/>
      </a:accent6>
      <a:hlink>
        <a:srgbClr val="0563C1"/>
      </a:hlink>
      <a:folHlink>
        <a:srgbClr val="954F72"/>
      </a:folHlink>
    </a:clrScheme>
    <a:fontScheme name="Custom 112">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33968143_Win32_SL_V3" id="{4DA6DF5E-F5DF-461D-8863-50E9C5721FD0}" vid="{BC6DDDB8-E14A-47D1-98C5-2C109624FD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Custom 74">
    <a:dk1>
      <a:sysClr val="windowText" lastClr="000000"/>
    </a:dk1>
    <a:lt1>
      <a:sysClr val="window" lastClr="FFFFFF"/>
    </a:lt1>
    <a:dk2>
      <a:srgbClr val="F8F0E3"/>
    </a:dk2>
    <a:lt2>
      <a:srgbClr val="E7E6E6"/>
    </a:lt2>
    <a:accent1>
      <a:srgbClr val="224E7F"/>
    </a:accent1>
    <a:accent2>
      <a:srgbClr val="385E88"/>
    </a:accent2>
    <a:accent3>
      <a:srgbClr val="AA2070"/>
    </a:accent3>
    <a:accent4>
      <a:srgbClr val="EC008C"/>
    </a:accent4>
    <a:accent5>
      <a:srgbClr val="582156"/>
    </a:accent5>
    <a:accent6>
      <a:srgbClr val="958EA2"/>
    </a:accent6>
    <a:hlink>
      <a:srgbClr val="0563C1"/>
    </a:hlink>
    <a:folHlink>
      <a:srgbClr val="954F72"/>
    </a:folHlink>
  </a:clrScheme>
</a:themeOverride>
</file>

<file path=ppt/theme/themeOverride2.xml><?xml version="1.0" encoding="utf-8"?>
<a:themeOverride xmlns:a="http://schemas.openxmlformats.org/drawingml/2006/main">
  <a:clrScheme name="Custom 74">
    <a:dk1>
      <a:sysClr val="windowText" lastClr="000000"/>
    </a:dk1>
    <a:lt1>
      <a:sysClr val="window" lastClr="FFFFFF"/>
    </a:lt1>
    <a:dk2>
      <a:srgbClr val="F8F0E3"/>
    </a:dk2>
    <a:lt2>
      <a:srgbClr val="E7E6E6"/>
    </a:lt2>
    <a:accent1>
      <a:srgbClr val="224E7F"/>
    </a:accent1>
    <a:accent2>
      <a:srgbClr val="385E88"/>
    </a:accent2>
    <a:accent3>
      <a:srgbClr val="AA2070"/>
    </a:accent3>
    <a:accent4>
      <a:srgbClr val="EC008C"/>
    </a:accent4>
    <a:accent5>
      <a:srgbClr val="582156"/>
    </a:accent5>
    <a:accent6>
      <a:srgbClr val="958EA2"/>
    </a:accent6>
    <a:hlink>
      <a:srgbClr val="0563C1"/>
    </a:hlink>
    <a:folHlink>
      <a:srgbClr val="954F72"/>
    </a:folHlink>
  </a:clrScheme>
</a:themeOverride>
</file>

<file path=ppt/theme/themeOverride3.xml><?xml version="1.0" encoding="utf-8"?>
<a:themeOverride xmlns:a="http://schemas.openxmlformats.org/drawingml/2006/main">
  <a:clrScheme name="Custom 74">
    <a:dk1>
      <a:sysClr val="windowText" lastClr="000000"/>
    </a:dk1>
    <a:lt1>
      <a:sysClr val="window" lastClr="FFFFFF"/>
    </a:lt1>
    <a:dk2>
      <a:srgbClr val="F8F0E3"/>
    </a:dk2>
    <a:lt2>
      <a:srgbClr val="E7E6E6"/>
    </a:lt2>
    <a:accent1>
      <a:srgbClr val="224E7F"/>
    </a:accent1>
    <a:accent2>
      <a:srgbClr val="385E88"/>
    </a:accent2>
    <a:accent3>
      <a:srgbClr val="AA2070"/>
    </a:accent3>
    <a:accent4>
      <a:srgbClr val="EC008C"/>
    </a:accent4>
    <a:accent5>
      <a:srgbClr val="582156"/>
    </a:accent5>
    <a:accent6>
      <a:srgbClr val="958EA2"/>
    </a:accent6>
    <a:hlink>
      <a:srgbClr val="0563C1"/>
    </a:hlink>
    <a:folHlink>
      <a:srgbClr val="954F72"/>
    </a:folHlink>
  </a:clrScheme>
</a:themeOverride>
</file>

<file path=ppt/theme/themeOverride4.xml><?xml version="1.0" encoding="utf-8"?>
<a:themeOverride xmlns:a="http://schemas.openxmlformats.org/drawingml/2006/main">
  <a:clrScheme name="Custom 74">
    <a:dk1>
      <a:sysClr val="windowText" lastClr="000000"/>
    </a:dk1>
    <a:lt1>
      <a:sysClr val="window" lastClr="FFFFFF"/>
    </a:lt1>
    <a:dk2>
      <a:srgbClr val="F8F0E3"/>
    </a:dk2>
    <a:lt2>
      <a:srgbClr val="E7E6E6"/>
    </a:lt2>
    <a:accent1>
      <a:srgbClr val="224E7F"/>
    </a:accent1>
    <a:accent2>
      <a:srgbClr val="385E88"/>
    </a:accent2>
    <a:accent3>
      <a:srgbClr val="AA2070"/>
    </a:accent3>
    <a:accent4>
      <a:srgbClr val="EC008C"/>
    </a:accent4>
    <a:accent5>
      <a:srgbClr val="582156"/>
    </a:accent5>
    <a:accent6>
      <a:srgbClr val="958EA2"/>
    </a:accent6>
    <a:hlink>
      <a:srgbClr val="0563C1"/>
    </a:hlink>
    <a:folHlink>
      <a:srgbClr val="954F72"/>
    </a:folHlink>
  </a:clrScheme>
</a:themeOverride>
</file>

<file path=ppt/theme/themeOverride5.xml><?xml version="1.0" encoding="utf-8"?>
<a:themeOverride xmlns:a="http://schemas.openxmlformats.org/drawingml/2006/main">
  <a:clrScheme name="Custom 74">
    <a:dk1>
      <a:sysClr val="windowText" lastClr="000000"/>
    </a:dk1>
    <a:lt1>
      <a:sysClr val="window" lastClr="FFFFFF"/>
    </a:lt1>
    <a:dk2>
      <a:srgbClr val="F8F0E3"/>
    </a:dk2>
    <a:lt2>
      <a:srgbClr val="E7E6E6"/>
    </a:lt2>
    <a:accent1>
      <a:srgbClr val="224E7F"/>
    </a:accent1>
    <a:accent2>
      <a:srgbClr val="385E88"/>
    </a:accent2>
    <a:accent3>
      <a:srgbClr val="AA2070"/>
    </a:accent3>
    <a:accent4>
      <a:srgbClr val="EC008C"/>
    </a:accent4>
    <a:accent5>
      <a:srgbClr val="582156"/>
    </a:accent5>
    <a:accent6>
      <a:srgbClr val="958EA2"/>
    </a:accent6>
    <a:hlink>
      <a:srgbClr val="0563C1"/>
    </a:hlink>
    <a:folHlink>
      <a:srgbClr val="954F72"/>
    </a:folHlink>
  </a:clrScheme>
</a:themeOverride>
</file>

<file path=ppt/theme/themeOverride6.xml><?xml version="1.0" encoding="utf-8"?>
<a:themeOverride xmlns:a="http://schemas.openxmlformats.org/drawingml/2006/main">
  <a:clrScheme name="Custom 74">
    <a:dk1>
      <a:sysClr val="windowText" lastClr="000000"/>
    </a:dk1>
    <a:lt1>
      <a:sysClr val="window" lastClr="FFFFFF"/>
    </a:lt1>
    <a:dk2>
      <a:srgbClr val="F8F0E3"/>
    </a:dk2>
    <a:lt2>
      <a:srgbClr val="E7E6E6"/>
    </a:lt2>
    <a:accent1>
      <a:srgbClr val="224E7F"/>
    </a:accent1>
    <a:accent2>
      <a:srgbClr val="385E88"/>
    </a:accent2>
    <a:accent3>
      <a:srgbClr val="AA2070"/>
    </a:accent3>
    <a:accent4>
      <a:srgbClr val="EC008C"/>
    </a:accent4>
    <a:accent5>
      <a:srgbClr val="582156"/>
    </a:accent5>
    <a:accent6>
      <a:srgbClr val="958EA2"/>
    </a:accent6>
    <a:hlink>
      <a:srgbClr val="0563C1"/>
    </a:hlink>
    <a:folHlink>
      <a:srgbClr val="954F72"/>
    </a:folHlink>
  </a:clrScheme>
</a:themeOverride>
</file>

<file path=ppt/theme/themeOverride7.xml><?xml version="1.0" encoding="utf-8"?>
<a:themeOverride xmlns:a="http://schemas.openxmlformats.org/drawingml/2006/main">
  <a:clrScheme name="Custom 74">
    <a:dk1>
      <a:sysClr val="windowText" lastClr="000000"/>
    </a:dk1>
    <a:lt1>
      <a:sysClr val="window" lastClr="FFFFFF"/>
    </a:lt1>
    <a:dk2>
      <a:srgbClr val="F8F0E3"/>
    </a:dk2>
    <a:lt2>
      <a:srgbClr val="E7E6E6"/>
    </a:lt2>
    <a:accent1>
      <a:srgbClr val="224E7F"/>
    </a:accent1>
    <a:accent2>
      <a:srgbClr val="385E88"/>
    </a:accent2>
    <a:accent3>
      <a:srgbClr val="AA2070"/>
    </a:accent3>
    <a:accent4>
      <a:srgbClr val="EC008C"/>
    </a:accent4>
    <a:accent5>
      <a:srgbClr val="582156"/>
    </a:accent5>
    <a:accent6>
      <a:srgbClr val="958EA2"/>
    </a:accent6>
    <a:hlink>
      <a:srgbClr val="0563C1"/>
    </a:hlink>
    <a:folHlink>
      <a:srgbClr val="954F72"/>
    </a:folHlink>
  </a:clrScheme>
</a:themeOverride>
</file>

<file path=ppt/theme/themeOverride8.xml><?xml version="1.0" encoding="utf-8"?>
<a:themeOverride xmlns:a="http://schemas.openxmlformats.org/drawingml/2006/main">
  <a:clrScheme name="Custom 74">
    <a:dk1>
      <a:sysClr val="windowText" lastClr="000000"/>
    </a:dk1>
    <a:lt1>
      <a:sysClr val="window" lastClr="FFFFFF"/>
    </a:lt1>
    <a:dk2>
      <a:srgbClr val="F8F0E3"/>
    </a:dk2>
    <a:lt2>
      <a:srgbClr val="E7E6E6"/>
    </a:lt2>
    <a:accent1>
      <a:srgbClr val="224E7F"/>
    </a:accent1>
    <a:accent2>
      <a:srgbClr val="385E88"/>
    </a:accent2>
    <a:accent3>
      <a:srgbClr val="AA2070"/>
    </a:accent3>
    <a:accent4>
      <a:srgbClr val="EC008C"/>
    </a:accent4>
    <a:accent5>
      <a:srgbClr val="582156"/>
    </a:accent5>
    <a:accent6>
      <a:srgbClr val="958EA2"/>
    </a:accent6>
    <a:hlink>
      <a:srgbClr val="0563C1"/>
    </a:hlink>
    <a:folHlink>
      <a:srgbClr val="954F72"/>
    </a:folHlink>
  </a:clrScheme>
</a:themeOverride>
</file>

<file path=ppt/theme/themeOverride9.xml><?xml version="1.0" encoding="utf-8"?>
<a:themeOverride xmlns:a="http://schemas.openxmlformats.org/drawingml/2006/main">
  <a:clrScheme name="Custom 74">
    <a:dk1>
      <a:sysClr val="windowText" lastClr="000000"/>
    </a:dk1>
    <a:lt1>
      <a:sysClr val="window" lastClr="FFFFFF"/>
    </a:lt1>
    <a:dk2>
      <a:srgbClr val="F8F0E3"/>
    </a:dk2>
    <a:lt2>
      <a:srgbClr val="E7E6E6"/>
    </a:lt2>
    <a:accent1>
      <a:srgbClr val="224E7F"/>
    </a:accent1>
    <a:accent2>
      <a:srgbClr val="385E88"/>
    </a:accent2>
    <a:accent3>
      <a:srgbClr val="AA2070"/>
    </a:accent3>
    <a:accent4>
      <a:srgbClr val="EC008C"/>
    </a:accent4>
    <a:accent5>
      <a:srgbClr val="582156"/>
    </a:accent5>
    <a:accent6>
      <a:srgbClr val="958EA2"/>
    </a:accent6>
    <a:hlink>
      <a:srgbClr val="0563C1"/>
    </a:hlink>
    <a:folHlink>
      <a:srgbClr val="954F72"/>
    </a:folHlink>
  </a:clrScheme>
</a:themeOverride>
</file>

<file path=ppt/theme/themeOverride10.xml><?xml version="1.0" encoding="utf-8"?>
<a:themeOverride xmlns:a="http://schemas.openxmlformats.org/drawingml/2006/main">
  <a:clrScheme name="Custom 74">
    <a:dk1>
      <a:sysClr val="windowText" lastClr="000000"/>
    </a:dk1>
    <a:lt1>
      <a:sysClr val="window" lastClr="FFFFFF"/>
    </a:lt1>
    <a:dk2>
      <a:srgbClr val="F8F0E3"/>
    </a:dk2>
    <a:lt2>
      <a:srgbClr val="E7E6E6"/>
    </a:lt2>
    <a:accent1>
      <a:srgbClr val="224E7F"/>
    </a:accent1>
    <a:accent2>
      <a:srgbClr val="385E88"/>
    </a:accent2>
    <a:accent3>
      <a:srgbClr val="AA2070"/>
    </a:accent3>
    <a:accent4>
      <a:srgbClr val="EC008C"/>
    </a:accent4>
    <a:accent5>
      <a:srgbClr val="582156"/>
    </a:accent5>
    <a:accent6>
      <a:srgbClr val="958EA2"/>
    </a:accent6>
    <a:hlink>
      <a:srgbClr val="0563C1"/>
    </a:hlink>
    <a:folHlink>
      <a:srgbClr val="954F72"/>
    </a:folHlink>
  </a:clrScheme>
</a:themeOverride>
</file>

<file path=ppt/theme/themeOverride11.xml><?xml version="1.0" encoding="utf-8"?>
<a:themeOverride xmlns:a="http://schemas.openxmlformats.org/drawingml/2006/main">
  <a:clrScheme name="Custom 74">
    <a:dk1>
      <a:sysClr val="windowText" lastClr="000000"/>
    </a:dk1>
    <a:lt1>
      <a:sysClr val="window" lastClr="FFFFFF"/>
    </a:lt1>
    <a:dk2>
      <a:srgbClr val="F8F0E3"/>
    </a:dk2>
    <a:lt2>
      <a:srgbClr val="E7E6E6"/>
    </a:lt2>
    <a:accent1>
      <a:srgbClr val="224E7F"/>
    </a:accent1>
    <a:accent2>
      <a:srgbClr val="385E88"/>
    </a:accent2>
    <a:accent3>
      <a:srgbClr val="AA2070"/>
    </a:accent3>
    <a:accent4>
      <a:srgbClr val="EC008C"/>
    </a:accent4>
    <a:accent5>
      <a:srgbClr val="582156"/>
    </a:accent5>
    <a:accent6>
      <a:srgbClr val="958EA2"/>
    </a:accent6>
    <a:hlink>
      <a:srgbClr val="0563C1"/>
    </a:hlink>
    <a:folHlink>
      <a:srgbClr val="954F72"/>
    </a:folHlink>
  </a:clrScheme>
</a:themeOverride>
</file>

<file path=ppt/theme/themeOverride12.xml><?xml version="1.0" encoding="utf-8"?>
<a:themeOverride xmlns:a="http://schemas.openxmlformats.org/drawingml/2006/main">
  <a:clrScheme name="Custom 74">
    <a:dk1>
      <a:sysClr val="windowText" lastClr="000000"/>
    </a:dk1>
    <a:lt1>
      <a:sysClr val="window" lastClr="FFFFFF"/>
    </a:lt1>
    <a:dk2>
      <a:srgbClr val="F8F0E3"/>
    </a:dk2>
    <a:lt2>
      <a:srgbClr val="E7E6E6"/>
    </a:lt2>
    <a:accent1>
      <a:srgbClr val="224E7F"/>
    </a:accent1>
    <a:accent2>
      <a:srgbClr val="385E88"/>
    </a:accent2>
    <a:accent3>
      <a:srgbClr val="AA2070"/>
    </a:accent3>
    <a:accent4>
      <a:srgbClr val="EC008C"/>
    </a:accent4>
    <a:accent5>
      <a:srgbClr val="582156"/>
    </a:accent5>
    <a:accent6>
      <a:srgbClr val="958EA2"/>
    </a:accent6>
    <a:hlink>
      <a:srgbClr val="0563C1"/>
    </a:hlink>
    <a:folHlink>
      <a:srgbClr val="954F72"/>
    </a:folHlink>
  </a:clrScheme>
</a:themeOverride>
</file>

<file path=ppt/theme/themeOverride13.xml><?xml version="1.0" encoding="utf-8"?>
<a:themeOverride xmlns:a="http://schemas.openxmlformats.org/drawingml/2006/main">
  <a:clrScheme name="Custom 74">
    <a:dk1>
      <a:sysClr val="windowText" lastClr="000000"/>
    </a:dk1>
    <a:lt1>
      <a:sysClr val="window" lastClr="FFFFFF"/>
    </a:lt1>
    <a:dk2>
      <a:srgbClr val="F8F0E3"/>
    </a:dk2>
    <a:lt2>
      <a:srgbClr val="E7E6E6"/>
    </a:lt2>
    <a:accent1>
      <a:srgbClr val="224E7F"/>
    </a:accent1>
    <a:accent2>
      <a:srgbClr val="385E88"/>
    </a:accent2>
    <a:accent3>
      <a:srgbClr val="AA2070"/>
    </a:accent3>
    <a:accent4>
      <a:srgbClr val="EC008C"/>
    </a:accent4>
    <a:accent5>
      <a:srgbClr val="582156"/>
    </a:accent5>
    <a:accent6>
      <a:srgbClr val="958EA2"/>
    </a:accent6>
    <a:hlink>
      <a:srgbClr val="0563C1"/>
    </a:hlink>
    <a:folHlink>
      <a:srgbClr val="954F72"/>
    </a:folHlink>
  </a:clrScheme>
</a:themeOverride>
</file>

<file path=ppt/theme/themeOverride14.xml><?xml version="1.0" encoding="utf-8"?>
<a:themeOverride xmlns:a="http://schemas.openxmlformats.org/drawingml/2006/main">
  <a:clrScheme name="Custom 74">
    <a:dk1>
      <a:sysClr val="windowText" lastClr="000000"/>
    </a:dk1>
    <a:lt1>
      <a:sysClr val="window" lastClr="FFFFFF"/>
    </a:lt1>
    <a:dk2>
      <a:srgbClr val="F8F0E3"/>
    </a:dk2>
    <a:lt2>
      <a:srgbClr val="E7E6E6"/>
    </a:lt2>
    <a:accent1>
      <a:srgbClr val="224E7F"/>
    </a:accent1>
    <a:accent2>
      <a:srgbClr val="385E88"/>
    </a:accent2>
    <a:accent3>
      <a:srgbClr val="AA2070"/>
    </a:accent3>
    <a:accent4>
      <a:srgbClr val="EC008C"/>
    </a:accent4>
    <a:accent5>
      <a:srgbClr val="582156"/>
    </a:accent5>
    <a:accent6>
      <a:srgbClr val="958EA2"/>
    </a:accent6>
    <a:hlink>
      <a:srgbClr val="0563C1"/>
    </a:hlink>
    <a:folHlink>
      <a:srgbClr val="954F72"/>
    </a:folHlink>
  </a:clrScheme>
</a:themeOverrid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96916C7-CF68-49BE-86B9-A47B40A856AE}">
  <we:reference id="wa200005566" version="3.0.0.3" store="en-US" storeType="OMEX"/>
  <we:alternateReferences>
    <we:reference id="wa200005566" version="3.0.0.3" store="wa200005566"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Background xmlns="71af3243-3dd4-4a8d-8c0d-dd76da1f02a5">false</Background>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4AD375C2-2973-4C8B-9800-5B5271D300BD}">
  <ds:schemaRefs>
    <ds:schemaRef ds:uri="http://schemas.microsoft.com/sharepoint/v3/contenttype/forms"/>
  </ds:schemaRefs>
</ds:datastoreItem>
</file>

<file path=customXml/itemProps2.xml><?xml version="1.0" encoding="utf-8"?>
<ds:datastoreItem xmlns:ds="http://schemas.openxmlformats.org/officeDocument/2006/customXml" ds:itemID="{F1950151-0FE0-482F-ADBD-EE52BFC46C9C}">
  <ds:schemaRefs>
    <ds:schemaRef ds:uri="16c05727-aa75-4e4a-9b5f-8a80a1165891"/>
    <ds:schemaRef ds:uri="230e9df3-be65-4c73-a93b-d1236ebd677e"/>
    <ds:schemaRef ds:uri="71af3243-3dd4-4a8d-8c0d-dd76da1f02a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559B7A9F-83D5-4264-91C0-B309A9EDBFB6}">
  <ds:schemaRefs>
    <ds:schemaRef ds:uri="16c05727-aa75-4e4a-9b5f-8a80a1165891"/>
    <ds:schemaRef ds:uri="230e9df3-be65-4c73-a93b-d1236ebd677e"/>
    <ds:schemaRef ds:uri="71af3243-3dd4-4a8d-8c0d-dd76da1f02a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263</TotalTime>
  <Words>1123</Words>
  <Application>Microsoft Office PowerPoint</Application>
  <PresentationFormat>Widescreen</PresentationFormat>
  <Paragraphs>244</Paragraphs>
  <Slides>19</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19</vt:i4>
      </vt:variant>
    </vt:vector>
  </HeadingPairs>
  <TitlesOfParts>
    <vt:vector size="24" baseType="lpstr">
      <vt:lpstr>Arial</vt:lpstr>
      <vt:lpstr>Avenir Next LT Pro</vt:lpstr>
      <vt:lpstr>Calibri</vt:lpstr>
      <vt:lpstr>Wingdings</vt:lpstr>
      <vt:lpstr>Custom</vt:lpstr>
      <vt:lpstr>Factors linked to the Diagnosis on Coronary Heart Disease</vt:lpstr>
      <vt:lpstr>Source links</vt:lpstr>
      <vt:lpstr>Agenda</vt:lpstr>
      <vt:lpstr>Proposal and Objectives</vt:lpstr>
      <vt:lpstr>Project workflow process diagram</vt:lpstr>
      <vt:lpstr>Dataset overview</vt:lpstr>
      <vt:lpstr>SMART QUESTION </vt:lpstr>
      <vt:lpstr>RANDOM FOREST MODEL</vt:lpstr>
      <vt:lpstr>PowerPoint Presentation</vt:lpstr>
      <vt:lpstr>RAnDOM FOREST : ROC AND FEATURE IMPORTANCE</vt:lpstr>
      <vt:lpstr>PowerPoint Presentation</vt:lpstr>
      <vt:lpstr>Decision TREE MODEL (CART)  </vt:lpstr>
      <vt:lpstr>PowerPoint Presentation</vt:lpstr>
      <vt:lpstr>Model comparison  ee </vt:lpstr>
      <vt:lpstr>PowerPoint Presentation</vt:lpstr>
      <vt:lpstr>summary</vt:lpstr>
      <vt:lpstr>Conclusion</vt:lpstr>
      <vt:lpstr>Web App: CHD Prediction Tool</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DELL</dc:creator>
  <cp:lastModifiedBy>Aditya Karande</cp:lastModifiedBy>
  <cp:revision>15</cp:revision>
  <dcterms:created xsi:type="dcterms:W3CDTF">2025-10-11T16:45:44Z</dcterms:created>
  <dcterms:modified xsi:type="dcterms:W3CDTF">2025-12-01T00:24:27Z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