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3.xml" ContentType="application/vnd.openxmlformats-officedocument.themeOverr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4.xml" ContentType="application/vnd.openxmlformats-officedocument.themeOverr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5.xml" ContentType="application/vnd.openxmlformats-officedocument.themeOverride+xml"/>
  <Override PartName="/ppt/notesSlides/notesSlide7.xml" ContentType="application/vnd.openxmlformats-officedocument.presentationml.notesSlide+xml"/>
  <Override PartName="/ppt/theme/themeOverride6.xml" ContentType="application/vnd.openxmlformats-officedocument.themeOverride+xml"/>
  <Override PartName="/ppt/notesSlides/notesSlide8.xml" ContentType="application/vnd.openxmlformats-officedocument.presentationml.notesSlide+xml"/>
  <Override PartName="/ppt/theme/themeOverride7.xml" ContentType="application/vnd.openxmlformats-officedocument.themeOverride+xml"/>
  <Override PartName="/ppt/notesSlides/notesSlide9.xml" ContentType="application/vnd.openxmlformats-officedocument.presentationml.notesSlide+xml"/>
  <Override PartName="/ppt/theme/themeOverride8.xml" ContentType="application/vnd.openxmlformats-officedocument.themeOverride+xml"/>
  <Override PartName="/ppt/notesSlides/notesSlide10.xml" ContentType="application/vnd.openxmlformats-officedocument.presentationml.notesSlide+xml"/>
  <Override PartName="/ppt/theme/themeOverride9.xml" ContentType="application/vnd.openxmlformats-officedocument.themeOverride+xml"/>
  <Override PartName="/ppt/notesSlides/notesSlide11.xml" ContentType="application/vnd.openxmlformats-officedocument.presentationml.notesSlide+xml"/>
  <Override PartName="/ppt/theme/themeOverride10.xml" ContentType="application/vnd.openxmlformats-officedocument.themeOverride+xml"/>
  <Override PartName="/ppt/notesSlides/notesSlide12.xml" ContentType="application/vnd.openxmlformats-officedocument.presentationml.notesSlide+xml"/>
  <Override PartName="/ppt/theme/themeOverride11.xml" ContentType="application/vnd.openxmlformats-officedocument.themeOverride+xml"/>
  <Override PartName="/ppt/notesSlides/notesSlide13.xml" ContentType="application/vnd.openxmlformats-officedocument.presentationml.notesSlide+xml"/>
  <Override PartName="/ppt/theme/themeOverride12.xml" ContentType="application/vnd.openxmlformats-officedocument.themeOverride+xml"/>
  <Override PartName="/ppt/notesSlides/notesSlide14.xml" ContentType="application/vnd.openxmlformats-officedocument.presentationml.notesSlide+xml"/>
  <Override PartName="/ppt/theme/themeOverride13.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4.xml" ContentType="application/vnd.openxmlformats-officedocument.themeOverride+xml"/>
  <Override PartName="/ppt/notesSlides/notesSlide17.xml" ContentType="application/vnd.openxmlformats-officedocument.presentationml.notesSlide+xml"/>
  <Override PartName="/ppt/theme/themeOverride15.xml" ContentType="application/vnd.openxmlformats-officedocument.themeOverr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56" r:id="rId5"/>
    <p:sldId id="319" r:id="rId6"/>
    <p:sldId id="325" r:id="rId7"/>
    <p:sldId id="293" r:id="rId8"/>
    <p:sldId id="301" r:id="rId9"/>
    <p:sldId id="318" r:id="rId10"/>
    <p:sldId id="337" r:id="rId11"/>
    <p:sldId id="331" r:id="rId12"/>
    <p:sldId id="332" r:id="rId13"/>
    <p:sldId id="333" r:id="rId14"/>
    <p:sldId id="334" r:id="rId15"/>
    <p:sldId id="335" r:id="rId16"/>
    <p:sldId id="336" r:id="rId17"/>
    <p:sldId id="338" r:id="rId18"/>
    <p:sldId id="330" r:id="rId19"/>
    <p:sldId id="296" r:id="rId20"/>
    <p:sldId id="326" r:id="rId21"/>
    <p:sldId id="341" r:id="rId22"/>
    <p:sldId id="329" r:id="rId23"/>
    <p:sldId id="34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0E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F82FA-224E-21BF-77A4-D87134D89C02}" v="2" dt="2025-10-22T02:07:39.079"/>
    <p1510:client id="{640F46D1-1FDF-06AA-2775-E44AF375A4EC}" v="6" dt="2025-10-21T18:18:50.088"/>
    <p1510:client id="{6B887B09-ACCE-3CE2-ECDB-DC288CB58111}" v="54" dt="2025-10-21T04:11:24.030"/>
    <p1510:client id="{79FAFAE8-08E6-66B6-5223-F95D7ADEF9F9}" v="2" dt="2025-10-21T00:03:08.369"/>
    <p1510:client id="{A51804D0-3BD2-1376-AD4F-6817CE89B236}" v="1" dt="2025-10-21T01:08:00.724"/>
    <p1510:client id="{A95EB94D-D99E-5095-F316-001BFB00515C}" v="506" dt="2025-10-20T23:57:18.719"/>
    <p1510:client id="{AD75575A-997C-41E8-AC7E-41CB51C4C2D2}" v="7" dt="2025-10-21T00:18:04.589"/>
    <p1510:client id="{E5111901-F6D4-3CFC-6F65-6563117C0C70}" v="9" dt="2025-10-21T18:24:50.718"/>
  </p1510:revLst>
</p1510:revInfo>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1042" y="72"/>
      </p:cViewPr>
      <p:guideLst>
        <p:guide orient="horz" pos="792"/>
        <p:guide pos="3144"/>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svg"/><Relationship Id="rId18" Type="http://schemas.openxmlformats.org/officeDocument/2006/relationships/image" Target="../media/image4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svg"/><Relationship Id="rId2" Type="http://schemas.openxmlformats.org/officeDocument/2006/relationships/image" Target="../media/image30.svg"/><Relationship Id="rId16" Type="http://schemas.openxmlformats.org/officeDocument/2006/relationships/image" Target="../media/image44.pn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jpg"/><Relationship Id="rId5" Type="http://schemas.openxmlformats.org/officeDocument/2006/relationships/image" Target="../media/image33.png"/><Relationship Id="rId15" Type="http://schemas.openxmlformats.org/officeDocument/2006/relationships/image" Target="../media/image43.svg"/><Relationship Id="rId10" Type="http://schemas.openxmlformats.org/officeDocument/2006/relationships/image" Target="../media/image38.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png"/></Relationships>
</file>

<file path=ppt/diagrams/_rels/data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hyperlink" Target="https://www.cdc.gov/brfss/annual_data/annual_2024.html." TargetMode="Externa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5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svg"/><Relationship Id="rId18" Type="http://schemas.openxmlformats.org/officeDocument/2006/relationships/image" Target="../media/image4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svg"/><Relationship Id="rId2" Type="http://schemas.openxmlformats.org/officeDocument/2006/relationships/image" Target="../media/image30.svg"/><Relationship Id="rId16" Type="http://schemas.openxmlformats.org/officeDocument/2006/relationships/image" Target="../media/image44.pn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jpg"/><Relationship Id="rId5" Type="http://schemas.openxmlformats.org/officeDocument/2006/relationships/image" Target="../media/image33.png"/><Relationship Id="rId15" Type="http://schemas.openxmlformats.org/officeDocument/2006/relationships/image" Target="../media/image43.svg"/><Relationship Id="rId10" Type="http://schemas.openxmlformats.org/officeDocument/2006/relationships/image" Target="../media/image38.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png"/><Relationship Id="rId7" Type="http://schemas.openxmlformats.org/officeDocument/2006/relationships/hyperlink" Target="https://www.cdc.gov/brfss/annual_data/annual_2024.html." TargetMode="External"/><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 Id="rId9" Type="http://schemas.openxmlformats.org/officeDocument/2006/relationships/image" Target="../media/image5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F44777-C1C8-40C3-9BB1-1051BE44DA4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5EDDC125-FA53-44AA-B765-C14CB64FE0BC}">
      <dgm:prSet/>
      <dgm:spPr/>
      <dgm:t>
        <a:bodyPr/>
        <a:lstStyle/>
        <a:p>
          <a:pPr>
            <a:lnSpc>
              <a:spcPct val="100000"/>
            </a:lnSpc>
            <a:defRPr cap="all"/>
          </a:pPr>
          <a:r>
            <a:rPr lang="en-US" b="1" u="none">
              <a:solidFill>
                <a:schemeClr val="tx1"/>
              </a:solidFill>
              <a:latin typeface="Avenir Next LT Pro"/>
            </a:rPr>
            <a:t>Proposal and objectives</a:t>
          </a:r>
          <a:endParaRPr lang="en-US" b="1" u="none">
            <a:solidFill>
              <a:schemeClr val="tx1"/>
            </a:solidFill>
          </a:endParaRPr>
        </a:p>
      </dgm:t>
    </dgm:pt>
    <dgm:pt modelId="{311585A7-86CE-4C66-8AC8-D4D02399A4E6}" type="parTrans" cxnId="{224A4F20-1584-4414-8F51-4F4E561C412C}">
      <dgm:prSet/>
      <dgm:spPr/>
      <dgm:t>
        <a:bodyPr/>
        <a:lstStyle/>
        <a:p>
          <a:endParaRPr lang="en-US"/>
        </a:p>
      </dgm:t>
    </dgm:pt>
    <dgm:pt modelId="{BF7F9B0B-9F1D-4716-9AE5-BF4A242B4843}" type="sibTrans" cxnId="{224A4F20-1584-4414-8F51-4F4E561C412C}">
      <dgm:prSet/>
      <dgm:spPr/>
      <dgm:t>
        <a:bodyPr/>
        <a:lstStyle/>
        <a:p>
          <a:endParaRPr lang="en-US"/>
        </a:p>
      </dgm:t>
    </dgm:pt>
    <dgm:pt modelId="{F3BDD5AB-8B97-4F41-99A3-0A9F04747F0B}">
      <dgm:prSet/>
      <dgm:spPr/>
      <dgm:t>
        <a:bodyPr/>
        <a:lstStyle/>
        <a:p>
          <a:pPr>
            <a:lnSpc>
              <a:spcPct val="100000"/>
            </a:lnSpc>
            <a:defRPr cap="all"/>
          </a:pPr>
          <a:r>
            <a:rPr lang="en-US" b="1" u="none">
              <a:solidFill>
                <a:schemeClr val="tx1"/>
              </a:solidFill>
            </a:rPr>
            <a:t>Workflow process</a:t>
          </a:r>
        </a:p>
      </dgm:t>
    </dgm:pt>
    <dgm:pt modelId="{F7B2D793-F85E-4C97-BDF4-6B79FE7A26D3}" type="parTrans" cxnId="{376356B2-A8F1-437F-8D30-C57252FAAFAD}">
      <dgm:prSet/>
      <dgm:spPr/>
      <dgm:t>
        <a:bodyPr/>
        <a:lstStyle/>
        <a:p>
          <a:endParaRPr lang="en-US"/>
        </a:p>
      </dgm:t>
    </dgm:pt>
    <dgm:pt modelId="{8124F44C-A7E2-44B6-8777-F14D551ED248}" type="sibTrans" cxnId="{376356B2-A8F1-437F-8D30-C57252FAAFAD}">
      <dgm:prSet/>
      <dgm:spPr/>
      <dgm:t>
        <a:bodyPr/>
        <a:lstStyle/>
        <a:p>
          <a:endParaRPr lang="en-US"/>
        </a:p>
      </dgm:t>
    </dgm:pt>
    <dgm:pt modelId="{5C8B8490-8C1B-47D8-AB4E-B1EEEB393DBA}">
      <dgm:prSet/>
      <dgm:spPr/>
      <dgm:t>
        <a:bodyPr/>
        <a:lstStyle/>
        <a:p>
          <a:pPr>
            <a:lnSpc>
              <a:spcPct val="100000"/>
            </a:lnSpc>
            <a:defRPr cap="all"/>
          </a:pPr>
          <a:r>
            <a:rPr lang="en-US" b="1" u="none">
              <a:solidFill>
                <a:schemeClr val="tx1"/>
              </a:solidFill>
            </a:rPr>
            <a:t>Data Overview</a:t>
          </a:r>
        </a:p>
      </dgm:t>
    </dgm:pt>
    <dgm:pt modelId="{E4CD12E4-525F-4B34-8269-36A71D900625}" type="parTrans" cxnId="{F5952C5D-07A9-40BA-AA48-101E332CBE5B}">
      <dgm:prSet/>
      <dgm:spPr/>
      <dgm:t>
        <a:bodyPr/>
        <a:lstStyle/>
        <a:p>
          <a:endParaRPr lang="en-US"/>
        </a:p>
      </dgm:t>
    </dgm:pt>
    <dgm:pt modelId="{044C2F60-D7A7-4935-93CD-4C29CE85B617}" type="sibTrans" cxnId="{F5952C5D-07A9-40BA-AA48-101E332CBE5B}">
      <dgm:prSet/>
      <dgm:spPr/>
      <dgm:t>
        <a:bodyPr/>
        <a:lstStyle/>
        <a:p>
          <a:endParaRPr lang="en-US"/>
        </a:p>
      </dgm:t>
    </dgm:pt>
    <dgm:pt modelId="{B0181575-2AF5-4837-88D0-7A22FE8CF29D}">
      <dgm:prSet/>
      <dgm:spPr/>
      <dgm:t>
        <a:bodyPr/>
        <a:lstStyle/>
        <a:p>
          <a:pPr>
            <a:lnSpc>
              <a:spcPct val="100000"/>
            </a:lnSpc>
            <a:defRPr cap="all"/>
          </a:pPr>
          <a:r>
            <a:rPr lang="en-US" b="1" u="none" dirty="0">
              <a:solidFill>
                <a:schemeClr val="tx1"/>
              </a:solidFill>
            </a:rPr>
            <a:t>SMART QUESTION</a:t>
          </a:r>
        </a:p>
      </dgm:t>
    </dgm:pt>
    <dgm:pt modelId="{E68B6DCA-EA1F-4EA0-88BA-91FF12D8E989}" type="parTrans" cxnId="{7BAC2786-1529-491C-A8FA-379285FFF464}">
      <dgm:prSet/>
      <dgm:spPr/>
      <dgm:t>
        <a:bodyPr/>
        <a:lstStyle/>
        <a:p>
          <a:endParaRPr lang="en-US"/>
        </a:p>
      </dgm:t>
    </dgm:pt>
    <dgm:pt modelId="{F21F5807-3180-4EA2-A0B6-33966D24B2FA}" type="sibTrans" cxnId="{7BAC2786-1529-491C-A8FA-379285FFF464}">
      <dgm:prSet/>
      <dgm:spPr/>
      <dgm:t>
        <a:bodyPr/>
        <a:lstStyle/>
        <a:p>
          <a:endParaRPr lang="en-US"/>
        </a:p>
      </dgm:t>
    </dgm:pt>
    <dgm:pt modelId="{FC43DD59-FEEE-4CFE-9BEF-DC0D39DDFAEF}">
      <dgm:prSet/>
      <dgm:spPr/>
      <dgm:t>
        <a:bodyPr/>
        <a:lstStyle/>
        <a:p>
          <a:pPr>
            <a:lnSpc>
              <a:spcPct val="100000"/>
            </a:lnSpc>
            <a:defRPr cap="all"/>
          </a:pPr>
          <a:r>
            <a:rPr lang="en-US" b="1" u="none">
              <a:solidFill>
                <a:schemeClr val="tx1"/>
              </a:solidFill>
            </a:rPr>
            <a:t>Conclusion</a:t>
          </a:r>
        </a:p>
      </dgm:t>
    </dgm:pt>
    <dgm:pt modelId="{162255FB-B871-45E7-944E-74F546F68C60}" type="parTrans" cxnId="{04D25587-0479-4B11-A124-E161ACBBB034}">
      <dgm:prSet/>
      <dgm:spPr/>
      <dgm:t>
        <a:bodyPr/>
        <a:lstStyle/>
        <a:p>
          <a:endParaRPr lang="en-US"/>
        </a:p>
      </dgm:t>
    </dgm:pt>
    <dgm:pt modelId="{E6987B89-3BB9-47B9-907C-90FC83EB806B}" type="sibTrans" cxnId="{04D25587-0479-4B11-A124-E161ACBBB034}">
      <dgm:prSet/>
      <dgm:spPr/>
      <dgm:t>
        <a:bodyPr/>
        <a:lstStyle/>
        <a:p>
          <a:endParaRPr lang="en-US"/>
        </a:p>
      </dgm:t>
    </dgm:pt>
    <dgm:pt modelId="{257B4DC6-E135-436C-B6D2-477A5448970C}">
      <dgm:prSet/>
      <dgm:spPr/>
      <dgm:t>
        <a:bodyPr/>
        <a:lstStyle/>
        <a:p>
          <a:pPr>
            <a:lnSpc>
              <a:spcPct val="100000"/>
            </a:lnSpc>
            <a:defRPr cap="all"/>
          </a:pPr>
          <a:r>
            <a:rPr lang="en-US" b="1" u="none" dirty="0">
              <a:solidFill>
                <a:schemeClr val="tx1"/>
              </a:solidFill>
            </a:rPr>
            <a:t>Analysis test</a:t>
          </a:r>
        </a:p>
      </dgm:t>
    </dgm:pt>
    <dgm:pt modelId="{AA320821-62FE-465F-B9F8-CB0BE2F4FF0F}" type="parTrans" cxnId="{0313F610-94A9-4482-840C-AFD5C79647BE}">
      <dgm:prSet/>
      <dgm:spPr/>
      <dgm:t>
        <a:bodyPr/>
        <a:lstStyle/>
        <a:p>
          <a:endParaRPr lang="en-IN"/>
        </a:p>
      </dgm:t>
    </dgm:pt>
    <dgm:pt modelId="{02BD16A9-F074-465F-91B9-1A2D78B95AA9}" type="sibTrans" cxnId="{0313F610-94A9-4482-840C-AFD5C79647BE}">
      <dgm:prSet/>
      <dgm:spPr/>
      <dgm:t>
        <a:bodyPr/>
        <a:lstStyle/>
        <a:p>
          <a:endParaRPr lang="en-IN"/>
        </a:p>
      </dgm:t>
    </dgm:pt>
    <dgm:pt modelId="{21BEA0EC-9E8B-4B97-96F8-A9947F4F4BBE}">
      <dgm:prSet/>
      <dgm:spPr/>
      <dgm:t>
        <a:bodyPr/>
        <a:lstStyle/>
        <a:p>
          <a:pPr>
            <a:lnSpc>
              <a:spcPct val="100000"/>
            </a:lnSpc>
            <a:defRPr cap="all"/>
          </a:pPr>
          <a:r>
            <a:rPr lang="en-US" b="1" u="none" dirty="0">
              <a:solidFill>
                <a:schemeClr val="tx1"/>
              </a:solidFill>
            </a:rPr>
            <a:t>SUMMARY</a:t>
          </a:r>
        </a:p>
      </dgm:t>
    </dgm:pt>
    <dgm:pt modelId="{5853D981-C1D9-44F6-9F28-7D84E612BFF1}" type="parTrans" cxnId="{1E6F1F0A-6364-4852-9E05-3F9507B386AE}">
      <dgm:prSet/>
      <dgm:spPr/>
      <dgm:t>
        <a:bodyPr/>
        <a:lstStyle/>
        <a:p>
          <a:endParaRPr lang="en-IN"/>
        </a:p>
      </dgm:t>
    </dgm:pt>
    <dgm:pt modelId="{D09989CE-41CD-4957-8455-16CAB6D5AE88}" type="sibTrans" cxnId="{1E6F1F0A-6364-4852-9E05-3F9507B386AE}">
      <dgm:prSet/>
      <dgm:spPr/>
      <dgm:t>
        <a:bodyPr/>
        <a:lstStyle/>
        <a:p>
          <a:endParaRPr lang="en-IN"/>
        </a:p>
      </dgm:t>
    </dgm:pt>
    <dgm:pt modelId="{B5548CAB-BC2A-47E9-B648-F5F4C65F4E19}">
      <dgm:prSet/>
      <dgm:spPr/>
      <dgm:t>
        <a:bodyPr/>
        <a:lstStyle/>
        <a:p>
          <a:pPr>
            <a:lnSpc>
              <a:spcPct val="100000"/>
            </a:lnSpc>
            <a:defRPr cap="all"/>
          </a:pPr>
          <a:endParaRPr lang="en-IN"/>
        </a:p>
      </dgm:t>
    </dgm:pt>
    <dgm:pt modelId="{147ACB18-8B7D-4DBD-A3CF-24531B67C3E3}" type="parTrans" cxnId="{75482CC8-C470-43FF-8533-B4E4F627F7C1}">
      <dgm:prSet/>
      <dgm:spPr/>
      <dgm:t>
        <a:bodyPr/>
        <a:lstStyle/>
        <a:p>
          <a:endParaRPr lang="en-IN"/>
        </a:p>
      </dgm:t>
    </dgm:pt>
    <dgm:pt modelId="{345EA689-830E-4BAF-9BFE-A462B5F25F92}" type="sibTrans" cxnId="{75482CC8-C470-43FF-8533-B4E4F627F7C1}">
      <dgm:prSet/>
      <dgm:spPr/>
      <dgm:t>
        <a:bodyPr/>
        <a:lstStyle/>
        <a:p>
          <a:endParaRPr lang="en-IN"/>
        </a:p>
      </dgm:t>
    </dgm:pt>
    <dgm:pt modelId="{CA7FE90E-129C-4282-A0E1-8BCFF3AC70FF}">
      <dgm:prSet/>
      <dgm:spPr/>
      <dgm:t>
        <a:bodyPr/>
        <a:lstStyle/>
        <a:p>
          <a:pPr>
            <a:lnSpc>
              <a:spcPct val="100000"/>
            </a:lnSpc>
            <a:defRPr cap="all"/>
          </a:pPr>
          <a:endParaRPr lang="en-IN"/>
        </a:p>
      </dgm:t>
    </dgm:pt>
    <dgm:pt modelId="{E168B71C-7F82-4444-A029-3D2355B45EB8}" type="parTrans" cxnId="{608E2662-703F-48CB-9173-5788440734D3}">
      <dgm:prSet/>
      <dgm:spPr/>
      <dgm:t>
        <a:bodyPr/>
        <a:lstStyle/>
        <a:p>
          <a:endParaRPr lang="en-IN"/>
        </a:p>
      </dgm:t>
    </dgm:pt>
    <dgm:pt modelId="{6530AB04-D99A-4EF0-9C06-BBF9E9557AA0}" type="sibTrans" cxnId="{608E2662-703F-48CB-9173-5788440734D3}">
      <dgm:prSet/>
      <dgm:spPr/>
      <dgm:t>
        <a:bodyPr/>
        <a:lstStyle/>
        <a:p>
          <a:endParaRPr lang="en-IN"/>
        </a:p>
      </dgm:t>
    </dgm:pt>
    <dgm:pt modelId="{121675FA-F578-4780-8CAE-E1EE3A1C4E21}">
      <dgm:prSet/>
      <dgm:spPr/>
      <dgm:t>
        <a:bodyPr/>
        <a:lstStyle/>
        <a:p>
          <a:pPr>
            <a:lnSpc>
              <a:spcPct val="100000"/>
            </a:lnSpc>
            <a:defRPr cap="all"/>
          </a:pPr>
          <a:endParaRPr lang="en-IN"/>
        </a:p>
      </dgm:t>
    </dgm:pt>
    <dgm:pt modelId="{9864AD9B-DCC5-410A-AD00-75284BD493B7}" type="parTrans" cxnId="{36F3CA41-47D6-481E-8A57-3F85213D7F51}">
      <dgm:prSet/>
      <dgm:spPr/>
      <dgm:t>
        <a:bodyPr/>
        <a:lstStyle/>
        <a:p>
          <a:endParaRPr lang="en-IN"/>
        </a:p>
      </dgm:t>
    </dgm:pt>
    <dgm:pt modelId="{0BD53A7D-E8CF-46E4-A184-4BAE5A47AF52}" type="sibTrans" cxnId="{36F3CA41-47D6-481E-8A57-3F85213D7F51}">
      <dgm:prSet/>
      <dgm:spPr/>
      <dgm:t>
        <a:bodyPr/>
        <a:lstStyle/>
        <a:p>
          <a:endParaRPr lang="en-IN"/>
        </a:p>
      </dgm:t>
    </dgm:pt>
    <dgm:pt modelId="{4A2CB8A1-5B18-4AC0-93AF-F77513019641}" type="pres">
      <dgm:prSet presAssocID="{C3F44777-C1C8-40C3-9BB1-1051BE44DA49}" presName="root" presStyleCnt="0">
        <dgm:presLayoutVars>
          <dgm:dir/>
          <dgm:resizeHandles val="exact"/>
        </dgm:presLayoutVars>
      </dgm:prSet>
      <dgm:spPr/>
    </dgm:pt>
    <dgm:pt modelId="{08AB6D1A-4A98-4CDC-BAB9-07E89AAA1AD8}" type="pres">
      <dgm:prSet presAssocID="{5EDDC125-FA53-44AA-B765-C14CB64FE0BC}" presName="compNode" presStyleCnt="0"/>
      <dgm:spPr/>
    </dgm:pt>
    <dgm:pt modelId="{31D6A78C-DBE1-4203-8EE5-9CA4AE436FC2}" type="pres">
      <dgm:prSet presAssocID="{5EDDC125-FA53-44AA-B765-C14CB64FE0BC}" presName="iconBgRect" presStyleLbl="bgShp" presStyleIdx="0" presStyleCnt="10"/>
      <dgm:spPr/>
    </dgm:pt>
    <dgm:pt modelId="{98A25054-D274-4684-8068-7ECBC9141ED3}" type="pres">
      <dgm:prSet presAssocID="{5EDDC125-FA53-44AA-B765-C14CB64FE0BC}" presName="iconRect" presStyleLbl="node1" presStyleIdx="0" presStyleCnt="1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8C8239BA-6718-464B-9875-B323FC2F9EED}" type="pres">
      <dgm:prSet presAssocID="{5EDDC125-FA53-44AA-B765-C14CB64FE0BC}" presName="spaceRect" presStyleCnt="0"/>
      <dgm:spPr/>
    </dgm:pt>
    <dgm:pt modelId="{05F04FA3-1618-4611-90A7-0CD03C3D5134}" type="pres">
      <dgm:prSet presAssocID="{5EDDC125-FA53-44AA-B765-C14CB64FE0BC}" presName="textRect" presStyleLbl="revTx" presStyleIdx="0" presStyleCnt="10">
        <dgm:presLayoutVars>
          <dgm:chMax val="1"/>
          <dgm:chPref val="1"/>
        </dgm:presLayoutVars>
      </dgm:prSet>
      <dgm:spPr/>
    </dgm:pt>
    <dgm:pt modelId="{BEDA18BE-0888-4681-899E-C911C7877971}" type="pres">
      <dgm:prSet presAssocID="{BF7F9B0B-9F1D-4716-9AE5-BF4A242B4843}" presName="sibTrans" presStyleCnt="0"/>
      <dgm:spPr/>
    </dgm:pt>
    <dgm:pt modelId="{7FFD087F-BCCB-47B4-9D7F-332073B334BA}" type="pres">
      <dgm:prSet presAssocID="{F3BDD5AB-8B97-4F41-99A3-0A9F04747F0B}" presName="compNode" presStyleCnt="0"/>
      <dgm:spPr/>
    </dgm:pt>
    <dgm:pt modelId="{BAA2AC98-07B4-4482-AC2D-B8D4B9B492CE}" type="pres">
      <dgm:prSet presAssocID="{F3BDD5AB-8B97-4F41-99A3-0A9F04747F0B}" presName="iconBgRect" presStyleLbl="bgShp" presStyleIdx="1" presStyleCnt="10"/>
      <dgm:spPr/>
    </dgm:pt>
    <dgm:pt modelId="{76BE55BE-256F-4262-8CB6-72E54C3D4C18}" type="pres">
      <dgm:prSet presAssocID="{F3BDD5AB-8B97-4F41-99A3-0A9F04747F0B}" presName="iconRect" presStyleLbl="node1" presStyleIdx="1" presStyleCnt="10"/>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Arrow circle with solid fill"/>
        </a:ext>
      </dgm:extLst>
    </dgm:pt>
    <dgm:pt modelId="{DC9CEC8D-4B40-4980-93D5-E4869C92FBF5}" type="pres">
      <dgm:prSet presAssocID="{F3BDD5AB-8B97-4F41-99A3-0A9F04747F0B}" presName="spaceRect" presStyleCnt="0"/>
      <dgm:spPr/>
    </dgm:pt>
    <dgm:pt modelId="{E1636535-90BC-40F3-A0B6-BCC8BC1EB09B}" type="pres">
      <dgm:prSet presAssocID="{F3BDD5AB-8B97-4F41-99A3-0A9F04747F0B}" presName="textRect" presStyleLbl="revTx" presStyleIdx="1" presStyleCnt="10">
        <dgm:presLayoutVars>
          <dgm:chMax val="1"/>
          <dgm:chPref val="1"/>
        </dgm:presLayoutVars>
      </dgm:prSet>
      <dgm:spPr/>
    </dgm:pt>
    <dgm:pt modelId="{4D391806-D87B-4F45-9EE3-CFAEF8F8ED92}" type="pres">
      <dgm:prSet presAssocID="{8124F44C-A7E2-44B6-8777-F14D551ED248}" presName="sibTrans" presStyleCnt="0"/>
      <dgm:spPr/>
    </dgm:pt>
    <dgm:pt modelId="{C41DB346-01C3-4795-A2D2-563810B7384C}" type="pres">
      <dgm:prSet presAssocID="{5C8B8490-8C1B-47D8-AB4E-B1EEEB393DBA}" presName="compNode" presStyleCnt="0"/>
      <dgm:spPr/>
    </dgm:pt>
    <dgm:pt modelId="{55044F2C-83D4-479B-9557-B7435CF352B2}" type="pres">
      <dgm:prSet presAssocID="{5C8B8490-8C1B-47D8-AB4E-B1EEEB393DBA}" presName="iconBgRect" presStyleLbl="bgShp" presStyleIdx="2" presStyleCnt="10"/>
      <dgm:spPr/>
    </dgm:pt>
    <dgm:pt modelId="{C6DA3EEB-2959-44FE-AD24-0032A2D9D9D0}" type="pres">
      <dgm:prSet presAssocID="{5C8B8490-8C1B-47D8-AB4E-B1EEEB393DBA}" presName="iconRect" presStyleLbl="node1" presStyleIdx="2" presStyleCnt="10"/>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Research with solid fill"/>
        </a:ext>
      </dgm:extLst>
    </dgm:pt>
    <dgm:pt modelId="{F7487AB8-4D48-44EB-8D48-8F374B786016}" type="pres">
      <dgm:prSet presAssocID="{5C8B8490-8C1B-47D8-AB4E-B1EEEB393DBA}" presName="spaceRect" presStyleCnt="0"/>
      <dgm:spPr/>
    </dgm:pt>
    <dgm:pt modelId="{DCED6147-35CE-449D-A814-9D95814B85CB}" type="pres">
      <dgm:prSet presAssocID="{5C8B8490-8C1B-47D8-AB4E-B1EEEB393DBA}" presName="textRect" presStyleLbl="revTx" presStyleIdx="2" presStyleCnt="10">
        <dgm:presLayoutVars>
          <dgm:chMax val="1"/>
          <dgm:chPref val="1"/>
        </dgm:presLayoutVars>
      </dgm:prSet>
      <dgm:spPr/>
    </dgm:pt>
    <dgm:pt modelId="{33B0038D-302D-4808-9743-A504B36AE357}" type="pres">
      <dgm:prSet presAssocID="{044C2F60-D7A7-4935-93CD-4C29CE85B617}" presName="sibTrans" presStyleCnt="0"/>
      <dgm:spPr/>
    </dgm:pt>
    <dgm:pt modelId="{B48697A5-648A-40EC-93C5-A3D113F7AA9F}" type="pres">
      <dgm:prSet presAssocID="{B0181575-2AF5-4837-88D0-7A22FE8CF29D}" presName="compNode" presStyleCnt="0"/>
      <dgm:spPr/>
    </dgm:pt>
    <dgm:pt modelId="{909C6195-8C56-4A12-A143-A62E77D56B70}" type="pres">
      <dgm:prSet presAssocID="{B0181575-2AF5-4837-88D0-7A22FE8CF29D}" presName="iconBgRect" presStyleLbl="bgShp" presStyleIdx="3" presStyleCnt="10"/>
      <dgm:spPr/>
    </dgm:pt>
    <dgm:pt modelId="{4942AA94-8234-4AFC-B2E7-A8231EBC5D61}" type="pres">
      <dgm:prSet presAssocID="{B0181575-2AF5-4837-88D0-7A22FE8CF29D}" presName="iconRect" presStyleLbl="node1" presStyleIdx="3" presStyleCnt="1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lp"/>
        </a:ext>
      </dgm:extLst>
    </dgm:pt>
    <dgm:pt modelId="{AFC66CF1-9CB7-4547-8290-B3FF1DFEC89D}" type="pres">
      <dgm:prSet presAssocID="{B0181575-2AF5-4837-88D0-7A22FE8CF29D}" presName="spaceRect" presStyleCnt="0"/>
      <dgm:spPr/>
    </dgm:pt>
    <dgm:pt modelId="{51C79D51-A329-4CEB-8FDB-A921E8D3AE65}" type="pres">
      <dgm:prSet presAssocID="{B0181575-2AF5-4837-88D0-7A22FE8CF29D}" presName="textRect" presStyleLbl="revTx" presStyleIdx="3" presStyleCnt="10">
        <dgm:presLayoutVars>
          <dgm:chMax val="1"/>
          <dgm:chPref val="1"/>
        </dgm:presLayoutVars>
      </dgm:prSet>
      <dgm:spPr/>
    </dgm:pt>
    <dgm:pt modelId="{DDCA3766-1D3F-47C8-82C9-BAD0EE53E9A3}" type="pres">
      <dgm:prSet presAssocID="{F21F5807-3180-4EA2-A0B6-33966D24B2FA}" presName="sibTrans" presStyleCnt="0"/>
      <dgm:spPr/>
    </dgm:pt>
    <dgm:pt modelId="{2776681D-9BE1-4585-8865-1E0F7AB6A0F4}" type="pres">
      <dgm:prSet presAssocID="{257B4DC6-E135-436C-B6D2-477A5448970C}" presName="compNode" presStyleCnt="0"/>
      <dgm:spPr/>
    </dgm:pt>
    <dgm:pt modelId="{C40AF3C9-04D7-41C8-AE6E-ECA421CE6CE0}" type="pres">
      <dgm:prSet presAssocID="{257B4DC6-E135-436C-B6D2-477A5448970C}" presName="iconBgRect" presStyleLbl="bgShp" presStyleIdx="4" presStyleCnt="10"/>
      <dgm:spPr/>
    </dgm:pt>
    <dgm:pt modelId="{62B3DC14-661D-42BF-AB45-F9FED1BE4A95}" type="pres">
      <dgm:prSet presAssocID="{257B4DC6-E135-436C-B6D2-477A5448970C}" presName="iconRect" presStyleLbl="node1" presStyleIdx="4" presStyleCnt="10"/>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Statistics with solid fill"/>
        </a:ext>
      </dgm:extLst>
    </dgm:pt>
    <dgm:pt modelId="{72F9AA3D-1E15-441A-80ED-21E3D0F85705}" type="pres">
      <dgm:prSet presAssocID="{257B4DC6-E135-436C-B6D2-477A5448970C}" presName="spaceRect" presStyleCnt="0"/>
      <dgm:spPr/>
    </dgm:pt>
    <dgm:pt modelId="{9B208F2B-9E63-4AA0-8724-31157732C90B}" type="pres">
      <dgm:prSet presAssocID="{257B4DC6-E135-436C-B6D2-477A5448970C}" presName="textRect" presStyleLbl="revTx" presStyleIdx="4" presStyleCnt="10">
        <dgm:presLayoutVars>
          <dgm:chMax val="1"/>
          <dgm:chPref val="1"/>
        </dgm:presLayoutVars>
      </dgm:prSet>
      <dgm:spPr/>
    </dgm:pt>
    <dgm:pt modelId="{061A5669-0375-4D4C-A8FC-669D73D8BD73}" type="pres">
      <dgm:prSet presAssocID="{02BD16A9-F074-465F-91B9-1A2D78B95AA9}" presName="sibTrans" presStyleCnt="0"/>
      <dgm:spPr/>
    </dgm:pt>
    <dgm:pt modelId="{DB91DD43-C50C-4A88-B0C7-F577DF1614C5}" type="pres">
      <dgm:prSet presAssocID="{B5548CAB-BC2A-47E9-B648-F5F4C65F4E19}" presName="compNode" presStyleCnt="0"/>
      <dgm:spPr/>
    </dgm:pt>
    <dgm:pt modelId="{3E02DB20-365D-49A5-BC6F-45938825AFDE}" type="pres">
      <dgm:prSet presAssocID="{B5548CAB-BC2A-47E9-B648-F5F4C65F4E19}" presName="iconBgRect" presStyleLbl="bgShp" presStyleIdx="5" presStyleCnt="10"/>
      <dgm:spPr/>
    </dgm:pt>
    <dgm:pt modelId="{12971114-0DF5-45BF-96C0-EF8AC162C53A}" type="pres">
      <dgm:prSet presAssocID="{B5548CAB-BC2A-47E9-B648-F5F4C65F4E19}" presName="iconRect" presStyleLbl="node1" presStyleIdx="5" presStyleCnt="10"/>
      <dgm:spPr>
        <a:blipFill>
          <a:blip xmlns:r="http://schemas.openxmlformats.org/officeDocument/2006/relationships" r:embed="rId11"/>
          <a:srcRect/>
          <a:stretch>
            <a:fillRect l="-30000" r="-30000"/>
          </a:stretch>
        </a:blipFill>
      </dgm:spPr>
    </dgm:pt>
    <dgm:pt modelId="{D8DF2823-3B81-44EC-B131-0C99001180A0}" type="pres">
      <dgm:prSet presAssocID="{B5548CAB-BC2A-47E9-B648-F5F4C65F4E19}" presName="spaceRect" presStyleCnt="0"/>
      <dgm:spPr/>
    </dgm:pt>
    <dgm:pt modelId="{41431771-24FD-4412-B66F-3609779D3E8C}" type="pres">
      <dgm:prSet presAssocID="{B5548CAB-BC2A-47E9-B648-F5F4C65F4E19}" presName="textRect" presStyleLbl="revTx" presStyleIdx="5" presStyleCnt="10">
        <dgm:presLayoutVars>
          <dgm:chMax val="1"/>
          <dgm:chPref val="1"/>
        </dgm:presLayoutVars>
      </dgm:prSet>
      <dgm:spPr/>
    </dgm:pt>
    <dgm:pt modelId="{CC275862-91B4-4847-A672-ECABAFE6F937}" type="pres">
      <dgm:prSet presAssocID="{345EA689-830E-4BAF-9BFE-A462B5F25F92}" presName="sibTrans" presStyleCnt="0"/>
      <dgm:spPr/>
    </dgm:pt>
    <dgm:pt modelId="{BE2D267B-E8BB-4000-9592-70A15469385E}" type="pres">
      <dgm:prSet presAssocID="{CA7FE90E-129C-4282-A0E1-8BCFF3AC70FF}" presName="compNode" presStyleCnt="0"/>
      <dgm:spPr/>
    </dgm:pt>
    <dgm:pt modelId="{E520E093-C036-4529-B213-551B0BE674A1}" type="pres">
      <dgm:prSet presAssocID="{CA7FE90E-129C-4282-A0E1-8BCFF3AC70FF}" presName="iconBgRect" presStyleLbl="bgShp" presStyleIdx="6" presStyleCnt="10"/>
      <dgm:spPr/>
    </dgm:pt>
    <dgm:pt modelId="{DA816AC2-C9A2-4794-996D-0F39D700DDE1}" type="pres">
      <dgm:prSet presAssocID="{CA7FE90E-129C-4282-A0E1-8BCFF3AC70FF}" presName="iconRect" presStyleLbl="node1" presStyleIdx="6" presStyleCnt="10"/>
      <dgm:spPr>
        <a:blipFill>
          <a:blip xmlns:r="http://schemas.openxmlformats.org/officeDocument/2006/relationships" r:embed="rId12">
            <a:extLst>
              <a:ext uri="{96DAC541-7B7A-43D3-8B79-37D633B846F1}">
                <asvg:svgBlip xmlns:asvg="http://schemas.microsoft.com/office/drawing/2016/SVG/main" r:embed="rId13"/>
              </a:ext>
            </a:extLst>
          </a:blip>
          <a:srcRect/>
          <a:stretch>
            <a:fillRect/>
          </a:stretch>
        </a:blipFill>
      </dgm:spPr>
      <dgm:extLst>
        <a:ext uri="{E40237B7-FDA0-4F09-8148-C483321AD2D9}">
          <dgm14:cNvPr xmlns:dgm14="http://schemas.microsoft.com/office/drawing/2010/diagram" id="0" name="" descr="Bar chart with solid fill"/>
        </a:ext>
      </dgm:extLst>
    </dgm:pt>
    <dgm:pt modelId="{03545F4F-FC94-4E6F-BF9C-4B0D935AB56E}" type="pres">
      <dgm:prSet presAssocID="{CA7FE90E-129C-4282-A0E1-8BCFF3AC70FF}" presName="spaceRect" presStyleCnt="0"/>
      <dgm:spPr/>
    </dgm:pt>
    <dgm:pt modelId="{3F0CA983-912F-46D0-8B8E-2DC1073CD354}" type="pres">
      <dgm:prSet presAssocID="{CA7FE90E-129C-4282-A0E1-8BCFF3AC70FF}" presName="textRect" presStyleLbl="revTx" presStyleIdx="6" presStyleCnt="10">
        <dgm:presLayoutVars>
          <dgm:chMax val="1"/>
          <dgm:chPref val="1"/>
        </dgm:presLayoutVars>
      </dgm:prSet>
      <dgm:spPr/>
    </dgm:pt>
    <dgm:pt modelId="{329765C7-F50F-4A87-B299-BA4A80902441}" type="pres">
      <dgm:prSet presAssocID="{6530AB04-D99A-4EF0-9C06-BBF9E9557AA0}" presName="sibTrans" presStyleCnt="0"/>
      <dgm:spPr/>
    </dgm:pt>
    <dgm:pt modelId="{467E4A98-28E6-4235-B7CA-0FB2CA7DBE56}" type="pres">
      <dgm:prSet presAssocID="{121675FA-F578-4780-8CAE-E1EE3A1C4E21}" presName="compNode" presStyleCnt="0"/>
      <dgm:spPr/>
    </dgm:pt>
    <dgm:pt modelId="{FD4159FC-2E58-4A1B-ABFA-B1D5A449192F}" type="pres">
      <dgm:prSet presAssocID="{121675FA-F578-4780-8CAE-E1EE3A1C4E21}" presName="iconBgRect" presStyleLbl="bgShp" presStyleIdx="7" presStyleCnt="10" custLinFactNeighborX="-1703" custLinFactNeighborY="252"/>
      <dgm:spPr/>
    </dgm:pt>
    <dgm:pt modelId="{D35C33E0-0EC9-4DDC-BBAC-7F204A920586}" type="pres">
      <dgm:prSet presAssocID="{121675FA-F578-4780-8CAE-E1EE3A1C4E21}" presName="iconRect" presStyleLbl="node1" presStyleIdx="7" presStyleCnt="10"/>
      <dgm:spPr>
        <a:blipFill>
          <a:blip xmlns:r="http://schemas.openxmlformats.org/officeDocument/2006/relationships" r:embed="rId14">
            <a:extLst>
              <a:ext uri="{96DAC541-7B7A-43D3-8B79-37D633B846F1}">
                <asvg:svgBlip xmlns:asvg="http://schemas.microsoft.com/office/drawing/2016/SVG/main" r:embed="rId15"/>
              </a:ext>
            </a:extLst>
          </a:blip>
          <a:srcRect/>
          <a:stretch>
            <a:fillRect/>
          </a:stretch>
        </a:blipFill>
      </dgm:spPr>
      <dgm:extLst>
        <a:ext uri="{E40237B7-FDA0-4F09-8148-C483321AD2D9}">
          <dgm14:cNvPr xmlns:dgm14="http://schemas.microsoft.com/office/drawing/2010/diagram" id="0" name="" descr="Social network with solid fill"/>
        </a:ext>
      </dgm:extLst>
    </dgm:pt>
    <dgm:pt modelId="{5AD46E9C-59BB-49D5-95F1-F515D41CFE14}" type="pres">
      <dgm:prSet presAssocID="{121675FA-F578-4780-8CAE-E1EE3A1C4E21}" presName="spaceRect" presStyleCnt="0"/>
      <dgm:spPr/>
    </dgm:pt>
    <dgm:pt modelId="{9CA7A1BE-FFB3-455F-87B9-8C8191DBDEB0}" type="pres">
      <dgm:prSet presAssocID="{121675FA-F578-4780-8CAE-E1EE3A1C4E21}" presName="textRect" presStyleLbl="revTx" presStyleIdx="7" presStyleCnt="10">
        <dgm:presLayoutVars>
          <dgm:chMax val="1"/>
          <dgm:chPref val="1"/>
        </dgm:presLayoutVars>
      </dgm:prSet>
      <dgm:spPr/>
    </dgm:pt>
    <dgm:pt modelId="{F49C44E8-8C1C-4462-AE1A-736AFB2082D0}" type="pres">
      <dgm:prSet presAssocID="{0BD53A7D-E8CF-46E4-A184-4BAE5A47AF52}" presName="sibTrans" presStyleCnt="0"/>
      <dgm:spPr/>
    </dgm:pt>
    <dgm:pt modelId="{4541CB08-689B-4BC6-9525-21F438307D36}" type="pres">
      <dgm:prSet presAssocID="{21BEA0EC-9E8B-4B97-96F8-A9947F4F4BBE}" presName="compNode" presStyleCnt="0"/>
      <dgm:spPr/>
    </dgm:pt>
    <dgm:pt modelId="{37D94E30-5CCC-4768-8516-AD9F8394E082}" type="pres">
      <dgm:prSet presAssocID="{21BEA0EC-9E8B-4B97-96F8-A9947F4F4BBE}" presName="iconBgRect" presStyleLbl="bgShp" presStyleIdx="8" presStyleCnt="10"/>
      <dgm:spPr/>
    </dgm:pt>
    <dgm:pt modelId="{A2E249D6-7F0F-43DF-854B-0DED79EE00C9}" type="pres">
      <dgm:prSet presAssocID="{21BEA0EC-9E8B-4B97-96F8-A9947F4F4BBE}" presName="iconRect" presStyleLbl="node1" presStyleIdx="8" presStyleCnt="10"/>
      <dgm:spPr>
        <a:blipFill>
          <a:blip xmlns:r="http://schemas.openxmlformats.org/officeDocument/2006/relationships" r:embed="rId16">
            <a:extLst>
              <a:ext uri="{96DAC541-7B7A-43D3-8B79-37D633B846F1}">
                <asvg:svgBlip xmlns:asvg="http://schemas.microsoft.com/office/drawing/2016/SVG/main" r:embed="rId17"/>
              </a:ext>
            </a:extLst>
          </a:blip>
          <a:srcRect/>
          <a:stretch>
            <a:fillRect/>
          </a:stretch>
        </a:blipFill>
      </dgm:spPr>
      <dgm:extLst>
        <a:ext uri="{E40237B7-FDA0-4F09-8148-C483321AD2D9}">
          <dgm14:cNvPr xmlns:dgm14="http://schemas.microsoft.com/office/drawing/2010/diagram" id="0" name="" descr="Chat bubble with solid fill"/>
        </a:ext>
      </dgm:extLst>
    </dgm:pt>
    <dgm:pt modelId="{771E23E9-24A7-4EB3-901C-A3D8A891331C}" type="pres">
      <dgm:prSet presAssocID="{21BEA0EC-9E8B-4B97-96F8-A9947F4F4BBE}" presName="spaceRect" presStyleCnt="0"/>
      <dgm:spPr/>
    </dgm:pt>
    <dgm:pt modelId="{C8143E28-3401-42BC-B4B9-DA868E1E252D}" type="pres">
      <dgm:prSet presAssocID="{21BEA0EC-9E8B-4B97-96F8-A9947F4F4BBE}" presName="textRect" presStyleLbl="revTx" presStyleIdx="8" presStyleCnt="10">
        <dgm:presLayoutVars>
          <dgm:chMax val="1"/>
          <dgm:chPref val="1"/>
        </dgm:presLayoutVars>
      </dgm:prSet>
      <dgm:spPr/>
    </dgm:pt>
    <dgm:pt modelId="{969603B0-C21C-4164-804D-28A16EE9A065}" type="pres">
      <dgm:prSet presAssocID="{D09989CE-41CD-4957-8455-16CAB6D5AE88}" presName="sibTrans" presStyleCnt="0"/>
      <dgm:spPr/>
    </dgm:pt>
    <dgm:pt modelId="{12853C35-039D-44EE-8453-6BF67B4A1297}" type="pres">
      <dgm:prSet presAssocID="{FC43DD59-FEEE-4CFE-9BEF-DC0D39DDFAEF}" presName="compNode" presStyleCnt="0"/>
      <dgm:spPr/>
    </dgm:pt>
    <dgm:pt modelId="{DA725F30-B103-4B49-9019-8ACC54FE079A}" type="pres">
      <dgm:prSet presAssocID="{FC43DD59-FEEE-4CFE-9BEF-DC0D39DDFAEF}" presName="iconBgRect" presStyleLbl="bgShp" presStyleIdx="9" presStyleCnt="10"/>
      <dgm:spPr/>
    </dgm:pt>
    <dgm:pt modelId="{AE15732E-3F6B-4EE5-A251-0DDA3BC7B294}" type="pres">
      <dgm:prSet presAssocID="{FC43DD59-FEEE-4CFE-9BEF-DC0D39DDFAEF}" presName="iconRect" presStyleLbl="node1" presStyleIdx="9" presStyleCnt="10"/>
      <dgm:spPr>
        <a:blipFill>
          <a:blip xmlns:r="http://schemas.openxmlformats.org/officeDocument/2006/relationships"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a:blipFill>
        <a:ln>
          <a:noFill/>
        </a:ln>
      </dgm:spPr>
      <dgm:extLst>
        <a:ext uri="{E40237B7-FDA0-4F09-8148-C483321AD2D9}">
          <dgm14:cNvPr xmlns:dgm14="http://schemas.microsoft.com/office/drawing/2010/diagram" id="0" name="" descr="Gavel"/>
        </a:ext>
      </dgm:extLst>
    </dgm:pt>
    <dgm:pt modelId="{ECB20E0C-63AF-4E48-AD5D-7FC2FBD604DC}" type="pres">
      <dgm:prSet presAssocID="{FC43DD59-FEEE-4CFE-9BEF-DC0D39DDFAEF}" presName="spaceRect" presStyleCnt="0"/>
      <dgm:spPr/>
    </dgm:pt>
    <dgm:pt modelId="{A6998A72-4481-4B3E-AFA5-CB7E79284DA0}" type="pres">
      <dgm:prSet presAssocID="{FC43DD59-FEEE-4CFE-9BEF-DC0D39DDFAEF}" presName="textRect" presStyleLbl="revTx" presStyleIdx="9" presStyleCnt="10">
        <dgm:presLayoutVars>
          <dgm:chMax val="1"/>
          <dgm:chPref val="1"/>
        </dgm:presLayoutVars>
      </dgm:prSet>
      <dgm:spPr/>
    </dgm:pt>
  </dgm:ptLst>
  <dgm:cxnLst>
    <dgm:cxn modelId="{05056806-B0F5-49DB-A4FF-0598D7094E98}" type="presOf" srcId="{C3F44777-C1C8-40C3-9BB1-1051BE44DA49}" destId="{4A2CB8A1-5B18-4AC0-93AF-F77513019641}" srcOrd="0" destOrd="0" presId="urn:microsoft.com/office/officeart/2018/5/layout/IconCircleLabelList"/>
    <dgm:cxn modelId="{1E6F1F0A-6364-4852-9E05-3F9507B386AE}" srcId="{C3F44777-C1C8-40C3-9BB1-1051BE44DA49}" destId="{21BEA0EC-9E8B-4B97-96F8-A9947F4F4BBE}" srcOrd="8" destOrd="0" parTransId="{5853D981-C1D9-44F6-9F28-7D84E612BFF1}" sibTransId="{D09989CE-41CD-4957-8455-16CAB6D5AE88}"/>
    <dgm:cxn modelId="{1E69890E-DE9F-415B-BC6B-894502C0AFDE}" type="presOf" srcId="{CA7FE90E-129C-4282-A0E1-8BCFF3AC70FF}" destId="{3F0CA983-912F-46D0-8B8E-2DC1073CD354}" srcOrd="0" destOrd="0" presId="urn:microsoft.com/office/officeart/2018/5/layout/IconCircleLabelList"/>
    <dgm:cxn modelId="{0313F610-94A9-4482-840C-AFD5C79647BE}" srcId="{C3F44777-C1C8-40C3-9BB1-1051BE44DA49}" destId="{257B4DC6-E135-436C-B6D2-477A5448970C}" srcOrd="4" destOrd="0" parTransId="{AA320821-62FE-465F-B9F8-CB0BE2F4FF0F}" sibTransId="{02BD16A9-F074-465F-91B9-1A2D78B95AA9}"/>
    <dgm:cxn modelId="{224A4F20-1584-4414-8F51-4F4E561C412C}" srcId="{C3F44777-C1C8-40C3-9BB1-1051BE44DA49}" destId="{5EDDC125-FA53-44AA-B765-C14CB64FE0BC}" srcOrd="0" destOrd="0" parTransId="{311585A7-86CE-4C66-8AC8-D4D02399A4E6}" sibTransId="{BF7F9B0B-9F1D-4716-9AE5-BF4A242B4843}"/>
    <dgm:cxn modelId="{CFB60C36-06D8-47FB-AAA2-BE8701AC8BE4}" type="presOf" srcId="{F3BDD5AB-8B97-4F41-99A3-0A9F04747F0B}" destId="{E1636535-90BC-40F3-A0B6-BCC8BC1EB09B}" srcOrd="0" destOrd="0" presId="urn:microsoft.com/office/officeart/2018/5/layout/IconCircleLabelList"/>
    <dgm:cxn modelId="{F5952C5D-07A9-40BA-AA48-101E332CBE5B}" srcId="{C3F44777-C1C8-40C3-9BB1-1051BE44DA49}" destId="{5C8B8490-8C1B-47D8-AB4E-B1EEEB393DBA}" srcOrd="2" destOrd="0" parTransId="{E4CD12E4-525F-4B34-8269-36A71D900625}" sibTransId="{044C2F60-D7A7-4935-93CD-4C29CE85B617}"/>
    <dgm:cxn modelId="{36F3CA41-47D6-481E-8A57-3F85213D7F51}" srcId="{C3F44777-C1C8-40C3-9BB1-1051BE44DA49}" destId="{121675FA-F578-4780-8CAE-E1EE3A1C4E21}" srcOrd="7" destOrd="0" parTransId="{9864AD9B-DCC5-410A-AD00-75284BD493B7}" sibTransId="{0BD53A7D-E8CF-46E4-A184-4BAE5A47AF52}"/>
    <dgm:cxn modelId="{608E2662-703F-48CB-9173-5788440734D3}" srcId="{C3F44777-C1C8-40C3-9BB1-1051BE44DA49}" destId="{CA7FE90E-129C-4282-A0E1-8BCFF3AC70FF}" srcOrd="6" destOrd="0" parTransId="{E168B71C-7F82-4444-A029-3D2355B45EB8}" sibTransId="{6530AB04-D99A-4EF0-9C06-BBF9E9557AA0}"/>
    <dgm:cxn modelId="{4DAC8F64-ACA1-43D6-99A6-FB118C2ED6DA}" type="presOf" srcId="{121675FA-F578-4780-8CAE-E1EE3A1C4E21}" destId="{9CA7A1BE-FFB3-455F-87B9-8C8191DBDEB0}" srcOrd="0" destOrd="0" presId="urn:microsoft.com/office/officeart/2018/5/layout/IconCircleLabelList"/>
    <dgm:cxn modelId="{70967466-BF29-4EF9-8C36-9AFF6C75B957}" type="presOf" srcId="{257B4DC6-E135-436C-B6D2-477A5448970C}" destId="{9B208F2B-9E63-4AA0-8724-31157732C90B}" srcOrd="0" destOrd="0" presId="urn:microsoft.com/office/officeart/2018/5/layout/IconCircleLabelList"/>
    <dgm:cxn modelId="{A0D98449-208C-47EC-9544-0B9B77773FAF}" type="presOf" srcId="{5C8B8490-8C1B-47D8-AB4E-B1EEEB393DBA}" destId="{DCED6147-35CE-449D-A814-9D95814B85CB}" srcOrd="0" destOrd="0" presId="urn:microsoft.com/office/officeart/2018/5/layout/IconCircleLabelList"/>
    <dgm:cxn modelId="{F9B01B72-0D4F-4181-976B-D6CFFE652258}" type="presOf" srcId="{FC43DD59-FEEE-4CFE-9BEF-DC0D39DDFAEF}" destId="{A6998A72-4481-4B3E-AFA5-CB7E79284DA0}" srcOrd="0" destOrd="0" presId="urn:microsoft.com/office/officeart/2018/5/layout/IconCircleLabelList"/>
    <dgm:cxn modelId="{8DB85F72-E151-4302-8EDB-FBB5A635C36E}" type="presOf" srcId="{5EDDC125-FA53-44AA-B765-C14CB64FE0BC}" destId="{05F04FA3-1618-4611-90A7-0CD03C3D5134}" srcOrd="0" destOrd="0" presId="urn:microsoft.com/office/officeart/2018/5/layout/IconCircleLabelList"/>
    <dgm:cxn modelId="{20E8B553-165B-4DAA-BA0E-A4EC8C30E716}" type="presOf" srcId="{B0181575-2AF5-4837-88D0-7A22FE8CF29D}" destId="{51C79D51-A329-4CEB-8FDB-A921E8D3AE65}" srcOrd="0" destOrd="0" presId="urn:microsoft.com/office/officeart/2018/5/layout/IconCircleLabelList"/>
    <dgm:cxn modelId="{7BAC2786-1529-491C-A8FA-379285FFF464}" srcId="{C3F44777-C1C8-40C3-9BB1-1051BE44DA49}" destId="{B0181575-2AF5-4837-88D0-7A22FE8CF29D}" srcOrd="3" destOrd="0" parTransId="{E68B6DCA-EA1F-4EA0-88BA-91FF12D8E989}" sibTransId="{F21F5807-3180-4EA2-A0B6-33966D24B2FA}"/>
    <dgm:cxn modelId="{04D25587-0479-4B11-A124-E161ACBBB034}" srcId="{C3F44777-C1C8-40C3-9BB1-1051BE44DA49}" destId="{FC43DD59-FEEE-4CFE-9BEF-DC0D39DDFAEF}" srcOrd="9" destOrd="0" parTransId="{162255FB-B871-45E7-944E-74F546F68C60}" sibTransId="{E6987B89-3BB9-47B9-907C-90FC83EB806B}"/>
    <dgm:cxn modelId="{259F10A3-22D9-4CCF-8DB5-8A621F69B257}" type="presOf" srcId="{21BEA0EC-9E8B-4B97-96F8-A9947F4F4BBE}" destId="{C8143E28-3401-42BC-B4B9-DA868E1E252D}" srcOrd="0" destOrd="0" presId="urn:microsoft.com/office/officeart/2018/5/layout/IconCircleLabelList"/>
    <dgm:cxn modelId="{376356B2-A8F1-437F-8D30-C57252FAAFAD}" srcId="{C3F44777-C1C8-40C3-9BB1-1051BE44DA49}" destId="{F3BDD5AB-8B97-4F41-99A3-0A9F04747F0B}" srcOrd="1" destOrd="0" parTransId="{F7B2D793-F85E-4C97-BDF4-6B79FE7A26D3}" sibTransId="{8124F44C-A7E2-44B6-8777-F14D551ED248}"/>
    <dgm:cxn modelId="{75482CC8-C470-43FF-8533-B4E4F627F7C1}" srcId="{C3F44777-C1C8-40C3-9BB1-1051BE44DA49}" destId="{B5548CAB-BC2A-47E9-B648-F5F4C65F4E19}" srcOrd="5" destOrd="0" parTransId="{147ACB18-8B7D-4DBD-A3CF-24531B67C3E3}" sibTransId="{345EA689-830E-4BAF-9BFE-A462B5F25F92}"/>
    <dgm:cxn modelId="{B484CBF3-7BEE-4FED-81A6-0083DE367A93}" type="presOf" srcId="{B5548CAB-BC2A-47E9-B648-F5F4C65F4E19}" destId="{41431771-24FD-4412-B66F-3609779D3E8C}" srcOrd="0" destOrd="0" presId="urn:microsoft.com/office/officeart/2018/5/layout/IconCircleLabelList"/>
    <dgm:cxn modelId="{8F1F1A9F-BCAC-491C-931E-649795B2BCEA}" type="presParOf" srcId="{4A2CB8A1-5B18-4AC0-93AF-F77513019641}" destId="{08AB6D1A-4A98-4CDC-BAB9-07E89AAA1AD8}" srcOrd="0" destOrd="0" presId="urn:microsoft.com/office/officeart/2018/5/layout/IconCircleLabelList"/>
    <dgm:cxn modelId="{6AF60D2C-1775-4EBC-94FD-DAA303FC4D40}" type="presParOf" srcId="{08AB6D1A-4A98-4CDC-BAB9-07E89AAA1AD8}" destId="{31D6A78C-DBE1-4203-8EE5-9CA4AE436FC2}" srcOrd="0" destOrd="0" presId="urn:microsoft.com/office/officeart/2018/5/layout/IconCircleLabelList"/>
    <dgm:cxn modelId="{53AF5330-292A-4C5C-8077-02243F7881BE}" type="presParOf" srcId="{08AB6D1A-4A98-4CDC-BAB9-07E89AAA1AD8}" destId="{98A25054-D274-4684-8068-7ECBC9141ED3}" srcOrd="1" destOrd="0" presId="urn:microsoft.com/office/officeart/2018/5/layout/IconCircleLabelList"/>
    <dgm:cxn modelId="{D269DDEA-4190-4AFB-B469-978E8F7B44C2}" type="presParOf" srcId="{08AB6D1A-4A98-4CDC-BAB9-07E89AAA1AD8}" destId="{8C8239BA-6718-464B-9875-B323FC2F9EED}" srcOrd="2" destOrd="0" presId="urn:microsoft.com/office/officeart/2018/5/layout/IconCircleLabelList"/>
    <dgm:cxn modelId="{7C2C0FDD-8EFA-4E50-8C96-61FD4AF67C4B}" type="presParOf" srcId="{08AB6D1A-4A98-4CDC-BAB9-07E89AAA1AD8}" destId="{05F04FA3-1618-4611-90A7-0CD03C3D5134}" srcOrd="3" destOrd="0" presId="urn:microsoft.com/office/officeart/2018/5/layout/IconCircleLabelList"/>
    <dgm:cxn modelId="{64856836-B030-4147-8502-2CB217229BE5}" type="presParOf" srcId="{4A2CB8A1-5B18-4AC0-93AF-F77513019641}" destId="{BEDA18BE-0888-4681-899E-C911C7877971}" srcOrd="1" destOrd="0" presId="urn:microsoft.com/office/officeart/2018/5/layout/IconCircleLabelList"/>
    <dgm:cxn modelId="{AD215FB5-658C-4624-B1A2-BACBA324A595}" type="presParOf" srcId="{4A2CB8A1-5B18-4AC0-93AF-F77513019641}" destId="{7FFD087F-BCCB-47B4-9D7F-332073B334BA}" srcOrd="2" destOrd="0" presId="urn:microsoft.com/office/officeart/2018/5/layout/IconCircleLabelList"/>
    <dgm:cxn modelId="{95AB8529-BD54-4DF2-8BB4-A30FE2B00B9B}" type="presParOf" srcId="{7FFD087F-BCCB-47B4-9D7F-332073B334BA}" destId="{BAA2AC98-07B4-4482-AC2D-B8D4B9B492CE}" srcOrd="0" destOrd="0" presId="urn:microsoft.com/office/officeart/2018/5/layout/IconCircleLabelList"/>
    <dgm:cxn modelId="{5648B0C5-9045-4877-968F-10965E16A076}" type="presParOf" srcId="{7FFD087F-BCCB-47B4-9D7F-332073B334BA}" destId="{76BE55BE-256F-4262-8CB6-72E54C3D4C18}" srcOrd="1" destOrd="0" presId="urn:microsoft.com/office/officeart/2018/5/layout/IconCircleLabelList"/>
    <dgm:cxn modelId="{4594733D-5018-4C14-9A51-EB40D7C6A7F9}" type="presParOf" srcId="{7FFD087F-BCCB-47B4-9D7F-332073B334BA}" destId="{DC9CEC8D-4B40-4980-93D5-E4869C92FBF5}" srcOrd="2" destOrd="0" presId="urn:microsoft.com/office/officeart/2018/5/layout/IconCircleLabelList"/>
    <dgm:cxn modelId="{41AB23A6-6565-4545-B591-81CD44FDD6FE}" type="presParOf" srcId="{7FFD087F-BCCB-47B4-9D7F-332073B334BA}" destId="{E1636535-90BC-40F3-A0B6-BCC8BC1EB09B}" srcOrd="3" destOrd="0" presId="urn:microsoft.com/office/officeart/2018/5/layout/IconCircleLabelList"/>
    <dgm:cxn modelId="{673414C3-49E3-4B41-AF13-6A26C696E8A6}" type="presParOf" srcId="{4A2CB8A1-5B18-4AC0-93AF-F77513019641}" destId="{4D391806-D87B-4F45-9EE3-CFAEF8F8ED92}" srcOrd="3" destOrd="0" presId="urn:microsoft.com/office/officeart/2018/5/layout/IconCircleLabelList"/>
    <dgm:cxn modelId="{7C60CA30-7AEA-43D3-9535-F745E3BE1EA5}" type="presParOf" srcId="{4A2CB8A1-5B18-4AC0-93AF-F77513019641}" destId="{C41DB346-01C3-4795-A2D2-563810B7384C}" srcOrd="4" destOrd="0" presId="urn:microsoft.com/office/officeart/2018/5/layout/IconCircleLabelList"/>
    <dgm:cxn modelId="{75E9F55B-527E-4869-9FDE-936956301D2C}" type="presParOf" srcId="{C41DB346-01C3-4795-A2D2-563810B7384C}" destId="{55044F2C-83D4-479B-9557-B7435CF352B2}" srcOrd="0" destOrd="0" presId="urn:microsoft.com/office/officeart/2018/5/layout/IconCircleLabelList"/>
    <dgm:cxn modelId="{E488A098-F9CE-426E-9E91-E88A8F7AD448}" type="presParOf" srcId="{C41DB346-01C3-4795-A2D2-563810B7384C}" destId="{C6DA3EEB-2959-44FE-AD24-0032A2D9D9D0}" srcOrd="1" destOrd="0" presId="urn:microsoft.com/office/officeart/2018/5/layout/IconCircleLabelList"/>
    <dgm:cxn modelId="{97DD9BFD-D458-4D69-8EF0-79A4EC4D3BDF}" type="presParOf" srcId="{C41DB346-01C3-4795-A2D2-563810B7384C}" destId="{F7487AB8-4D48-44EB-8D48-8F374B786016}" srcOrd="2" destOrd="0" presId="urn:microsoft.com/office/officeart/2018/5/layout/IconCircleLabelList"/>
    <dgm:cxn modelId="{69BD0D2D-4615-41D2-869A-1298169688D2}" type="presParOf" srcId="{C41DB346-01C3-4795-A2D2-563810B7384C}" destId="{DCED6147-35CE-449D-A814-9D95814B85CB}" srcOrd="3" destOrd="0" presId="urn:microsoft.com/office/officeart/2018/5/layout/IconCircleLabelList"/>
    <dgm:cxn modelId="{8CB5978D-BF0F-4628-B06D-CCE23A200F0C}" type="presParOf" srcId="{4A2CB8A1-5B18-4AC0-93AF-F77513019641}" destId="{33B0038D-302D-4808-9743-A504B36AE357}" srcOrd="5" destOrd="0" presId="urn:microsoft.com/office/officeart/2018/5/layout/IconCircleLabelList"/>
    <dgm:cxn modelId="{0EFF0BB3-EC59-440C-8FE6-BC906B9636A2}" type="presParOf" srcId="{4A2CB8A1-5B18-4AC0-93AF-F77513019641}" destId="{B48697A5-648A-40EC-93C5-A3D113F7AA9F}" srcOrd="6" destOrd="0" presId="urn:microsoft.com/office/officeart/2018/5/layout/IconCircleLabelList"/>
    <dgm:cxn modelId="{EFB182D7-3ACB-415B-88D9-49E08C964E36}" type="presParOf" srcId="{B48697A5-648A-40EC-93C5-A3D113F7AA9F}" destId="{909C6195-8C56-4A12-A143-A62E77D56B70}" srcOrd="0" destOrd="0" presId="urn:microsoft.com/office/officeart/2018/5/layout/IconCircleLabelList"/>
    <dgm:cxn modelId="{D1E72F00-6B0B-452B-AFED-A7991B66E2EF}" type="presParOf" srcId="{B48697A5-648A-40EC-93C5-A3D113F7AA9F}" destId="{4942AA94-8234-4AFC-B2E7-A8231EBC5D61}" srcOrd="1" destOrd="0" presId="urn:microsoft.com/office/officeart/2018/5/layout/IconCircleLabelList"/>
    <dgm:cxn modelId="{2817590E-68C7-4977-8C4D-7FBCF6CDB640}" type="presParOf" srcId="{B48697A5-648A-40EC-93C5-A3D113F7AA9F}" destId="{AFC66CF1-9CB7-4547-8290-B3FF1DFEC89D}" srcOrd="2" destOrd="0" presId="urn:microsoft.com/office/officeart/2018/5/layout/IconCircleLabelList"/>
    <dgm:cxn modelId="{4B60A52B-7CDE-4DF7-8C3F-85322014CD47}" type="presParOf" srcId="{B48697A5-648A-40EC-93C5-A3D113F7AA9F}" destId="{51C79D51-A329-4CEB-8FDB-A921E8D3AE65}" srcOrd="3" destOrd="0" presId="urn:microsoft.com/office/officeart/2018/5/layout/IconCircleLabelList"/>
    <dgm:cxn modelId="{8CFE6BEE-524C-4B0E-A16B-589EEAD5279E}" type="presParOf" srcId="{4A2CB8A1-5B18-4AC0-93AF-F77513019641}" destId="{DDCA3766-1D3F-47C8-82C9-BAD0EE53E9A3}" srcOrd="7" destOrd="0" presId="urn:microsoft.com/office/officeart/2018/5/layout/IconCircleLabelList"/>
    <dgm:cxn modelId="{AC54FED3-C797-4BDF-B60F-9B16EFAC12A3}" type="presParOf" srcId="{4A2CB8A1-5B18-4AC0-93AF-F77513019641}" destId="{2776681D-9BE1-4585-8865-1E0F7AB6A0F4}" srcOrd="8" destOrd="0" presId="urn:microsoft.com/office/officeart/2018/5/layout/IconCircleLabelList"/>
    <dgm:cxn modelId="{50EDD947-214A-4848-B0DA-CEDDE8CAB55E}" type="presParOf" srcId="{2776681D-9BE1-4585-8865-1E0F7AB6A0F4}" destId="{C40AF3C9-04D7-41C8-AE6E-ECA421CE6CE0}" srcOrd="0" destOrd="0" presId="urn:microsoft.com/office/officeart/2018/5/layout/IconCircleLabelList"/>
    <dgm:cxn modelId="{271EBFF7-EBCB-417C-A2F4-A2E8684D9CBD}" type="presParOf" srcId="{2776681D-9BE1-4585-8865-1E0F7AB6A0F4}" destId="{62B3DC14-661D-42BF-AB45-F9FED1BE4A95}" srcOrd="1" destOrd="0" presId="urn:microsoft.com/office/officeart/2018/5/layout/IconCircleLabelList"/>
    <dgm:cxn modelId="{EC03C007-BFA6-475B-880A-5970B64B33CD}" type="presParOf" srcId="{2776681D-9BE1-4585-8865-1E0F7AB6A0F4}" destId="{72F9AA3D-1E15-441A-80ED-21E3D0F85705}" srcOrd="2" destOrd="0" presId="urn:microsoft.com/office/officeart/2018/5/layout/IconCircleLabelList"/>
    <dgm:cxn modelId="{A2BC590F-37C1-4E70-BFD2-DAB26E437A08}" type="presParOf" srcId="{2776681D-9BE1-4585-8865-1E0F7AB6A0F4}" destId="{9B208F2B-9E63-4AA0-8724-31157732C90B}" srcOrd="3" destOrd="0" presId="urn:microsoft.com/office/officeart/2018/5/layout/IconCircleLabelList"/>
    <dgm:cxn modelId="{697BB16F-0058-4CC8-8568-9F34414E5774}" type="presParOf" srcId="{4A2CB8A1-5B18-4AC0-93AF-F77513019641}" destId="{061A5669-0375-4D4C-A8FC-669D73D8BD73}" srcOrd="9" destOrd="0" presId="urn:microsoft.com/office/officeart/2018/5/layout/IconCircleLabelList"/>
    <dgm:cxn modelId="{7770C9F1-33D7-4B49-89C8-58F433ADD218}" type="presParOf" srcId="{4A2CB8A1-5B18-4AC0-93AF-F77513019641}" destId="{DB91DD43-C50C-4A88-B0C7-F577DF1614C5}" srcOrd="10" destOrd="0" presId="urn:microsoft.com/office/officeart/2018/5/layout/IconCircleLabelList"/>
    <dgm:cxn modelId="{A7E7C22A-060E-4A23-8C4E-0BDBF9A9D659}" type="presParOf" srcId="{DB91DD43-C50C-4A88-B0C7-F577DF1614C5}" destId="{3E02DB20-365D-49A5-BC6F-45938825AFDE}" srcOrd="0" destOrd="0" presId="urn:microsoft.com/office/officeart/2018/5/layout/IconCircleLabelList"/>
    <dgm:cxn modelId="{FFC7599B-4FE8-4167-842C-15B59A150629}" type="presParOf" srcId="{DB91DD43-C50C-4A88-B0C7-F577DF1614C5}" destId="{12971114-0DF5-45BF-96C0-EF8AC162C53A}" srcOrd="1" destOrd="0" presId="urn:microsoft.com/office/officeart/2018/5/layout/IconCircleLabelList"/>
    <dgm:cxn modelId="{FCCE0D58-4A7C-4F20-856F-B86CD404C3DB}" type="presParOf" srcId="{DB91DD43-C50C-4A88-B0C7-F577DF1614C5}" destId="{D8DF2823-3B81-44EC-B131-0C99001180A0}" srcOrd="2" destOrd="0" presId="urn:microsoft.com/office/officeart/2018/5/layout/IconCircleLabelList"/>
    <dgm:cxn modelId="{57ECDA1E-64D4-4053-AEF3-8898F5A6EE2F}" type="presParOf" srcId="{DB91DD43-C50C-4A88-B0C7-F577DF1614C5}" destId="{41431771-24FD-4412-B66F-3609779D3E8C}" srcOrd="3" destOrd="0" presId="urn:microsoft.com/office/officeart/2018/5/layout/IconCircleLabelList"/>
    <dgm:cxn modelId="{E7635A36-C596-4B57-B048-1DDCF5F9AFB8}" type="presParOf" srcId="{4A2CB8A1-5B18-4AC0-93AF-F77513019641}" destId="{CC275862-91B4-4847-A672-ECABAFE6F937}" srcOrd="11" destOrd="0" presId="urn:microsoft.com/office/officeart/2018/5/layout/IconCircleLabelList"/>
    <dgm:cxn modelId="{342053F7-9AA9-4097-B209-7E5C0B01934E}" type="presParOf" srcId="{4A2CB8A1-5B18-4AC0-93AF-F77513019641}" destId="{BE2D267B-E8BB-4000-9592-70A15469385E}" srcOrd="12" destOrd="0" presId="urn:microsoft.com/office/officeart/2018/5/layout/IconCircleLabelList"/>
    <dgm:cxn modelId="{045998E4-6FE7-4E3C-BA05-CD56B49FC675}" type="presParOf" srcId="{BE2D267B-E8BB-4000-9592-70A15469385E}" destId="{E520E093-C036-4529-B213-551B0BE674A1}" srcOrd="0" destOrd="0" presId="urn:microsoft.com/office/officeart/2018/5/layout/IconCircleLabelList"/>
    <dgm:cxn modelId="{7E779FF3-B78F-4D37-A5BF-D119F8A00852}" type="presParOf" srcId="{BE2D267B-E8BB-4000-9592-70A15469385E}" destId="{DA816AC2-C9A2-4794-996D-0F39D700DDE1}" srcOrd="1" destOrd="0" presId="urn:microsoft.com/office/officeart/2018/5/layout/IconCircleLabelList"/>
    <dgm:cxn modelId="{67E5625C-7804-479C-89DA-C719313A7E3D}" type="presParOf" srcId="{BE2D267B-E8BB-4000-9592-70A15469385E}" destId="{03545F4F-FC94-4E6F-BF9C-4B0D935AB56E}" srcOrd="2" destOrd="0" presId="urn:microsoft.com/office/officeart/2018/5/layout/IconCircleLabelList"/>
    <dgm:cxn modelId="{BF064428-2454-4E94-B1CC-AFE767BF5E01}" type="presParOf" srcId="{BE2D267B-E8BB-4000-9592-70A15469385E}" destId="{3F0CA983-912F-46D0-8B8E-2DC1073CD354}" srcOrd="3" destOrd="0" presId="urn:microsoft.com/office/officeart/2018/5/layout/IconCircleLabelList"/>
    <dgm:cxn modelId="{0EFCE8D3-643F-481C-8F34-27C4EAE79B3F}" type="presParOf" srcId="{4A2CB8A1-5B18-4AC0-93AF-F77513019641}" destId="{329765C7-F50F-4A87-B299-BA4A80902441}" srcOrd="13" destOrd="0" presId="urn:microsoft.com/office/officeart/2018/5/layout/IconCircleLabelList"/>
    <dgm:cxn modelId="{EB014E00-95D3-407B-AA57-B5E2624AABB6}" type="presParOf" srcId="{4A2CB8A1-5B18-4AC0-93AF-F77513019641}" destId="{467E4A98-28E6-4235-B7CA-0FB2CA7DBE56}" srcOrd="14" destOrd="0" presId="urn:microsoft.com/office/officeart/2018/5/layout/IconCircleLabelList"/>
    <dgm:cxn modelId="{B88A5F77-3779-4C0B-B4FB-E8FE1C2C63DF}" type="presParOf" srcId="{467E4A98-28E6-4235-B7CA-0FB2CA7DBE56}" destId="{FD4159FC-2E58-4A1B-ABFA-B1D5A449192F}" srcOrd="0" destOrd="0" presId="urn:microsoft.com/office/officeart/2018/5/layout/IconCircleLabelList"/>
    <dgm:cxn modelId="{EDC1AFB5-C7E9-4F04-A3C8-0CE0EDDDBFB0}" type="presParOf" srcId="{467E4A98-28E6-4235-B7CA-0FB2CA7DBE56}" destId="{D35C33E0-0EC9-4DDC-BBAC-7F204A920586}" srcOrd="1" destOrd="0" presId="urn:microsoft.com/office/officeart/2018/5/layout/IconCircleLabelList"/>
    <dgm:cxn modelId="{70FB9692-5E41-4199-99F1-AF2887264C65}" type="presParOf" srcId="{467E4A98-28E6-4235-B7CA-0FB2CA7DBE56}" destId="{5AD46E9C-59BB-49D5-95F1-F515D41CFE14}" srcOrd="2" destOrd="0" presId="urn:microsoft.com/office/officeart/2018/5/layout/IconCircleLabelList"/>
    <dgm:cxn modelId="{C4A38202-3EB6-4760-87D6-6F88D6AFA17A}" type="presParOf" srcId="{467E4A98-28E6-4235-B7CA-0FB2CA7DBE56}" destId="{9CA7A1BE-FFB3-455F-87B9-8C8191DBDEB0}" srcOrd="3" destOrd="0" presId="urn:microsoft.com/office/officeart/2018/5/layout/IconCircleLabelList"/>
    <dgm:cxn modelId="{17D1EC62-6E98-481F-BCF0-BF86FC52F109}" type="presParOf" srcId="{4A2CB8A1-5B18-4AC0-93AF-F77513019641}" destId="{F49C44E8-8C1C-4462-AE1A-736AFB2082D0}" srcOrd="15" destOrd="0" presId="urn:microsoft.com/office/officeart/2018/5/layout/IconCircleLabelList"/>
    <dgm:cxn modelId="{0353205B-DCF3-4312-B0FF-2352C2EABCB6}" type="presParOf" srcId="{4A2CB8A1-5B18-4AC0-93AF-F77513019641}" destId="{4541CB08-689B-4BC6-9525-21F438307D36}" srcOrd="16" destOrd="0" presId="urn:microsoft.com/office/officeart/2018/5/layout/IconCircleLabelList"/>
    <dgm:cxn modelId="{04DF8632-C14D-45EE-9223-8EDF06FDCC41}" type="presParOf" srcId="{4541CB08-689B-4BC6-9525-21F438307D36}" destId="{37D94E30-5CCC-4768-8516-AD9F8394E082}" srcOrd="0" destOrd="0" presId="urn:microsoft.com/office/officeart/2018/5/layout/IconCircleLabelList"/>
    <dgm:cxn modelId="{80DBC473-0C43-4EED-9060-DCBC7579C7B0}" type="presParOf" srcId="{4541CB08-689B-4BC6-9525-21F438307D36}" destId="{A2E249D6-7F0F-43DF-854B-0DED79EE00C9}" srcOrd="1" destOrd="0" presId="urn:microsoft.com/office/officeart/2018/5/layout/IconCircleLabelList"/>
    <dgm:cxn modelId="{2E21029E-1C2E-4585-B830-C3D93278CEB6}" type="presParOf" srcId="{4541CB08-689B-4BC6-9525-21F438307D36}" destId="{771E23E9-24A7-4EB3-901C-A3D8A891331C}" srcOrd="2" destOrd="0" presId="urn:microsoft.com/office/officeart/2018/5/layout/IconCircleLabelList"/>
    <dgm:cxn modelId="{ABAD04BD-663F-4E92-9BAD-70AF715F6B58}" type="presParOf" srcId="{4541CB08-689B-4BC6-9525-21F438307D36}" destId="{C8143E28-3401-42BC-B4B9-DA868E1E252D}" srcOrd="3" destOrd="0" presId="urn:microsoft.com/office/officeart/2018/5/layout/IconCircleLabelList"/>
    <dgm:cxn modelId="{1D09C069-FF65-48B7-9CDB-D4591ED7F274}" type="presParOf" srcId="{4A2CB8A1-5B18-4AC0-93AF-F77513019641}" destId="{969603B0-C21C-4164-804D-28A16EE9A065}" srcOrd="17" destOrd="0" presId="urn:microsoft.com/office/officeart/2018/5/layout/IconCircleLabelList"/>
    <dgm:cxn modelId="{111E2161-EAB4-4627-AF38-A8D06CE16F4F}" type="presParOf" srcId="{4A2CB8A1-5B18-4AC0-93AF-F77513019641}" destId="{12853C35-039D-44EE-8453-6BF67B4A1297}" srcOrd="18" destOrd="0" presId="urn:microsoft.com/office/officeart/2018/5/layout/IconCircleLabelList"/>
    <dgm:cxn modelId="{4525B5CB-2175-46C2-9C39-C0E0FEF92060}" type="presParOf" srcId="{12853C35-039D-44EE-8453-6BF67B4A1297}" destId="{DA725F30-B103-4B49-9019-8ACC54FE079A}" srcOrd="0" destOrd="0" presId="urn:microsoft.com/office/officeart/2018/5/layout/IconCircleLabelList"/>
    <dgm:cxn modelId="{9C70D171-2F96-44FE-A7B7-B1831BDAA6C1}" type="presParOf" srcId="{12853C35-039D-44EE-8453-6BF67B4A1297}" destId="{AE15732E-3F6B-4EE5-A251-0DDA3BC7B294}" srcOrd="1" destOrd="0" presId="urn:microsoft.com/office/officeart/2018/5/layout/IconCircleLabelList"/>
    <dgm:cxn modelId="{BC1B4D3A-06EC-4772-8CF7-3E9F01B13EA8}" type="presParOf" srcId="{12853C35-039D-44EE-8453-6BF67B4A1297}" destId="{ECB20E0C-63AF-4E48-AD5D-7FC2FBD604DC}" srcOrd="2" destOrd="0" presId="urn:microsoft.com/office/officeart/2018/5/layout/IconCircleLabelList"/>
    <dgm:cxn modelId="{7B99F639-9599-4B6B-8529-5213658EF135}" type="presParOf" srcId="{12853C35-039D-44EE-8453-6BF67B4A1297}" destId="{A6998A72-4481-4B3E-AFA5-CB7E79284DA0}"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4A02EE-A935-4994-A720-35A2C1F5673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F7FB74E-9550-47FB-B5BA-330A5D329747}">
      <dgm:prSet/>
      <dgm:spPr/>
      <dgm:t>
        <a:bodyPr/>
        <a:lstStyle/>
        <a:p>
          <a:pPr>
            <a:lnSpc>
              <a:spcPct val="100000"/>
            </a:lnSpc>
          </a:pPr>
          <a:r>
            <a:rPr lang="en-US"/>
            <a:t>This project investigates the relationship between lifestyle factors, health metrics, and the diagnosis of Coronary Heart Disease (CHD).</a:t>
          </a:r>
        </a:p>
      </dgm:t>
    </dgm:pt>
    <dgm:pt modelId="{B07C3572-9494-48EB-A919-BD3671AB7377}" type="parTrans" cxnId="{16DAD8DD-7F32-4EB7-AF72-DC888B8BAC07}">
      <dgm:prSet/>
      <dgm:spPr/>
      <dgm:t>
        <a:bodyPr/>
        <a:lstStyle/>
        <a:p>
          <a:endParaRPr lang="en-US"/>
        </a:p>
      </dgm:t>
    </dgm:pt>
    <dgm:pt modelId="{780B351D-463F-4C73-BDE7-60AE7AFB0EF3}" type="sibTrans" cxnId="{16DAD8DD-7F32-4EB7-AF72-DC888B8BAC07}">
      <dgm:prSet/>
      <dgm:spPr/>
      <dgm:t>
        <a:bodyPr/>
        <a:lstStyle/>
        <a:p>
          <a:endParaRPr lang="en-US"/>
        </a:p>
      </dgm:t>
    </dgm:pt>
    <dgm:pt modelId="{84D7ECF4-924A-408A-8242-4B82B09F1053}">
      <dgm:prSet/>
      <dgm:spPr/>
      <dgm:t>
        <a:bodyPr/>
        <a:lstStyle/>
        <a:p>
          <a:pPr>
            <a:lnSpc>
              <a:spcPct val="100000"/>
            </a:lnSpc>
          </a:pPr>
          <a:r>
            <a:rPr lang="en-US" dirty="0"/>
            <a:t>To </a:t>
          </a:r>
          <a:r>
            <a:rPr lang="en-US" dirty="0" err="1"/>
            <a:t>analyse</a:t>
          </a:r>
          <a:r>
            <a:rPr lang="en-US" dirty="0"/>
            <a:t> key CHD predictors using statistical tests and developed two models Random Forest and Decision Tree to evaluate CHD Risk. </a:t>
          </a:r>
        </a:p>
      </dgm:t>
    </dgm:pt>
    <dgm:pt modelId="{938BF010-6093-454D-8862-93B72EBDBF8C}" type="parTrans" cxnId="{8F46DB26-3457-45DE-B58B-46C2DD142213}">
      <dgm:prSet/>
      <dgm:spPr/>
      <dgm:t>
        <a:bodyPr/>
        <a:lstStyle/>
        <a:p>
          <a:endParaRPr lang="en-US"/>
        </a:p>
      </dgm:t>
    </dgm:pt>
    <dgm:pt modelId="{712A2398-0F21-4476-873A-B861C71ABC78}" type="sibTrans" cxnId="{8F46DB26-3457-45DE-B58B-46C2DD142213}">
      <dgm:prSet/>
      <dgm:spPr/>
      <dgm:t>
        <a:bodyPr/>
        <a:lstStyle/>
        <a:p>
          <a:endParaRPr lang="en-US"/>
        </a:p>
      </dgm:t>
    </dgm:pt>
    <dgm:pt modelId="{225F193A-3ADB-43E1-A513-EF3C0E52D790}">
      <dgm:prSet/>
      <dgm:spPr/>
      <dgm:t>
        <a:bodyPr/>
        <a:lstStyle/>
        <a:p>
          <a:pPr>
            <a:lnSpc>
              <a:spcPct val="100000"/>
            </a:lnSpc>
          </a:pPr>
          <a:r>
            <a:rPr lang="en-US"/>
            <a:t>The dataset was obtained from the CDC's Behavioral Risk Factor Surveillance System (BRFSS) 2024 annual data, which is publicly available at this link: </a:t>
          </a:r>
          <a:r>
            <a:rPr lang="en-US">
              <a:hlinkClick xmlns:r="http://schemas.openxmlformats.org/officeDocument/2006/relationships" r:id="rId1"/>
            </a:rPr>
            <a:t>Behavioral Risk Factor Survelliance System</a:t>
          </a:r>
          <a:endParaRPr lang="en-US"/>
        </a:p>
      </dgm:t>
    </dgm:pt>
    <dgm:pt modelId="{6E7AA619-4619-4F97-AA3E-DF332A071E35}" type="parTrans" cxnId="{4B7035F9-F45E-45F3-8320-DA7A62D19665}">
      <dgm:prSet/>
      <dgm:spPr/>
      <dgm:t>
        <a:bodyPr/>
        <a:lstStyle/>
        <a:p>
          <a:endParaRPr lang="en-US"/>
        </a:p>
      </dgm:t>
    </dgm:pt>
    <dgm:pt modelId="{B8848D6B-4489-49E6-9BE3-251A00096E4C}" type="sibTrans" cxnId="{4B7035F9-F45E-45F3-8320-DA7A62D19665}">
      <dgm:prSet/>
      <dgm:spPr/>
      <dgm:t>
        <a:bodyPr/>
        <a:lstStyle/>
        <a:p>
          <a:endParaRPr lang="en-US"/>
        </a:p>
      </dgm:t>
    </dgm:pt>
    <dgm:pt modelId="{C125A56F-153B-4899-91DF-6AD6D1DFBDD2}">
      <dgm:prSet/>
      <dgm:spPr/>
      <dgm:t>
        <a:bodyPr/>
        <a:lstStyle/>
        <a:p>
          <a:pPr>
            <a:lnSpc>
              <a:spcPct val="100000"/>
            </a:lnSpc>
          </a:pPr>
          <a:r>
            <a:rPr lang="en-US"/>
            <a:t>The goal is to provide evidence-based insights that can support public health strategies to mitigate CHD risk factors.</a:t>
          </a:r>
        </a:p>
      </dgm:t>
    </dgm:pt>
    <dgm:pt modelId="{BB904818-AB2A-47A9-8E07-83EF0AD2B7D5}" type="parTrans" cxnId="{344DB9A5-5EFF-432E-89AE-9E9CB65E4EB6}">
      <dgm:prSet/>
      <dgm:spPr/>
      <dgm:t>
        <a:bodyPr/>
        <a:lstStyle/>
        <a:p>
          <a:endParaRPr lang="en-US"/>
        </a:p>
      </dgm:t>
    </dgm:pt>
    <dgm:pt modelId="{4F2692AD-BFCB-451A-B898-45A5AA8829DF}" type="sibTrans" cxnId="{344DB9A5-5EFF-432E-89AE-9E9CB65E4EB6}">
      <dgm:prSet/>
      <dgm:spPr/>
      <dgm:t>
        <a:bodyPr/>
        <a:lstStyle/>
        <a:p>
          <a:endParaRPr lang="en-US"/>
        </a:p>
      </dgm:t>
    </dgm:pt>
    <dgm:pt modelId="{6110A589-BBF8-4ED6-9613-E9870CC497FE}" type="pres">
      <dgm:prSet presAssocID="{524A02EE-A935-4994-A720-35A2C1F56739}" presName="root" presStyleCnt="0">
        <dgm:presLayoutVars>
          <dgm:dir/>
          <dgm:resizeHandles val="exact"/>
        </dgm:presLayoutVars>
      </dgm:prSet>
      <dgm:spPr/>
    </dgm:pt>
    <dgm:pt modelId="{6FFF226F-01EA-4D82-B740-DFD261E09374}" type="pres">
      <dgm:prSet presAssocID="{5F7FB74E-9550-47FB-B5BA-330A5D329747}" presName="compNode" presStyleCnt="0"/>
      <dgm:spPr/>
    </dgm:pt>
    <dgm:pt modelId="{F460304F-5ED0-4A03-AFC6-0BE3641B009D}" type="pres">
      <dgm:prSet presAssocID="{5F7FB74E-9550-47FB-B5BA-330A5D329747}" presName="bgRect" presStyleLbl="bgShp" presStyleIdx="0" presStyleCnt="4"/>
      <dgm:spPr/>
    </dgm:pt>
    <dgm:pt modelId="{8512962C-04DA-452B-B3D6-8D19D1DAA8CD}" type="pres">
      <dgm:prSet presAssocID="{5F7FB74E-9550-47FB-B5BA-330A5D329747}"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rt Organ"/>
        </a:ext>
      </dgm:extLst>
    </dgm:pt>
    <dgm:pt modelId="{5FD945F6-658A-4AE3-AA21-5593FD5D1F74}" type="pres">
      <dgm:prSet presAssocID="{5F7FB74E-9550-47FB-B5BA-330A5D329747}" presName="spaceRect" presStyleCnt="0"/>
      <dgm:spPr/>
    </dgm:pt>
    <dgm:pt modelId="{7FD31817-848A-41C6-85DE-5059FFD16394}" type="pres">
      <dgm:prSet presAssocID="{5F7FB74E-9550-47FB-B5BA-330A5D329747}" presName="parTx" presStyleLbl="revTx" presStyleIdx="0" presStyleCnt="4">
        <dgm:presLayoutVars>
          <dgm:chMax val="0"/>
          <dgm:chPref val="0"/>
        </dgm:presLayoutVars>
      </dgm:prSet>
      <dgm:spPr/>
    </dgm:pt>
    <dgm:pt modelId="{CB4DA6B1-4459-4836-9D5D-52379C845A11}" type="pres">
      <dgm:prSet presAssocID="{780B351D-463F-4C73-BDE7-60AE7AFB0EF3}" presName="sibTrans" presStyleCnt="0"/>
      <dgm:spPr/>
    </dgm:pt>
    <dgm:pt modelId="{52BD37CB-16E2-48BC-B3B4-1C6CC2A5E320}" type="pres">
      <dgm:prSet presAssocID="{84D7ECF4-924A-408A-8242-4B82B09F1053}" presName="compNode" presStyleCnt="0"/>
      <dgm:spPr/>
    </dgm:pt>
    <dgm:pt modelId="{3ADCAA36-0D0D-4F38-9530-42A3A2FAC09F}" type="pres">
      <dgm:prSet presAssocID="{84D7ECF4-924A-408A-8242-4B82B09F1053}" presName="bgRect" presStyleLbl="bgShp" presStyleIdx="1" presStyleCnt="4"/>
      <dgm:spPr/>
    </dgm:pt>
    <dgm:pt modelId="{062F87E8-F3C5-4D40-83D8-BCB2219AF24D}" type="pres">
      <dgm:prSet presAssocID="{84D7ECF4-924A-408A-8242-4B82B09F1053}"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atistics"/>
        </a:ext>
      </dgm:extLst>
    </dgm:pt>
    <dgm:pt modelId="{19F98EC7-619A-4776-B4EB-6AE01BF0F3A8}" type="pres">
      <dgm:prSet presAssocID="{84D7ECF4-924A-408A-8242-4B82B09F1053}" presName="spaceRect" presStyleCnt="0"/>
      <dgm:spPr/>
    </dgm:pt>
    <dgm:pt modelId="{5F869C13-6386-498F-A261-A29723BE15CB}" type="pres">
      <dgm:prSet presAssocID="{84D7ECF4-924A-408A-8242-4B82B09F1053}" presName="parTx" presStyleLbl="revTx" presStyleIdx="1" presStyleCnt="4">
        <dgm:presLayoutVars>
          <dgm:chMax val="0"/>
          <dgm:chPref val="0"/>
        </dgm:presLayoutVars>
      </dgm:prSet>
      <dgm:spPr/>
    </dgm:pt>
    <dgm:pt modelId="{8B8E7B68-10F3-4AFD-A438-744EFF9CC0CA}" type="pres">
      <dgm:prSet presAssocID="{712A2398-0F21-4476-873A-B861C71ABC78}" presName="sibTrans" presStyleCnt="0"/>
      <dgm:spPr/>
    </dgm:pt>
    <dgm:pt modelId="{EE8F35B4-2034-4812-A2AA-982E54CB4BC2}" type="pres">
      <dgm:prSet presAssocID="{225F193A-3ADB-43E1-A513-EF3C0E52D790}" presName="compNode" presStyleCnt="0"/>
      <dgm:spPr/>
    </dgm:pt>
    <dgm:pt modelId="{2A641AD0-CCB8-433E-B9D0-5EA08BE521DC}" type="pres">
      <dgm:prSet presAssocID="{225F193A-3ADB-43E1-A513-EF3C0E52D790}" presName="bgRect" presStyleLbl="bgShp" presStyleIdx="2" presStyleCnt="4"/>
      <dgm:spPr/>
    </dgm:pt>
    <dgm:pt modelId="{7D20B611-D930-4ADB-8B09-473FAC0ABAAF}" type="pres">
      <dgm:prSet presAssocID="{225F193A-3ADB-43E1-A513-EF3C0E52D790}"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Database"/>
        </a:ext>
      </dgm:extLst>
    </dgm:pt>
    <dgm:pt modelId="{8EC05E35-6CBB-4371-B533-69269E737A0E}" type="pres">
      <dgm:prSet presAssocID="{225F193A-3ADB-43E1-A513-EF3C0E52D790}" presName="spaceRect" presStyleCnt="0"/>
      <dgm:spPr/>
    </dgm:pt>
    <dgm:pt modelId="{9A7D33F4-DFF3-48FB-BF89-A6EF862AA172}" type="pres">
      <dgm:prSet presAssocID="{225F193A-3ADB-43E1-A513-EF3C0E52D790}" presName="parTx" presStyleLbl="revTx" presStyleIdx="2" presStyleCnt="4">
        <dgm:presLayoutVars>
          <dgm:chMax val="0"/>
          <dgm:chPref val="0"/>
        </dgm:presLayoutVars>
      </dgm:prSet>
      <dgm:spPr/>
    </dgm:pt>
    <dgm:pt modelId="{C45EF142-CAFC-45E3-8903-C3C0BABCC799}" type="pres">
      <dgm:prSet presAssocID="{B8848D6B-4489-49E6-9BE3-251A00096E4C}" presName="sibTrans" presStyleCnt="0"/>
      <dgm:spPr/>
    </dgm:pt>
    <dgm:pt modelId="{93F0921D-2777-4557-B2F0-31B364ADC82B}" type="pres">
      <dgm:prSet presAssocID="{C125A56F-153B-4899-91DF-6AD6D1DFBDD2}" presName="compNode" presStyleCnt="0"/>
      <dgm:spPr/>
    </dgm:pt>
    <dgm:pt modelId="{C7FC2A9F-4BA8-421C-B72A-1A961C7362F7}" type="pres">
      <dgm:prSet presAssocID="{C125A56F-153B-4899-91DF-6AD6D1DFBDD2}" presName="bgRect" presStyleLbl="bgShp" presStyleIdx="3" presStyleCnt="4"/>
      <dgm:spPr/>
    </dgm:pt>
    <dgm:pt modelId="{64B3C6EC-C417-4DE0-8F54-7F8B750E1223}" type="pres">
      <dgm:prSet presAssocID="{C125A56F-153B-4899-91DF-6AD6D1DFBDD2}"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ullseye"/>
        </a:ext>
      </dgm:extLst>
    </dgm:pt>
    <dgm:pt modelId="{B339DF4E-B772-4E77-8294-3EAB0375CF0A}" type="pres">
      <dgm:prSet presAssocID="{C125A56F-153B-4899-91DF-6AD6D1DFBDD2}" presName="spaceRect" presStyleCnt="0"/>
      <dgm:spPr/>
    </dgm:pt>
    <dgm:pt modelId="{4F599309-80EE-4BD1-B0FC-5F31B1F37A73}" type="pres">
      <dgm:prSet presAssocID="{C125A56F-153B-4899-91DF-6AD6D1DFBDD2}" presName="parTx" presStyleLbl="revTx" presStyleIdx="3" presStyleCnt="4">
        <dgm:presLayoutVars>
          <dgm:chMax val="0"/>
          <dgm:chPref val="0"/>
        </dgm:presLayoutVars>
      </dgm:prSet>
      <dgm:spPr/>
    </dgm:pt>
  </dgm:ptLst>
  <dgm:cxnLst>
    <dgm:cxn modelId="{2BC9DD0B-A06C-4F89-B2A6-E0000B5802F1}" type="presOf" srcId="{225F193A-3ADB-43E1-A513-EF3C0E52D790}" destId="{9A7D33F4-DFF3-48FB-BF89-A6EF862AA172}" srcOrd="0" destOrd="0" presId="urn:microsoft.com/office/officeart/2018/2/layout/IconVerticalSolidList"/>
    <dgm:cxn modelId="{8F46DB26-3457-45DE-B58B-46C2DD142213}" srcId="{524A02EE-A935-4994-A720-35A2C1F56739}" destId="{84D7ECF4-924A-408A-8242-4B82B09F1053}" srcOrd="1" destOrd="0" parTransId="{938BF010-6093-454D-8862-93B72EBDBF8C}" sibTransId="{712A2398-0F21-4476-873A-B861C71ABC78}"/>
    <dgm:cxn modelId="{7EC1B33B-C563-4143-8663-BF4B3E8D96ED}" type="presOf" srcId="{C125A56F-153B-4899-91DF-6AD6D1DFBDD2}" destId="{4F599309-80EE-4BD1-B0FC-5F31B1F37A73}" srcOrd="0" destOrd="0" presId="urn:microsoft.com/office/officeart/2018/2/layout/IconVerticalSolidList"/>
    <dgm:cxn modelId="{EEDAB261-0692-4121-A286-CFBBE1DFC97F}" type="presOf" srcId="{524A02EE-A935-4994-A720-35A2C1F56739}" destId="{6110A589-BBF8-4ED6-9613-E9870CC497FE}" srcOrd="0" destOrd="0" presId="urn:microsoft.com/office/officeart/2018/2/layout/IconVerticalSolidList"/>
    <dgm:cxn modelId="{344DB9A5-5EFF-432E-89AE-9E9CB65E4EB6}" srcId="{524A02EE-A935-4994-A720-35A2C1F56739}" destId="{C125A56F-153B-4899-91DF-6AD6D1DFBDD2}" srcOrd="3" destOrd="0" parTransId="{BB904818-AB2A-47A9-8E07-83EF0AD2B7D5}" sibTransId="{4F2692AD-BFCB-451A-B898-45A5AA8829DF}"/>
    <dgm:cxn modelId="{FC2709AB-AF02-498F-933D-0C844C7EACDD}" type="presOf" srcId="{5F7FB74E-9550-47FB-B5BA-330A5D329747}" destId="{7FD31817-848A-41C6-85DE-5059FFD16394}" srcOrd="0" destOrd="0" presId="urn:microsoft.com/office/officeart/2018/2/layout/IconVerticalSolidList"/>
    <dgm:cxn modelId="{59ED74CE-2696-4D98-8E2E-D34EEA0361CE}" type="presOf" srcId="{84D7ECF4-924A-408A-8242-4B82B09F1053}" destId="{5F869C13-6386-498F-A261-A29723BE15CB}" srcOrd="0" destOrd="0" presId="urn:microsoft.com/office/officeart/2018/2/layout/IconVerticalSolidList"/>
    <dgm:cxn modelId="{16DAD8DD-7F32-4EB7-AF72-DC888B8BAC07}" srcId="{524A02EE-A935-4994-A720-35A2C1F56739}" destId="{5F7FB74E-9550-47FB-B5BA-330A5D329747}" srcOrd="0" destOrd="0" parTransId="{B07C3572-9494-48EB-A919-BD3671AB7377}" sibTransId="{780B351D-463F-4C73-BDE7-60AE7AFB0EF3}"/>
    <dgm:cxn modelId="{4B7035F9-F45E-45F3-8320-DA7A62D19665}" srcId="{524A02EE-A935-4994-A720-35A2C1F56739}" destId="{225F193A-3ADB-43E1-A513-EF3C0E52D790}" srcOrd="2" destOrd="0" parTransId="{6E7AA619-4619-4F97-AA3E-DF332A071E35}" sibTransId="{B8848D6B-4489-49E6-9BE3-251A00096E4C}"/>
    <dgm:cxn modelId="{86840D7E-AA73-41D4-A71D-0A54760F5ACF}" type="presParOf" srcId="{6110A589-BBF8-4ED6-9613-E9870CC497FE}" destId="{6FFF226F-01EA-4D82-B740-DFD261E09374}" srcOrd="0" destOrd="0" presId="urn:microsoft.com/office/officeart/2018/2/layout/IconVerticalSolidList"/>
    <dgm:cxn modelId="{EEAA28E1-38D0-4D7B-81AF-AD08F8CD9636}" type="presParOf" srcId="{6FFF226F-01EA-4D82-B740-DFD261E09374}" destId="{F460304F-5ED0-4A03-AFC6-0BE3641B009D}" srcOrd="0" destOrd="0" presId="urn:microsoft.com/office/officeart/2018/2/layout/IconVerticalSolidList"/>
    <dgm:cxn modelId="{82A97D19-4D30-4F2E-8645-69C0AF92749C}" type="presParOf" srcId="{6FFF226F-01EA-4D82-B740-DFD261E09374}" destId="{8512962C-04DA-452B-B3D6-8D19D1DAA8CD}" srcOrd="1" destOrd="0" presId="urn:microsoft.com/office/officeart/2018/2/layout/IconVerticalSolidList"/>
    <dgm:cxn modelId="{F7BA0172-0E5D-40DB-A04C-F4A0FD079ED4}" type="presParOf" srcId="{6FFF226F-01EA-4D82-B740-DFD261E09374}" destId="{5FD945F6-658A-4AE3-AA21-5593FD5D1F74}" srcOrd="2" destOrd="0" presId="urn:microsoft.com/office/officeart/2018/2/layout/IconVerticalSolidList"/>
    <dgm:cxn modelId="{4D680748-A2A8-4F6E-B81B-FC7B3C9665D8}" type="presParOf" srcId="{6FFF226F-01EA-4D82-B740-DFD261E09374}" destId="{7FD31817-848A-41C6-85DE-5059FFD16394}" srcOrd="3" destOrd="0" presId="urn:microsoft.com/office/officeart/2018/2/layout/IconVerticalSolidList"/>
    <dgm:cxn modelId="{7253A94C-496F-4714-9BF9-424BA03BC34C}" type="presParOf" srcId="{6110A589-BBF8-4ED6-9613-E9870CC497FE}" destId="{CB4DA6B1-4459-4836-9D5D-52379C845A11}" srcOrd="1" destOrd="0" presId="urn:microsoft.com/office/officeart/2018/2/layout/IconVerticalSolidList"/>
    <dgm:cxn modelId="{2AC80D66-318C-4D2A-B687-BD307E6D7FBF}" type="presParOf" srcId="{6110A589-BBF8-4ED6-9613-E9870CC497FE}" destId="{52BD37CB-16E2-48BC-B3B4-1C6CC2A5E320}" srcOrd="2" destOrd="0" presId="urn:microsoft.com/office/officeart/2018/2/layout/IconVerticalSolidList"/>
    <dgm:cxn modelId="{78CB479A-83EE-4E19-98B4-E17DDFADBF82}" type="presParOf" srcId="{52BD37CB-16E2-48BC-B3B4-1C6CC2A5E320}" destId="{3ADCAA36-0D0D-4F38-9530-42A3A2FAC09F}" srcOrd="0" destOrd="0" presId="urn:microsoft.com/office/officeart/2018/2/layout/IconVerticalSolidList"/>
    <dgm:cxn modelId="{FDD32379-9A0F-4027-A314-343CA30A7566}" type="presParOf" srcId="{52BD37CB-16E2-48BC-B3B4-1C6CC2A5E320}" destId="{062F87E8-F3C5-4D40-83D8-BCB2219AF24D}" srcOrd="1" destOrd="0" presId="urn:microsoft.com/office/officeart/2018/2/layout/IconVerticalSolidList"/>
    <dgm:cxn modelId="{A3044AEA-BCFA-4C84-89BF-DD9113EE6832}" type="presParOf" srcId="{52BD37CB-16E2-48BC-B3B4-1C6CC2A5E320}" destId="{19F98EC7-619A-4776-B4EB-6AE01BF0F3A8}" srcOrd="2" destOrd="0" presId="urn:microsoft.com/office/officeart/2018/2/layout/IconVerticalSolidList"/>
    <dgm:cxn modelId="{768624DA-A009-4B12-B0D9-1812573ABF76}" type="presParOf" srcId="{52BD37CB-16E2-48BC-B3B4-1C6CC2A5E320}" destId="{5F869C13-6386-498F-A261-A29723BE15CB}" srcOrd="3" destOrd="0" presId="urn:microsoft.com/office/officeart/2018/2/layout/IconVerticalSolidList"/>
    <dgm:cxn modelId="{05260F01-1151-4947-8758-316DD4B370BF}" type="presParOf" srcId="{6110A589-BBF8-4ED6-9613-E9870CC497FE}" destId="{8B8E7B68-10F3-4AFD-A438-744EFF9CC0CA}" srcOrd="3" destOrd="0" presId="urn:microsoft.com/office/officeart/2018/2/layout/IconVerticalSolidList"/>
    <dgm:cxn modelId="{127E7AE7-AB15-4EAF-997D-81DD46E66E24}" type="presParOf" srcId="{6110A589-BBF8-4ED6-9613-E9870CC497FE}" destId="{EE8F35B4-2034-4812-A2AA-982E54CB4BC2}" srcOrd="4" destOrd="0" presId="urn:microsoft.com/office/officeart/2018/2/layout/IconVerticalSolidList"/>
    <dgm:cxn modelId="{552F34A6-C795-4597-A99C-6AD5F4F1D677}" type="presParOf" srcId="{EE8F35B4-2034-4812-A2AA-982E54CB4BC2}" destId="{2A641AD0-CCB8-433E-B9D0-5EA08BE521DC}" srcOrd="0" destOrd="0" presId="urn:microsoft.com/office/officeart/2018/2/layout/IconVerticalSolidList"/>
    <dgm:cxn modelId="{D137F9CB-2EFC-4758-9C3D-BC94D44A9AA6}" type="presParOf" srcId="{EE8F35B4-2034-4812-A2AA-982E54CB4BC2}" destId="{7D20B611-D930-4ADB-8B09-473FAC0ABAAF}" srcOrd="1" destOrd="0" presId="urn:microsoft.com/office/officeart/2018/2/layout/IconVerticalSolidList"/>
    <dgm:cxn modelId="{81FB72C4-98E3-40ED-83AA-F5B0A310DA34}" type="presParOf" srcId="{EE8F35B4-2034-4812-A2AA-982E54CB4BC2}" destId="{8EC05E35-6CBB-4371-B533-69269E737A0E}" srcOrd="2" destOrd="0" presId="urn:microsoft.com/office/officeart/2018/2/layout/IconVerticalSolidList"/>
    <dgm:cxn modelId="{B187BC8A-83D0-49D4-B891-8FDDE097569B}" type="presParOf" srcId="{EE8F35B4-2034-4812-A2AA-982E54CB4BC2}" destId="{9A7D33F4-DFF3-48FB-BF89-A6EF862AA172}" srcOrd="3" destOrd="0" presId="urn:microsoft.com/office/officeart/2018/2/layout/IconVerticalSolidList"/>
    <dgm:cxn modelId="{4EAB2ADA-E021-4718-9E28-7743C1044D4A}" type="presParOf" srcId="{6110A589-BBF8-4ED6-9613-E9870CC497FE}" destId="{C45EF142-CAFC-45E3-8903-C3C0BABCC799}" srcOrd="5" destOrd="0" presId="urn:microsoft.com/office/officeart/2018/2/layout/IconVerticalSolidList"/>
    <dgm:cxn modelId="{01794524-CD65-411F-B697-DA02CB826EB7}" type="presParOf" srcId="{6110A589-BBF8-4ED6-9613-E9870CC497FE}" destId="{93F0921D-2777-4557-B2F0-31B364ADC82B}" srcOrd="6" destOrd="0" presId="urn:microsoft.com/office/officeart/2018/2/layout/IconVerticalSolidList"/>
    <dgm:cxn modelId="{8D8F8244-228D-49EB-A5A0-9D48074A17C2}" type="presParOf" srcId="{93F0921D-2777-4557-B2F0-31B364ADC82B}" destId="{C7FC2A9F-4BA8-421C-B72A-1A961C7362F7}" srcOrd="0" destOrd="0" presId="urn:microsoft.com/office/officeart/2018/2/layout/IconVerticalSolidList"/>
    <dgm:cxn modelId="{223BCB11-D195-4913-B79C-D772CDD29F7A}" type="presParOf" srcId="{93F0921D-2777-4557-B2F0-31B364ADC82B}" destId="{64B3C6EC-C417-4DE0-8F54-7F8B750E1223}" srcOrd="1" destOrd="0" presId="urn:microsoft.com/office/officeart/2018/2/layout/IconVerticalSolidList"/>
    <dgm:cxn modelId="{1E9A6B6A-1852-45BC-9960-74D12547490B}" type="presParOf" srcId="{93F0921D-2777-4557-B2F0-31B364ADC82B}" destId="{B339DF4E-B772-4E77-8294-3EAB0375CF0A}" srcOrd="2" destOrd="0" presId="urn:microsoft.com/office/officeart/2018/2/layout/IconVerticalSolidList"/>
    <dgm:cxn modelId="{7837E04F-4BBD-4E73-8D5A-5127A753ED4D}" type="presParOf" srcId="{93F0921D-2777-4557-B2F0-31B364ADC82B}" destId="{4F599309-80EE-4BD1-B0FC-5F31B1F37A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4AFDD9-7D71-4F0B-B7C4-82703CA10BE1}" type="doc">
      <dgm:prSet loTypeId="urn:microsoft.com/office/officeart/2016/7/layout/BasicTimeline" loCatId="timeline" qsTypeId="urn:microsoft.com/office/officeart/2005/8/quickstyle/simple1" qsCatId="simple" csTypeId="urn:microsoft.com/office/officeart/2005/8/colors/accent3_2" csCatId="accent3" phldr="1"/>
      <dgm:spPr/>
      <dgm:t>
        <a:bodyPr/>
        <a:lstStyle/>
        <a:p>
          <a:endParaRPr lang="en-US"/>
        </a:p>
      </dgm:t>
    </dgm:pt>
    <dgm:pt modelId="{064A155E-A328-4939-AE4E-E119D7EDBABF}">
      <dgm:prSet/>
      <dgm:spPr/>
      <dgm:t>
        <a:bodyPr/>
        <a:lstStyle/>
        <a:p>
          <a:r>
            <a:rPr lang="en-US" b="1" dirty="0">
              <a:latin typeface="Avenir Next LT Pro"/>
            </a:rPr>
            <a:t>RAW DATA IMPORT FROM US CDC WEBSITE</a:t>
          </a:r>
          <a:endParaRPr lang="en-IN" dirty="0"/>
        </a:p>
      </dgm:t>
    </dgm:pt>
    <dgm:pt modelId="{5DB20CEF-16D1-4221-AAC8-79DA6A0A181A}" type="parTrans" cxnId="{61B8EDC2-BD77-4098-B1DA-39AF24281F54}">
      <dgm:prSet/>
      <dgm:spPr/>
      <dgm:t>
        <a:bodyPr/>
        <a:lstStyle/>
        <a:p>
          <a:endParaRPr lang="en-IN"/>
        </a:p>
      </dgm:t>
    </dgm:pt>
    <dgm:pt modelId="{4C602E2B-CCD4-466D-B9CB-A0AC99E07A02}" type="sibTrans" cxnId="{61B8EDC2-BD77-4098-B1DA-39AF24281F54}">
      <dgm:prSet/>
      <dgm:spPr/>
      <dgm:t>
        <a:bodyPr/>
        <a:lstStyle/>
        <a:p>
          <a:endParaRPr lang="en-IN"/>
        </a:p>
      </dgm:t>
    </dgm:pt>
    <dgm:pt modelId="{85721749-4CBD-4624-95D6-94A624541F98}">
      <dgm:prSet/>
      <dgm:spPr/>
      <dgm:t>
        <a:bodyPr/>
        <a:lstStyle/>
        <a:p>
          <a:r>
            <a:rPr lang="en-US" b="1">
              <a:latin typeface="Avenir Next LT Pro"/>
            </a:rPr>
            <a:t>TRANSFORM DATA INTO READABLE CSV FORMAT</a:t>
          </a:r>
          <a:endParaRPr lang="en-IN"/>
        </a:p>
      </dgm:t>
    </dgm:pt>
    <dgm:pt modelId="{32918457-0A2D-4CD4-83DC-9A2745AF9C45}" type="parTrans" cxnId="{3852C798-E9A3-4AAA-B83D-0561E17A6A51}">
      <dgm:prSet/>
      <dgm:spPr/>
      <dgm:t>
        <a:bodyPr/>
        <a:lstStyle/>
        <a:p>
          <a:endParaRPr lang="en-IN"/>
        </a:p>
      </dgm:t>
    </dgm:pt>
    <dgm:pt modelId="{C1B0B1C1-26F4-44F6-A1F6-D82883B254FA}" type="sibTrans" cxnId="{3852C798-E9A3-4AAA-B83D-0561E17A6A51}">
      <dgm:prSet/>
      <dgm:spPr/>
      <dgm:t>
        <a:bodyPr/>
        <a:lstStyle/>
        <a:p>
          <a:endParaRPr lang="en-IN"/>
        </a:p>
      </dgm:t>
    </dgm:pt>
    <dgm:pt modelId="{C8296DCB-C604-4A0F-A1F7-FF9A402ECC3E}">
      <dgm:prSet/>
      <dgm:spPr/>
      <dgm:t>
        <a:bodyPr/>
        <a:lstStyle/>
        <a:p>
          <a:r>
            <a:rPr lang="en-US" b="1">
              <a:latin typeface="Avenir Next LT Pro"/>
            </a:rPr>
            <a:t>CLEAN &amp; FILTER DATA FOR EDA</a:t>
          </a:r>
          <a:endParaRPr lang="en-IN"/>
        </a:p>
      </dgm:t>
    </dgm:pt>
    <dgm:pt modelId="{D6976185-DEDA-429F-B29B-44E8A0D0C625}" type="parTrans" cxnId="{E55EEF48-D87F-4999-A972-C5E070A15264}">
      <dgm:prSet/>
      <dgm:spPr/>
      <dgm:t>
        <a:bodyPr/>
        <a:lstStyle/>
        <a:p>
          <a:endParaRPr lang="en-IN"/>
        </a:p>
      </dgm:t>
    </dgm:pt>
    <dgm:pt modelId="{2B3F91CA-565A-4F11-B071-EB125E6331D7}" type="sibTrans" cxnId="{E55EEF48-D87F-4999-A972-C5E070A15264}">
      <dgm:prSet/>
      <dgm:spPr/>
      <dgm:t>
        <a:bodyPr/>
        <a:lstStyle/>
        <a:p>
          <a:endParaRPr lang="en-IN"/>
        </a:p>
      </dgm:t>
    </dgm:pt>
    <dgm:pt modelId="{351B0E52-1E8C-4DE3-A938-53077B3EE870}">
      <dgm:prSet/>
      <dgm:spPr/>
      <dgm:t>
        <a:bodyPr/>
        <a:lstStyle/>
        <a:p>
          <a:r>
            <a:rPr lang="en-US" b="1">
              <a:latin typeface="Avenir Next LT Pro"/>
            </a:rPr>
            <a:t>CHECK DATA INTEGRITY &amp; NORMALITY DISTRIBUTION</a:t>
          </a:r>
          <a:endParaRPr lang="en-IN"/>
        </a:p>
      </dgm:t>
    </dgm:pt>
    <dgm:pt modelId="{20ED4B0A-D499-47DD-93DA-F645CB58A858}" type="parTrans" cxnId="{D7A517ED-4162-418F-91F8-DD2E790187FA}">
      <dgm:prSet/>
      <dgm:spPr/>
      <dgm:t>
        <a:bodyPr/>
        <a:lstStyle/>
        <a:p>
          <a:endParaRPr lang="en-IN"/>
        </a:p>
      </dgm:t>
    </dgm:pt>
    <dgm:pt modelId="{111271FA-E096-4F64-8DC0-B27D947F7DA2}" type="sibTrans" cxnId="{D7A517ED-4162-418F-91F8-DD2E790187FA}">
      <dgm:prSet/>
      <dgm:spPr/>
      <dgm:t>
        <a:bodyPr/>
        <a:lstStyle/>
        <a:p>
          <a:endParaRPr lang="en-IN"/>
        </a:p>
      </dgm:t>
    </dgm:pt>
    <dgm:pt modelId="{8F99FF8E-CA28-4C81-9D3A-846E8BB235A0}">
      <dgm:prSet/>
      <dgm:spPr/>
      <dgm:t>
        <a:bodyPr/>
        <a:lstStyle/>
        <a:p>
          <a:r>
            <a:rPr lang="en-US" b="1">
              <a:latin typeface="Avenir Next LT Pro"/>
            </a:rPr>
            <a:t>GRAPHICAL ANALYSIS (HISTROGRAMS, QQPLOT, GGPLOT, Etc)</a:t>
          </a:r>
          <a:endParaRPr lang="en-IN"/>
        </a:p>
      </dgm:t>
    </dgm:pt>
    <dgm:pt modelId="{B205980B-E2B4-4D9A-B104-E6D324EEC7C6}" type="parTrans" cxnId="{368F8658-AA2B-4151-9924-128F3850EDCA}">
      <dgm:prSet/>
      <dgm:spPr/>
      <dgm:t>
        <a:bodyPr/>
        <a:lstStyle/>
        <a:p>
          <a:endParaRPr lang="en-IN"/>
        </a:p>
      </dgm:t>
    </dgm:pt>
    <dgm:pt modelId="{D0D89D0A-5890-49BC-B737-F879C57AE7B1}" type="sibTrans" cxnId="{368F8658-AA2B-4151-9924-128F3850EDCA}">
      <dgm:prSet/>
      <dgm:spPr/>
      <dgm:t>
        <a:bodyPr/>
        <a:lstStyle/>
        <a:p>
          <a:endParaRPr lang="en-IN"/>
        </a:p>
      </dgm:t>
    </dgm:pt>
    <dgm:pt modelId="{729ED178-EF77-449D-A2D7-8C3C62C1D2FC}">
      <dgm:prSet/>
      <dgm:spPr/>
      <dgm:t>
        <a:bodyPr/>
        <a:lstStyle/>
        <a:p>
          <a:r>
            <a:rPr lang="en-US" b="1">
              <a:latin typeface="Avenir Next LT Pro"/>
            </a:rPr>
            <a:t>HYPOTHENISIS TESTING (T-TEST, Z-TEST, CHI-TEST, ANOVA)</a:t>
          </a:r>
          <a:endParaRPr lang="en-IN"/>
        </a:p>
      </dgm:t>
    </dgm:pt>
    <dgm:pt modelId="{A65F768B-A47B-4714-84B6-B6038B9741B6}" type="parTrans" cxnId="{B9862D48-B47B-48FE-9728-6537470410C8}">
      <dgm:prSet/>
      <dgm:spPr/>
      <dgm:t>
        <a:bodyPr/>
        <a:lstStyle/>
        <a:p>
          <a:endParaRPr lang="en-IN"/>
        </a:p>
      </dgm:t>
    </dgm:pt>
    <dgm:pt modelId="{394640C9-F1B8-4672-9046-ADEAF7C161AA}" type="sibTrans" cxnId="{B9862D48-B47B-48FE-9728-6537470410C8}">
      <dgm:prSet/>
      <dgm:spPr/>
      <dgm:t>
        <a:bodyPr/>
        <a:lstStyle/>
        <a:p>
          <a:endParaRPr lang="en-IN"/>
        </a:p>
      </dgm:t>
    </dgm:pt>
    <dgm:pt modelId="{139C8155-978E-4831-931C-E77E2939CD13}">
      <dgm:prSet/>
      <dgm:spPr/>
      <dgm:t>
        <a:bodyPr/>
        <a:lstStyle/>
        <a:p>
          <a:r>
            <a:rPr lang="en-US" b="1">
              <a:latin typeface="Avenir Next LT Pro"/>
            </a:rPr>
            <a:t>SUMMARIZE RESULTS AND CONCLUDE MEDICAL FACTORS PREDICTION </a:t>
          </a:r>
          <a:endParaRPr lang="en-IN"/>
        </a:p>
      </dgm:t>
    </dgm:pt>
    <dgm:pt modelId="{3E9C468B-1BC3-4A16-83E3-9D9AD72E0EA5}" type="parTrans" cxnId="{0D90C582-6535-4061-94E5-3CB7C680A95E}">
      <dgm:prSet/>
      <dgm:spPr/>
      <dgm:t>
        <a:bodyPr/>
        <a:lstStyle/>
        <a:p>
          <a:endParaRPr lang="en-IN"/>
        </a:p>
      </dgm:t>
    </dgm:pt>
    <dgm:pt modelId="{CC892E7E-4376-492E-91FA-284B44C4A29C}" type="sibTrans" cxnId="{0D90C582-6535-4061-94E5-3CB7C680A95E}">
      <dgm:prSet/>
      <dgm:spPr/>
      <dgm:t>
        <a:bodyPr/>
        <a:lstStyle/>
        <a:p>
          <a:endParaRPr lang="en-IN"/>
        </a:p>
      </dgm:t>
    </dgm:pt>
    <dgm:pt modelId="{0CD63117-D6AD-4EF2-A7CF-D18CA0E82751}">
      <dgm:prSet/>
      <dgm:spPr/>
      <dgm:t>
        <a:bodyPr/>
        <a:lstStyle/>
        <a:p>
          <a:r>
            <a:rPr lang="en-US" b="1"/>
            <a:t>FORMULATE NEW SMART QUESTION</a:t>
          </a:r>
          <a:endParaRPr lang="en-IN"/>
        </a:p>
      </dgm:t>
    </dgm:pt>
    <dgm:pt modelId="{60F7E8D6-21C5-43B2-9584-276334DD614A}" type="parTrans" cxnId="{80665E4B-3904-4110-8611-25571A0A6D1E}">
      <dgm:prSet/>
      <dgm:spPr/>
      <dgm:t>
        <a:bodyPr/>
        <a:lstStyle/>
        <a:p>
          <a:endParaRPr lang="en-IN"/>
        </a:p>
      </dgm:t>
    </dgm:pt>
    <dgm:pt modelId="{1937BADF-FC13-423F-8CA8-A609E394611F}" type="sibTrans" cxnId="{80665E4B-3904-4110-8611-25571A0A6D1E}">
      <dgm:prSet/>
      <dgm:spPr/>
      <dgm:t>
        <a:bodyPr/>
        <a:lstStyle/>
        <a:p>
          <a:endParaRPr lang="en-IN"/>
        </a:p>
      </dgm:t>
    </dgm:pt>
    <dgm:pt modelId="{8BE08995-9938-4DB5-A538-E83F0DEA7E7D}">
      <dgm:prSet/>
      <dgm:spPr/>
      <dgm:t>
        <a:bodyPr/>
        <a:lstStyle/>
        <a:p>
          <a:r>
            <a:rPr lang="en-US" b="1"/>
            <a:t>ADVANCED EXPLORATORY DATA ANALYSIS</a:t>
          </a:r>
          <a:endParaRPr lang="en-IN"/>
        </a:p>
      </dgm:t>
    </dgm:pt>
    <dgm:pt modelId="{27529A7D-7634-4B7B-82BC-7E5296502212}" type="parTrans" cxnId="{BD01F7EA-FD48-43F7-BFE7-4569897B24CA}">
      <dgm:prSet/>
      <dgm:spPr/>
      <dgm:t>
        <a:bodyPr/>
        <a:lstStyle/>
        <a:p>
          <a:endParaRPr lang="en-IN"/>
        </a:p>
      </dgm:t>
    </dgm:pt>
    <dgm:pt modelId="{D0567CE7-4F8B-4C2F-9DE5-1839F0DD7A0A}" type="sibTrans" cxnId="{BD01F7EA-FD48-43F7-BFE7-4569897B24CA}">
      <dgm:prSet/>
      <dgm:spPr/>
      <dgm:t>
        <a:bodyPr/>
        <a:lstStyle/>
        <a:p>
          <a:endParaRPr lang="en-IN"/>
        </a:p>
      </dgm:t>
    </dgm:pt>
    <dgm:pt modelId="{0CDFCBAF-AA30-40E6-AFA5-318273D2D1A9}">
      <dgm:prSet/>
      <dgm:spPr/>
      <dgm:t>
        <a:bodyPr/>
        <a:lstStyle/>
        <a:p>
          <a:r>
            <a:rPr lang="en-US" b="1"/>
            <a:t>BUILD MACHINE LEARNING MODELS</a:t>
          </a:r>
          <a:endParaRPr lang="en-IN"/>
        </a:p>
      </dgm:t>
    </dgm:pt>
    <dgm:pt modelId="{F5C3E9E8-1D3E-4FB5-9603-95310CDA6EC7}" type="parTrans" cxnId="{F12A9E73-32EF-4B82-A229-5C1E7EA873B4}">
      <dgm:prSet/>
      <dgm:spPr/>
      <dgm:t>
        <a:bodyPr/>
        <a:lstStyle/>
        <a:p>
          <a:endParaRPr lang="en-IN"/>
        </a:p>
      </dgm:t>
    </dgm:pt>
    <dgm:pt modelId="{BDBFCFE1-489C-4C91-B08F-8CA029EDDEC3}" type="sibTrans" cxnId="{F12A9E73-32EF-4B82-A229-5C1E7EA873B4}">
      <dgm:prSet/>
      <dgm:spPr/>
      <dgm:t>
        <a:bodyPr/>
        <a:lstStyle/>
        <a:p>
          <a:endParaRPr lang="en-IN"/>
        </a:p>
      </dgm:t>
    </dgm:pt>
    <dgm:pt modelId="{218D9694-9FE7-45C9-A888-6CB45A5F8207}">
      <dgm:prSet/>
      <dgm:spPr/>
      <dgm:t>
        <a:bodyPr/>
        <a:lstStyle/>
        <a:p>
          <a:r>
            <a:rPr lang="en-US" b="1"/>
            <a:t>EVALUATE &amp; COMPARE MODEL PERFORMANCE</a:t>
          </a:r>
          <a:endParaRPr lang="en-IN"/>
        </a:p>
      </dgm:t>
    </dgm:pt>
    <dgm:pt modelId="{A3962C2F-9C69-487E-9F3C-33DDCCF8E18F}" type="parTrans" cxnId="{1AF33F1D-CDDF-4C82-A8D0-42109ECAB6C5}">
      <dgm:prSet/>
      <dgm:spPr/>
      <dgm:t>
        <a:bodyPr/>
        <a:lstStyle/>
        <a:p>
          <a:endParaRPr lang="en-IN"/>
        </a:p>
      </dgm:t>
    </dgm:pt>
    <dgm:pt modelId="{152C4BED-3D2B-4D3B-A82D-9ECD99EB3B87}" type="sibTrans" cxnId="{1AF33F1D-CDDF-4C82-A8D0-42109ECAB6C5}">
      <dgm:prSet/>
      <dgm:spPr/>
      <dgm:t>
        <a:bodyPr/>
        <a:lstStyle/>
        <a:p>
          <a:endParaRPr lang="en-IN"/>
        </a:p>
      </dgm:t>
    </dgm:pt>
    <dgm:pt modelId="{64CEDF71-3A71-4270-A1AA-97C57A0FCDFD}">
      <dgm:prSet/>
      <dgm:spPr/>
      <dgm:t>
        <a:bodyPr/>
        <a:lstStyle/>
        <a:p>
          <a:r>
            <a:rPr lang="en-US" b="1"/>
            <a:t>DEPLOY MODEL INTO WEB APP</a:t>
          </a:r>
          <a:endParaRPr lang="en-IN"/>
        </a:p>
      </dgm:t>
    </dgm:pt>
    <dgm:pt modelId="{44F4AA45-2A1E-472D-B79B-942C09F1B66D}" type="parTrans" cxnId="{D3CFFCED-59C2-4C73-8AE7-048AE0686941}">
      <dgm:prSet/>
      <dgm:spPr/>
      <dgm:t>
        <a:bodyPr/>
        <a:lstStyle/>
        <a:p>
          <a:endParaRPr lang="en-IN"/>
        </a:p>
      </dgm:t>
    </dgm:pt>
    <dgm:pt modelId="{181C5A34-9BAB-4DCD-AC68-D347696D6DB6}" type="sibTrans" cxnId="{D3CFFCED-59C2-4C73-8AE7-048AE0686941}">
      <dgm:prSet/>
      <dgm:spPr/>
      <dgm:t>
        <a:bodyPr/>
        <a:lstStyle/>
        <a:p>
          <a:endParaRPr lang="en-IN"/>
        </a:p>
      </dgm:t>
    </dgm:pt>
    <dgm:pt modelId="{0A2AA8D9-43FB-4BBE-8217-B641687EBC8A}">
      <dgm:prSet phldrT="[Text]" phldr="0" custT="0"/>
      <dgm:spPr/>
      <dgm:t>
        <a:bodyPr/>
        <a:lstStyle/>
        <a:p>
          <a:pPr>
            <a:defRPr b="1"/>
          </a:pPr>
          <a:endParaRPr lang="en-US" b="1" dirty="0">
            <a:latin typeface="Avenir Next LT Pro"/>
          </a:endParaRPr>
        </a:p>
      </dgm:t>
    </dgm:pt>
    <dgm:pt modelId="{471544FE-0AF0-433F-8700-1907BCEDADDF}" type="sibTrans" cxnId="{8BE9AFD1-4B97-4CE8-B929-723980CFF950}">
      <dgm:prSet/>
      <dgm:spPr/>
      <dgm:t>
        <a:bodyPr/>
        <a:lstStyle/>
        <a:p>
          <a:endParaRPr lang="en-US"/>
        </a:p>
      </dgm:t>
    </dgm:pt>
    <dgm:pt modelId="{B3513740-8FAF-4CCC-BEBA-0AB42B2100F7}" type="parTrans" cxnId="{8BE9AFD1-4B97-4CE8-B929-723980CFF950}">
      <dgm:prSet/>
      <dgm:spPr/>
      <dgm:t>
        <a:bodyPr/>
        <a:lstStyle/>
        <a:p>
          <a:endParaRPr lang="en-US"/>
        </a:p>
      </dgm:t>
    </dgm:pt>
    <dgm:pt modelId="{D31EE92D-FD9A-4C42-AF2A-E11C5332319D}">
      <dgm:prSet phldr="0"/>
      <dgm:spPr/>
      <dgm:t>
        <a:bodyPr/>
        <a:lstStyle/>
        <a:p>
          <a:pPr>
            <a:defRPr b="1"/>
          </a:pPr>
          <a:endParaRPr lang="en-US" b="1" dirty="0"/>
        </a:p>
      </dgm:t>
    </dgm:pt>
    <dgm:pt modelId="{D9F9F81F-46AD-4830-A8A5-5EE128A887F9}" type="sibTrans" cxnId="{69B47557-4EFD-4CC0-B588-CDCA0450E061}">
      <dgm:prSet/>
      <dgm:spPr/>
      <dgm:t>
        <a:bodyPr/>
        <a:lstStyle/>
        <a:p>
          <a:endParaRPr lang="en-US"/>
        </a:p>
      </dgm:t>
    </dgm:pt>
    <dgm:pt modelId="{D74CA2CA-E5A2-4038-A697-71EC68BCE278}" type="parTrans" cxnId="{69B47557-4EFD-4CC0-B588-CDCA0450E061}">
      <dgm:prSet/>
      <dgm:spPr/>
      <dgm:t>
        <a:bodyPr/>
        <a:lstStyle/>
        <a:p>
          <a:endParaRPr lang="en-US"/>
        </a:p>
      </dgm:t>
    </dgm:pt>
    <dgm:pt modelId="{2FC861A4-853E-48BA-A4D6-3D4937B06BA0}">
      <dgm:prSet phldrT="[Text]" phldr="0"/>
      <dgm:spPr/>
      <dgm:t>
        <a:bodyPr/>
        <a:lstStyle/>
        <a:p>
          <a:pPr>
            <a:defRPr b="1"/>
          </a:pPr>
          <a:endParaRPr lang="en-US" b="1" dirty="0"/>
        </a:p>
      </dgm:t>
    </dgm:pt>
    <dgm:pt modelId="{35BD52E0-D944-4455-94F1-855CE3206422}" type="sibTrans" cxnId="{445D9EE7-F169-4130-B9EA-070664445F65}">
      <dgm:prSet/>
      <dgm:spPr/>
      <dgm:t>
        <a:bodyPr/>
        <a:lstStyle/>
        <a:p>
          <a:endParaRPr lang="en-US"/>
        </a:p>
      </dgm:t>
    </dgm:pt>
    <dgm:pt modelId="{0FE8C6D5-FEAF-4E6E-9917-5F637B1144D7}" type="parTrans" cxnId="{445D9EE7-F169-4130-B9EA-070664445F65}">
      <dgm:prSet/>
      <dgm:spPr/>
      <dgm:t>
        <a:bodyPr/>
        <a:lstStyle/>
        <a:p>
          <a:endParaRPr lang="en-US"/>
        </a:p>
      </dgm:t>
    </dgm:pt>
    <dgm:pt modelId="{B8DF112F-046A-40BF-A22A-BCEED3EFEA2B}">
      <dgm:prSet phldrT="[Text]" phldr="0"/>
      <dgm:spPr/>
      <dgm:t>
        <a:bodyPr/>
        <a:lstStyle/>
        <a:p>
          <a:pPr>
            <a:defRPr b="1"/>
          </a:pPr>
          <a:endParaRPr lang="en-US" b="1" dirty="0"/>
        </a:p>
      </dgm:t>
    </dgm:pt>
    <dgm:pt modelId="{AC9F9C5B-7B99-4EA1-A934-9CCC6E3A26E6}" type="sibTrans" cxnId="{A0DF10D7-8091-417C-8581-E9EE66601A4E}">
      <dgm:prSet/>
      <dgm:spPr/>
      <dgm:t>
        <a:bodyPr/>
        <a:lstStyle/>
        <a:p>
          <a:endParaRPr lang="en-US"/>
        </a:p>
      </dgm:t>
    </dgm:pt>
    <dgm:pt modelId="{C2A2E9B8-64E0-49E1-BBA4-79930D7021AA}" type="parTrans" cxnId="{A0DF10D7-8091-417C-8581-E9EE66601A4E}">
      <dgm:prSet/>
      <dgm:spPr/>
      <dgm:t>
        <a:bodyPr/>
        <a:lstStyle/>
        <a:p>
          <a:endParaRPr lang="en-US"/>
        </a:p>
      </dgm:t>
    </dgm:pt>
    <dgm:pt modelId="{E708DB21-2644-4A8A-A0B6-DEAF9F6FA224}">
      <dgm:prSet phldrT="[Text]" phldr="0"/>
      <dgm:spPr/>
      <dgm:t>
        <a:bodyPr/>
        <a:lstStyle/>
        <a:p>
          <a:pPr>
            <a:defRPr b="1"/>
          </a:pPr>
          <a:endParaRPr lang="en-US" b="1" dirty="0"/>
        </a:p>
      </dgm:t>
    </dgm:pt>
    <dgm:pt modelId="{382AA33A-5AF6-4DEA-B86B-B989F1A455FF}" type="sibTrans" cxnId="{E57B19B8-1453-4112-9290-72D9C128F45C}">
      <dgm:prSet/>
      <dgm:spPr/>
      <dgm:t>
        <a:bodyPr/>
        <a:lstStyle/>
        <a:p>
          <a:endParaRPr lang="en-US"/>
        </a:p>
      </dgm:t>
    </dgm:pt>
    <dgm:pt modelId="{9CABDB7D-2335-4CC9-ABEE-BCB445562510}" type="parTrans" cxnId="{E57B19B8-1453-4112-9290-72D9C128F45C}">
      <dgm:prSet/>
      <dgm:spPr/>
      <dgm:t>
        <a:bodyPr/>
        <a:lstStyle/>
        <a:p>
          <a:endParaRPr lang="en-US"/>
        </a:p>
      </dgm:t>
    </dgm:pt>
    <dgm:pt modelId="{F0A4FCA3-3BCE-48D7-A54E-D12F1C7B745D}">
      <dgm:prSet phldrT="[Text]" phldr="0"/>
      <dgm:spPr/>
      <dgm:t>
        <a:bodyPr/>
        <a:lstStyle/>
        <a:p>
          <a:pPr>
            <a:defRPr b="1"/>
          </a:pPr>
          <a:endParaRPr lang="en-US" b="1" dirty="0"/>
        </a:p>
      </dgm:t>
    </dgm:pt>
    <dgm:pt modelId="{A81B11A8-2D2C-492F-961C-21612F555456}" type="sibTrans" cxnId="{E85E847C-CFF7-4274-9E05-1CD1657FC6E9}">
      <dgm:prSet/>
      <dgm:spPr/>
      <dgm:t>
        <a:bodyPr/>
        <a:lstStyle/>
        <a:p>
          <a:endParaRPr lang="en-US"/>
        </a:p>
      </dgm:t>
    </dgm:pt>
    <dgm:pt modelId="{23540941-7AF0-442B-B900-0C791C47502E}" type="parTrans" cxnId="{E85E847C-CFF7-4274-9E05-1CD1657FC6E9}">
      <dgm:prSet/>
      <dgm:spPr/>
      <dgm:t>
        <a:bodyPr/>
        <a:lstStyle/>
        <a:p>
          <a:endParaRPr lang="en-US"/>
        </a:p>
      </dgm:t>
    </dgm:pt>
    <dgm:pt modelId="{0DAE2AC4-A03C-4785-AD60-D0494A60E0CE}">
      <dgm:prSet phldr="0"/>
      <dgm:spPr/>
      <dgm:t>
        <a:bodyPr/>
        <a:lstStyle/>
        <a:p>
          <a:pPr>
            <a:defRPr b="1"/>
          </a:pPr>
          <a:r>
            <a:rPr lang="en-US" b="1" dirty="0">
              <a:latin typeface="Avenir Next LT Pro"/>
            </a:rPr>
            <a:t> </a:t>
          </a:r>
          <a:endParaRPr lang="en-US" b="1" dirty="0"/>
        </a:p>
      </dgm:t>
    </dgm:pt>
    <dgm:pt modelId="{1220476A-5445-48CF-BD72-BC6F123C1741}" type="sibTrans" cxnId="{CFDBE386-E4F2-40DE-94DB-492FF8C2E23B}">
      <dgm:prSet/>
      <dgm:spPr/>
      <dgm:t>
        <a:bodyPr/>
        <a:lstStyle/>
        <a:p>
          <a:endParaRPr lang="en-US"/>
        </a:p>
      </dgm:t>
    </dgm:pt>
    <dgm:pt modelId="{DC910F10-CC9B-4D35-A261-529BCE4833A9}" type="parTrans" cxnId="{CFDBE386-E4F2-40DE-94DB-492FF8C2E23B}">
      <dgm:prSet/>
      <dgm:spPr/>
      <dgm:t>
        <a:bodyPr/>
        <a:lstStyle/>
        <a:p>
          <a:endParaRPr lang="en-US"/>
        </a:p>
      </dgm:t>
    </dgm:pt>
    <dgm:pt modelId="{2369D34B-42F8-426A-8EA5-E75D768767D4}">
      <dgm:prSet phldr="0"/>
      <dgm:spPr/>
      <dgm:t>
        <a:bodyPr/>
        <a:lstStyle/>
        <a:p>
          <a:pPr>
            <a:defRPr b="1"/>
          </a:pPr>
          <a:endParaRPr lang="en-US" b="1" dirty="0">
            <a:latin typeface="Avenir Next LT Pro"/>
          </a:endParaRPr>
        </a:p>
      </dgm:t>
    </dgm:pt>
    <dgm:pt modelId="{48C3E368-127E-4778-AE69-EFF1EF9C949B}" type="sibTrans" cxnId="{48598211-027F-4850-A647-74817DB0FC9F}">
      <dgm:prSet/>
      <dgm:spPr/>
      <dgm:t>
        <a:bodyPr/>
        <a:lstStyle/>
        <a:p>
          <a:endParaRPr lang="en-US"/>
        </a:p>
      </dgm:t>
    </dgm:pt>
    <dgm:pt modelId="{4D34602C-0359-4FFA-835F-0FADE50CBF37}" type="parTrans" cxnId="{48598211-027F-4850-A647-74817DB0FC9F}">
      <dgm:prSet/>
      <dgm:spPr/>
      <dgm:t>
        <a:bodyPr/>
        <a:lstStyle/>
        <a:p>
          <a:endParaRPr lang="en-IN"/>
        </a:p>
      </dgm:t>
    </dgm:pt>
    <dgm:pt modelId="{65B90E1B-222E-430A-9264-24E15FFB0626}">
      <dgm:prSet phldr="0"/>
      <dgm:spPr/>
      <dgm:t>
        <a:bodyPr/>
        <a:lstStyle/>
        <a:p>
          <a:pPr>
            <a:defRPr b="1"/>
          </a:pPr>
          <a:endParaRPr lang="en-US" b="1" dirty="0">
            <a:latin typeface="Avenir Next LT Pro"/>
          </a:endParaRPr>
        </a:p>
      </dgm:t>
    </dgm:pt>
    <dgm:pt modelId="{FEE4D3E2-4FD2-44B7-BF47-7AEC27F01FCE}" type="sibTrans" cxnId="{6428E1D3-2F23-4341-9B63-331B1EE0AB5A}">
      <dgm:prSet/>
      <dgm:spPr/>
      <dgm:t>
        <a:bodyPr/>
        <a:lstStyle/>
        <a:p>
          <a:endParaRPr lang="en-US"/>
        </a:p>
      </dgm:t>
    </dgm:pt>
    <dgm:pt modelId="{BCFB1413-6FD3-44B9-8A09-5B674B5D31D4}" type="parTrans" cxnId="{6428E1D3-2F23-4341-9B63-331B1EE0AB5A}">
      <dgm:prSet/>
      <dgm:spPr/>
      <dgm:t>
        <a:bodyPr/>
        <a:lstStyle/>
        <a:p>
          <a:endParaRPr lang="en-IN"/>
        </a:p>
      </dgm:t>
    </dgm:pt>
    <dgm:pt modelId="{B9E75044-61EC-4E92-A091-3E91CEAEE573}">
      <dgm:prSet phldr="0"/>
      <dgm:spPr/>
      <dgm:t>
        <a:bodyPr/>
        <a:lstStyle/>
        <a:p>
          <a:pPr>
            <a:defRPr b="1"/>
          </a:pPr>
          <a:endParaRPr lang="en-US" b="1" dirty="0">
            <a:latin typeface="Avenir Next LT Pro"/>
          </a:endParaRPr>
        </a:p>
      </dgm:t>
    </dgm:pt>
    <dgm:pt modelId="{725E7D26-A83A-4C10-B80B-2FCF12923BC0}" type="sibTrans" cxnId="{0D173E5E-B4EE-4C1A-ABEE-3D6720991108}">
      <dgm:prSet/>
      <dgm:spPr/>
      <dgm:t>
        <a:bodyPr/>
        <a:lstStyle/>
        <a:p>
          <a:endParaRPr lang="en-US"/>
        </a:p>
      </dgm:t>
    </dgm:pt>
    <dgm:pt modelId="{8C41CD02-07F5-42CE-A50D-8DC2203555EA}" type="parTrans" cxnId="{0D173E5E-B4EE-4C1A-ABEE-3D6720991108}">
      <dgm:prSet/>
      <dgm:spPr/>
      <dgm:t>
        <a:bodyPr/>
        <a:lstStyle/>
        <a:p>
          <a:endParaRPr lang="en-IN"/>
        </a:p>
      </dgm:t>
    </dgm:pt>
    <dgm:pt modelId="{432E39F1-10C7-4853-A7D5-E0DAE08548BD}">
      <dgm:prSet phldr="0"/>
      <dgm:spPr/>
      <dgm:t>
        <a:bodyPr/>
        <a:lstStyle/>
        <a:p>
          <a:pPr>
            <a:defRPr b="1"/>
          </a:pPr>
          <a:endParaRPr lang="en-US" b="1" dirty="0">
            <a:latin typeface="Avenir Next LT Pro"/>
          </a:endParaRPr>
        </a:p>
      </dgm:t>
    </dgm:pt>
    <dgm:pt modelId="{3D06124F-2CA2-4B06-A4CD-D493FC2492DE}" type="sibTrans" cxnId="{06374D4F-A04F-4D7F-A63C-8C6EDB2DBD2B}">
      <dgm:prSet/>
      <dgm:spPr/>
      <dgm:t>
        <a:bodyPr/>
        <a:lstStyle/>
        <a:p>
          <a:endParaRPr lang="en-US"/>
        </a:p>
      </dgm:t>
    </dgm:pt>
    <dgm:pt modelId="{54F8ADA2-B04F-4431-860D-47FBF853E3BB}" type="parTrans" cxnId="{06374D4F-A04F-4D7F-A63C-8C6EDB2DBD2B}">
      <dgm:prSet/>
      <dgm:spPr/>
      <dgm:t>
        <a:bodyPr/>
        <a:lstStyle/>
        <a:p>
          <a:endParaRPr lang="en-IN"/>
        </a:p>
      </dgm:t>
    </dgm:pt>
    <dgm:pt modelId="{C295489D-1691-42C7-90B8-09B831248741}">
      <dgm:prSet phldr="0"/>
      <dgm:spPr/>
      <dgm:t>
        <a:bodyPr/>
        <a:lstStyle/>
        <a:p>
          <a:pPr>
            <a:defRPr b="1"/>
          </a:pPr>
          <a:endParaRPr lang="en-US" b="1" dirty="0">
            <a:latin typeface="Avenir Next LT Pro"/>
          </a:endParaRPr>
        </a:p>
      </dgm:t>
    </dgm:pt>
    <dgm:pt modelId="{CA7DB624-262A-4DEE-9B63-19744C010D2B}" type="sibTrans" cxnId="{1128F9C4-321D-47E1-81E1-0F1D03631B6B}">
      <dgm:prSet/>
      <dgm:spPr/>
      <dgm:t>
        <a:bodyPr/>
        <a:lstStyle/>
        <a:p>
          <a:endParaRPr lang="en-US"/>
        </a:p>
      </dgm:t>
    </dgm:pt>
    <dgm:pt modelId="{AE566CD1-9D98-409C-85EA-67E37B8449E8}" type="parTrans" cxnId="{1128F9C4-321D-47E1-81E1-0F1D03631B6B}">
      <dgm:prSet/>
      <dgm:spPr/>
      <dgm:t>
        <a:bodyPr/>
        <a:lstStyle/>
        <a:p>
          <a:endParaRPr lang="en-IN"/>
        </a:p>
      </dgm:t>
    </dgm:pt>
    <dgm:pt modelId="{7D43E077-CA79-40CF-A08F-5ACC59FAECD4}" type="pres">
      <dgm:prSet presAssocID="{FC4AFDD9-7D71-4F0B-B7C4-82703CA10BE1}" presName="root" presStyleCnt="0">
        <dgm:presLayoutVars>
          <dgm:chMax/>
          <dgm:chPref/>
          <dgm:animLvl val="lvl"/>
        </dgm:presLayoutVars>
      </dgm:prSet>
      <dgm:spPr/>
    </dgm:pt>
    <dgm:pt modelId="{06E68683-F150-4CF7-9FE1-B623F44EC359}" type="pres">
      <dgm:prSet presAssocID="{FC4AFDD9-7D71-4F0B-B7C4-82703CA10BE1}" presName="divider" presStyleLbl="fgAccFollowNode1" presStyleIdx="0" presStyleCnt="1"/>
      <dgm:spPr>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tailEnd type="triangle" w="lg" len="lg"/>
        </a:ln>
        <a:effectLst/>
      </dgm:spPr>
    </dgm:pt>
    <dgm:pt modelId="{F4EBD763-5355-4563-A3F5-043A8A92EF96}" type="pres">
      <dgm:prSet presAssocID="{FC4AFDD9-7D71-4F0B-B7C4-82703CA10BE1}" presName="nodes" presStyleCnt="0">
        <dgm:presLayoutVars>
          <dgm:chMax/>
          <dgm:chPref/>
          <dgm:animLvl val="lvl"/>
        </dgm:presLayoutVars>
      </dgm:prSet>
      <dgm:spPr/>
    </dgm:pt>
    <dgm:pt modelId="{330ACE29-B9E0-4A25-9A6F-82A2A6280FDC}" type="pres">
      <dgm:prSet presAssocID="{0A2AA8D9-43FB-4BBE-8217-B641687EBC8A}" presName="composite" presStyleCnt="0"/>
      <dgm:spPr/>
    </dgm:pt>
    <dgm:pt modelId="{0809CFBA-2637-4701-A0F6-B51C9368BE48}" type="pres">
      <dgm:prSet presAssocID="{0A2AA8D9-43FB-4BBE-8217-B641687EBC8A}" presName="L1TextContainer" presStyleLbl="revTx" presStyleIdx="0" presStyleCnt="12" custLinFactNeighborX="764" custLinFactNeighborY="-8755">
        <dgm:presLayoutVars>
          <dgm:chMax val="1"/>
          <dgm:chPref val="1"/>
          <dgm:bulletEnabled val="1"/>
        </dgm:presLayoutVars>
      </dgm:prSet>
      <dgm:spPr/>
    </dgm:pt>
    <dgm:pt modelId="{F64E6C46-0011-4ED3-B3F0-38F669693C82}" type="pres">
      <dgm:prSet presAssocID="{0A2AA8D9-43FB-4BBE-8217-B641687EBC8A}" presName="L2TextContainerWrapper" presStyleCnt="0">
        <dgm:presLayoutVars>
          <dgm:chMax val="0"/>
          <dgm:chPref val="0"/>
          <dgm:bulletEnabled val="1"/>
        </dgm:presLayoutVars>
      </dgm:prSet>
      <dgm:spPr/>
    </dgm:pt>
    <dgm:pt modelId="{9EC40022-CA44-4844-A68F-70B489A53E25}" type="pres">
      <dgm:prSet presAssocID="{0A2AA8D9-43FB-4BBE-8217-B641687EBC8A}" presName="L2TextContainer" presStyleLbl="bgAcc1" presStyleIdx="0" presStyleCnt="12" custLinFactNeighborX="2882" custLinFactNeighborY="-1653"/>
      <dgm:spPr/>
    </dgm:pt>
    <dgm:pt modelId="{8E3F596A-4BC3-44C0-A99F-6B21C5CF23C1}" type="pres">
      <dgm:prSet presAssocID="{0A2AA8D9-43FB-4BBE-8217-B641687EBC8A}" presName="FlexibleEmptyPlaceHolder" presStyleCnt="0"/>
      <dgm:spPr/>
    </dgm:pt>
    <dgm:pt modelId="{697B8948-32D1-483A-A6D9-A0B621CAA27A}" type="pres">
      <dgm:prSet presAssocID="{0A2AA8D9-43FB-4BBE-8217-B641687EBC8A}" presName="ConnectLine" presStyleLbl="sibTrans1D1" presStyleIdx="0" presStyleCnt="12"/>
      <dgm:spPr>
        <a:noFill/>
        <a:ln w="6350" cap="flat" cmpd="sng" algn="ctr">
          <a:solidFill>
            <a:schemeClr val="accent3">
              <a:hueOff val="0"/>
              <a:satOff val="0"/>
              <a:lumOff val="0"/>
              <a:alphaOff val="0"/>
            </a:schemeClr>
          </a:solidFill>
          <a:prstDash val="dash"/>
          <a:miter lim="800000"/>
        </a:ln>
        <a:effectLst/>
      </dgm:spPr>
    </dgm:pt>
    <dgm:pt modelId="{69DE02F4-91BA-43FE-A7BA-F3CE970C3539}" type="pres">
      <dgm:prSet presAssocID="{0A2AA8D9-43FB-4BBE-8217-B641687EBC8A}" presName="ConnectorPoint" presStyleLbl="alignNode1" presStyleIdx="0" presStyleCnt="12"/>
      <dgm:spPr/>
    </dgm:pt>
    <dgm:pt modelId="{4D307404-66DD-496A-AFF2-45B4235B0DC9}" type="pres">
      <dgm:prSet presAssocID="{0A2AA8D9-43FB-4BBE-8217-B641687EBC8A}" presName="EmptyPlaceHolder" presStyleCnt="0"/>
      <dgm:spPr/>
    </dgm:pt>
    <dgm:pt modelId="{4330F68F-C633-42DD-B361-216FC4F73796}" type="pres">
      <dgm:prSet presAssocID="{471544FE-0AF0-433F-8700-1907BCEDADDF}" presName="spaceBetweenRectangles" presStyleCnt="0"/>
      <dgm:spPr/>
    </dgm:pt>
    <dgm:pt modelId="{CBB7AED9-3398-4A9E-B966-4F520AC28E9D}" type="pres">
      <dgm:prSet presAssocID="{D31EE92D-FD9A-4C42-AF2A-E11C5332319D}" presName="composite" presStyleCnt="0"/>
      <dgm:spPr/>
    </dgm:pt>
    <dgm:pt modelId="{01AB89FF-FD91-4061-825B-24E07505EBF1}" type="pres">
      <dgm:prSet presAssocID="{D31EE92D-FD9A-4C42-AF2A-E11C5332319D}" presName="L1TextContainer" presStyleLbl="revTx" presStyleIdx="1" presStyleCnt="12" custLinFactNeighborX="764" custLinFactNeighborY="-8755">
        <dgm:presLayoutVars>
          <dgm:chMax val="1"/>
          <dgm:chPref val="1"/>
          <dgm:bulletEnabled val="1"/>
        </dgm:presLayoutVars>
      </dgm:prSet>
      <dgm:spPr/>
    </dgm:pt>
    <dgm:pt modelId="{77A1C1D5-380E-4970-B9D9-B74F2F29CB9E}" type="pres">
      <dgm:prSet presAssocID="{D31EE92D-FD9A-4C42-AF2A-E11C5332319D}" presName="L2TextContainerWrapper" presStyleCnt="0">
        <dgm:presLayoutVars>
          <dgm:chMax val="0"/>
          <dgm:chPref val="0"/>
          <dgm:bulletEnabled val="1"/>
        </dgm:presLayoutVars>
      </dgm:prSet>
      <dgm:spPr/>
    </dgm:pt>
    <dgm:pt modelId="{DB8E2ED8-1FFC-45CC-BAD4-AE032D7A4E72}" type="pres">
      <dgm:prSet presAssocID="{D31EE92D-FD9A-4C42-AF2A-E11C5332319D}" presName="L2TextContainer" presStyleLbl="bgAcc1" presStyleIdx="1" presStyleCnt="12" custLinFactNeighborX="6181" custLinFactNeighborY="-5036"/>
      <dgm:spPr/>
    </dgm:pt>
    <dgm:pt modelId="{84AA69FE-49D9-4E01-AA3B-7621845C1B94}" type="pres">
      <dgm:prSet presAssocID="{D31EE92D-FD9A-4C42-AF2A-E11C5332319D}" presName="FlexibleEmptyPlaceHolder" presStyleCnt="0"/>
      <dgm:spPr/>
    </dgm:pt>
    <dgm:pt modelId="{D631FEFD-A32B-48B7-BBB2-3C1FF7B0744A}" type="pres">
      <dgm:prSet presAssocID="{D31EE92D-FD9A-4C42-AF2A-E11C5332319D}" presName="ConnectLine" presStyleLbl="sibTrans1D1" presStyleIdx="1" presStyleCnt="12"/>
      <dgm:spPr>
        <a:noFill/>
        <a:ln w="6350" cap="flat" cmpd="sng" algn="ctr">
          <a:solidFill>
            <a:schemeClr val="accent3">
              <a:hueOff val="0"/>
              <a:satOff val="0"/>
              <a:lumOff val="0"/>
              <a:alphaOff val="0"/>
            </a:schemeClr>
          </a:solidFill>
          <a:prstDash val="dash"/>
          <a:miter lim="800000"/>
        </a:ln>
        <a:effectLst/>
      </dgm:spPr>
    </dgm:pt>
    <dgm:pt modelId="{4C953EFB-5539-4813-B8B3-FD9577771DFC}" type="pres">
      <dgm:prSet presAssocID="{D31EE92D-FD9A-4C42-AF2A-E11C5332319D}" presName="ConnectorPoint" presStyleLbl="alignNode1" presStyleIdx="1" presStyleCnt="12"/>
      <dgm:spPr/>
    </dgm:pt>
    <dgm:pt modelId="{38022288-230E-4617-8EB5-89C01AD3D878}" type="pres">
      <dgm:prSet presAssocID="{D31EE92D-FD9A-4C42-AF2A-E11C5332319D}" presName="EmptyPlaceHolder" presStyleCnt="0"/>
      <dgm:spPr/>
    </dgm:pt>
    <dgm:pt modelId="{D9700645-E296-4534-B710-536D070D8C72}" type="pres">
      <dgm:prSet presAssocID="{D9F9F81F-46AD-4830-A8A5-5EE128A887F9}" presName="spaceBetweenRectangles" presStyleCnt="0"/>
      <dgm:spPr/>
    </dgm:pt>
    <dgm:pt modelId="{345C4A99-9396-43A9-A984-AB6DEE1141E3}" type="pres">
      <dgm:prSet presAssocID="{2FC861A4-853E-48BA-A4D6-3D4937B06BA0}" presName="composite" presStyleCnt="0"/>
      <dgm:spPr/>
    </dgm:pt>
    <dgm:pt modelId="{5DF2DB41-E134-4516-889E-A4838A1A0A96}" type="pres">
      <dgm:prSet presAssocID="{2FC861A4-853E-48BA-A4D6-3D4937B06BA0}" presName="L1TextContainer" presStyleLbl="revTx" presStyleIdx="2" presStyleCnt="12" custLinFactNeighborX="764" custLinFactNeighborY="-8755">
        <dgm:presLayoutVars>
          <dgm:chMax val="1"/>
          <dgm:chPref val="1"/>
          <dgm:bulletEnabled val="1"/>
        </dgm:presLayoutVars>
      </dgm:prSet>
      <dgm:spPr/>
    </dgm:pt>
    <dgm:pt modelId="{7841DDF9-9ED0-4983-9C7C-BECE5124CA30}" type="pres">
      <dgm:prSet presAssocID="{2FC861A4-853E-48BA-A4D6-3D4937B06BA0}" presName="L2TextContainerWrapper" presStyleCnt="0">
        <dgm:presLayoutVars>
          <dgm:chMax val="0"/>
          <dgm:chPref val="0"/>
          <dgm:bulletEnabled val="1"/>
        </dgm:presLayoutVars>
      </dgm:prSet>
      <dgm:spPr/>
    </dgm:pt>
    <dgm:pt modelId="{AE8E2E01-3981-4E81-BBD8-701D4DCA39A4}" type="pres">
      <dgm:prSet presAssocID="{2FC861A4-853E-48BA-A4D6-3D4937B06BA0}" presName="L2TextContainer" presStyleLbl="bgAcc1" presStyleIdx="2" presStyleCnt="12"/>
      <dgm:spPr/>
    </dgm:pt>
    <dgm:pt modelId="{37F57261-C925-4E3A-9DC3-C19A859F55B8}" type="pres">
      <dgm:prSet presAssocID="{2FC861A4-853E-48BA-A4D6-3D4937B06BA0}" presName="FlexibleEmptyPlaceHolder" presStyleCnt="0"/>
      <dgm:spPr/>
    </dgm:pt>
    <dgm:pt modelId="{2AC857E0-86E8-45CC-95ED-BB184BD602B9}" type="pres">
      <dgm:prSet presAssocID="{2FC861A4-853E-48BA-A4D6-3D4937B06BA0}" presName="ConnectLine" presStyleLbl="sibTrans1D1" presStyleIdx="2" presStyleCnt="12"/>
      <dgm:spPr>
        <a:noFill/>
        <a:ln w="6350" cap="flat" cmpd="sng" algn="ctr">
          <a:solidFill>
            <a:schemeClr val="accent3">
              <a:hueOff val="0"/>
              <a:satOff val="0"/>
              <a:lumOff val="0"/>
              <a:alphaOff val="0"/>
            </a:schemeClr>
          </a:solidFill>
          <a:prstDash val="dash"/>
          <a:miter lim="800000"/>
        </a:ln>
        <a:effectLst/>
      </dgm:spPr>
    </dgm:pt>
    <dgm:pt modelId="{0053F144-964F-494C-B677-000C03DBE814}" type="pres">
      <dgm:prSet presAssocID="{2FC861A4-853E-48BA-A4D6-3D4937B06BA0}" presName="ConnectorPoint" presStyleLbl="alignNode1" presStyleIdx="2" presStyleCnt="12"/>
      <dgm:spPr/>
    </dgm:pt>
    <dgm:pt modelId="{5CE5E8D0-870E-4936-82FA-DE892EDAEDF3}" type="pres">
      <dgm:prSet presAssocID="{2FC861A4-853E-48BA-A4D6-3D4937B06BA0}" presName="EmptyPlaceHolder" presStyleCnt="0"/>
      <dgm:spPr/>
    </dgm:pt>
    <dgm:pt modelId="{7C503586-38A8-4541-B598-0FC88302B2D8}" type="pres">
      <dgm:prSet presAssocID="{35BD52E0-D944-4455-94F1-855CE3206422}" presName="spaceBetweenRectangles" presStyleCnt="0"/>
      <dgm:spPr/>
    </dgm:pt>
    <dgm:pt modelId="{24EBC4A7-9315-4B08-937A-26C84D7CAFE1}" type="pres">
      <dgm:prSet presAssocID="{B8DF112F-046A-40BF-A22A-BCEED3EFEA2B}" presName="composite" presStyleCnt="0"/>
      <dgm:spPr/>
    </dgm:pt>
    <dgm:pt modelId="{F1C6B120-5C5E-40E0-84D7-5D73AEC1D44E}" type="pres">
      <dgm:prSet presAssocID="{B8DF112F-046A-40BF-A22A-BCEED3EFEA2B}" presName="L1TextContainer" presStyleLbl="revTx" presStyleIdx="3" presStyleCnt="12" custLinFactNeighborX="764" custLinFactNeighborY="-8755">
        <dgm:presLayoutVars>
          <dgm:chMax val="1"/>
          <dgm:chPref val="1"/>
          <dgm:bulletEnabled val="1"/>
        </dgm:presLayoutVars>
      </dgm:prSet>
      <dgm:spPr/>
    </dgm:pt>
    <dgm:pt modelId="{B2DD4C65-10FF-425E-8751-69C290791EAE}" type="pres">
      <dgm:prSet presAssocID="{B8DF112F-046A-40BF-A22A-BCEED3EFEA2B}" presName="L2TextContainerWrapper" presStyleCnt="0">
        <dgm:presLayoutVars>
          <dgm:chMax val="0"/>
          <dgm:chPref val="0"/>
          <dgm:bulletEnabled val="1"/>
        </dgm:presLayoutVars>
      </dgm:prSet>
      <dgm:spPr/>
    </dgm:pt>
    <dgm:pt modelId="{15A477E1-0CA6-4CAC-B26D-0E6957D83C69}" type="pres">
      <dgm:prSet presAssocID="{B8DF112F-046A-40BF-A22A-BCEED3EFEA2B}" presName="L2TextContainer" presStyleLbl="bgAcc1" presStyleIdx="3" presStyleCnt="12"/>
      <dgm:spPr/>
    </dgm:pt>
    <dgm:pt modelId="{519BA5E6-B7A4-477E-880E-9670B99EE418}" type="pres">
      <dgm:prSet presAssocID="{B8DF112F-046A-40BF-A22A-BCEED3EFEA2B}" presName="FlexibleEmptyPlaceHolder" presStyleCnt="0"/>
      <dgm:spPr/>
    </dgm:pt>
    <dgm:pt modelId="{0104A535-6449-4D36-A035-959728D0F1A9}" type="pres">
      <dgm:prSet presAssocID="{B8DF112F-046A-40BF-A22A-BCEED3EFEA2B}" presName="ConnectLine" presStyleLbl="sibTrans1D1" presStyleIdx="3" presStyleCnt="12"/>
      <dgm:spPr>
        <a:noFill/>
        <a:ln w="6350" cap="flat" cmpd="sng" algn="ctr">
          <a:solidFill>
            <a:schemeClr val="accent3">
              <a:hueOff val="0"/>
              <a:satOff val="0"/>
              <a:lumOff val="0"/>
              <a:alphaOff val="0"/>
            </a:schemeClr>
          </a:solidFill>
          <a:prstDash val="dash"/>
          <a:miter lim="800000"/>
        </a:ln>
        <a:effectLst/>
      </dgm:spPr>
    </dgm:pt>
    <dgm:pt modelId="{FDD8D4BF-1544-4C52-9568-9BF80FF75D16}" type="pres">
      <dgm:prSet presAssocID="{B8DF112F-046A-40BF-A22A-BCEED3EFEA2B}" presName="ConnectorPoint" presStyleLbl="alignNode1" presStyleIdx="3" presStyleCnt="12"/>
      <dgm:spPr/>
    </dgm:pt>
    <dgm:pt modelId="{2A34B0D5-4E85-4F91-AD86-E5086A6F5435}" type="pres">
      <dgm:prSet presAssocID="{B8DF112F-046A-40BF-A22A-BCEED3EFEA2B}" presName="EmptyPlaceHolder" presStyleCnt="0"/>
      <dgm:spPr/>
    </dgm:pt>
    <dgm:pt modelId="{860C9A29-4AC2-445C-921C-E2DCDB9215F0}" type="pres">
      <dgm:prSet presAssocID="{AC9F9C5B-7B99-4EA1-A934-9CCC6E3A26E6}" presName="spaceBetweenRectangles" presStyleCnt="0"/>
      <dgm:spPr/>
    </dgm:pt>
    <dgm:pt modelId="{33403F91-BE10-41C8-B53F-3A26E0C99DFD}" type="pres">
      <dgm:prSet presAssocID="{E708DB21-2644-4A8A-A0B6-DEAF9F6FA224}" presName="composite" presStyleCnt="0"/>
      <dgm:spPr/>
    </dgm:pt>
    <dgm:pt modelId="{B87A2CF1-6AE6-4DB8-BF76-04DD52BD8BEF}" type="pres">
      <dgm:prSet presAssocID="{E708DB21-2644-4A8A-A0B6-DEAF9F6FA224}" presName="L1TextContainer" presStyleLbl="revTx" presStyleIdx="4" presStyleCnt="12" custLinFactNeighborX="764" custLinFactNeighborY="-8755">
        <dgm:presLayoutVars>
          <dgm:chMax val="1"/>
          <dgm:chPref val="1"/>
          <dgm:bulletEnabled val="1"/>
        </dgm:presLayoutVars>
      </dgm:prSet>
      <dgm:spPr/>
    </dgm:pt>
    <dgm:pt modelId="{40BFE4CF-FB92-4231-AF3D-99CD8767CFF4}" type="pres">
      <dgm:prSet presAssocID="{E708DB21-2644-4A8A-A0B6-DEAF9F6FA224}" presName="L2TextContainerWrapper" presStyleCnt="0">
        <dgm:presLayoutVars>
          <dgm:chMax val="0"/>
          <dgm:chPref val="0"/>
          <dgm:bulletEnabled val="1"/>
        </dgm:presLayoutVars>
      </dgm:prSet>
      <dgm:spPr/>
    </dgm:pt>
    <dgm:pt modelId="{B5C6C3D6-4F0F-4886-90D9-47FFD4A65FAB}" type="pres">
      <dgm:prSet presAssocID="{E708DB21-2644-4A8A-A0B6-DEAF9F6FA224}" presName="L2TextContainer" presStyleLbl="bgAcc1" presStyleIdx="4" presStyleCnt="12" custLinFactNeighborX="0" custLinFactNeighborY="-1652"/>
      <dgm:spPr/>
    </dgm:pt>
    <dgm:pt modelId="{2619C2C6-4CBA-4C89-9890-43A13D731C4E}" type="pres">
      <dgm:prSet presAssocID="{E708DB21-2644-4A8A-A0B6-DEAF9F6FA224}" presName="FlexibleEmptyPlaceHolder" presStyleCnt="0"/>
      <dgm:spPr/>
    </dgm:pt>
    <dgm:pt modelId="{E8CB2225-1877-4C37-BC0D-C53365254D01}" type="pres">
      <dgm:prSet presAssocID="{E708DB21-2644-4A8A-A0B6-DEAF9F6FA224}" presName="ConnectLine" presStyleLbl="sibTrans1D1" presStyleIdx="4" presStyleCnt="12"/>
      <dgm:spPr>
        <a:noFill/>
        <a:ln w="6350" cap="flat" cmpd="sng" algn="ctr">
          <a:solidFill>
            <a:schemeClr val="accent3">
              <a:hueOff val="0"/>
              <a:satOff val="0"/>
              <a:lumOff val="0"/>
              <a:alphaOff val="0"/>
            </a:schemeClr>
          </a:solidFill>
          <a:prstDash val="dash"/>
          <a:miter lim="800000"/>
        </a:ln>
        <a:effectLst/>
      </dgm:spPr>
    </dgm:pt>
    <dgm:pt modelId="{C2CC0490-2CF4-4130-B9CB-FB981CD416C0}" type="pres">
      <dgm:prSet presAssocID="{E708DB21-2644-4A8A-A0B6-DEAF9F6FA224}" presName="ConnectorPoint" presStyleLbl="alignNode1" presStyleIdx="4" presStyleCnt="12"/>
      <dgm:spPr/>
    </dgm:pt>
    <dgm:pt modelId="{D0CCE179-AFBE-411E-AF91-435A70573C6B}" type="pres">
      <dgm:prSet presAssocID="{E708DB21-2644-4A8A-A0B6-DEAF9F6FA224}" presName="EmptyPlaceHolder" presStyleCnt="0"/>
      <dgm:spPr/>
    </dgm:pt>
    <dgm:pt modelId="{CF2B5364-DA99-4A71-8852-59C92E4F08A0}" type="pres">
      <dgm:prSet presAssocID="{382AA33A-5AF6-4DEA-B86B-B989F1A455FF}" presName="spaceBetweenRectangles" presStyleCnt="0"/>
      <dgm:spPr/>
    </dgm:pt>
    <dgm:pt modelId="{AA9DB61F-524D-47D1-BD09-1519BD13EE53}" type="pres">
      <dgm:prSet presAssocID="{F0A4FCA3-3BCE-48D7-A54E-D12F1C7B745D}" presName="composite" presStyleCnt="0"/>
      <dgm:spPr/>
    </dgm:pt>
    <dgm:pt modelId="{2A3A6201-4B99-4CD4-9834-6F0E9E7B1F40}" type="pres">
      <dgm:prSet presAssocID="{F0A4FCA3-3BCE-48D7-A54E-D12F1C7B745D}" presName="L1TextContainer" presStyleLbl="revTx" presStyleIdx="5" presStyleCnt="12" custLinFactNeighborX="764" custLinFactNeighborY="-8755">
        <dgm:presLayoutVars>
          <dgm:chMax val="1"/>
          <dgm:chPref val="1"/>
          <dgm:bulletEnabled val="1"/>
        </dgm:presLayoutVars>
      </dgm:prSet>
      <dgm:spPr/>
    </dgm:pt>
    <dgm:pt modelId="{AA80FC48-6DFE-4461-9420-2A6F3121DC27}" type="pres">
      <dgm:prSet presAssocID="{F0A4FCA3-3BCE-48D7-A54E-D12F1C7B745D}" presName="L2TextContainerWrapper" presStyleCnt="0">
        <dgm:presLayoutVars>
          <dgm:chMax val="0"/>
          <dgm:chPref val="0"/>
          <dgm:bulletEnabled val="1"/>
        </dgm:presLayoutVars>
      </dgm:prSet>
      <dgm:spPr/>
    </dgm:pt>
    <dgm:pt modelId="{2E021445-E902-4F07-8E0A-3941633B3160}" type="pres">
      <dgm:prSet presAssocID="{F0A4FCA3-3BCE-48D7-A54E-D12F1C7B745D}" presName="L2TextContainer" presStyleLbl="bgAcc1" presStyleIdx="5" presStyleCnt="12" custLinFactNeighborX="-1470" custLinFactNeighborY="-4918"/>
      <dgm:spPr/>
    </dgm:pt>
    <dgm:pt modelId="{1239A77D-956D-46D0-B8B0-A3DF715091C8}" type="pres">
      <dgm:prSet presAssocID="{F0A4FCA3-3BCE-48D7-A54E-D12F1C7B745D}" presName="FlexibleEmptyPlaceHolder" presStyleCnt="0"/>
      <dgm:spPr/>
    </dgm:pt>
    <dgm:pt modelId="{E9E1A867-9143-4950-A036-34D8B624C2B4}" type="pres">
      <dgm:prSet presAssocID="{F0A4FCA3-3BCE-48D7-A54E-D12F1C7B745D}" presName="ConnectLine" presStyleLbl="sibTrans1D1" presStyleIdx="5" presStyleCnt="12"/>
      <dgm:spPr>
        <a:noFill/>
        <a:ln w="6350" cap="flat" cmpd="sng" algn="ctr">
          <a:solidFill>
            <a:schemeClr val="accent3">
              <a:hueOff val="0"/>
              <a:satOff val="0"/>
              <a:lumOff val="0"/>
              <a:alphaOff val="0"/>
            </a:schemeClr>
          </a:solidFill>
          <a:prstDash val="dash"/>
          <a:miter lim="800000"/>
        </a:ln>
        <a:effectLst/>
      </dgm:spPr>
    </dgm:pt>
    <dgm:pt modelId="{CAA750A9-0A98-4F4D-A1E0-E5DE9066C227}" type="pres">
      <dgm:prSet presAssocID="{F0A4FCA3-3BCE-48D7-A54E-D12F1C7B745D}" presName="ConnectorPoint" presStyleLbl="alignNode1" presStyleIdx="5" presStyleCnt="12"/>
      <dgm:spPr/>
    </dgm:pt>
    <dgm:pt modelId="{3D1EA71F-BE73-418A-955E-FC0C1CB45E8C}" type="pres">
      <dgm:prSet presAssocID="{F0A4FCA3-3BCE-48D7-A54E-D12F1C7B745D}" presName="EmptyPlaceHolder" presStyleCnt="0"/>
      <dgm:spPr/>
    </dgm:pt>
    <dgm:pt modelId="{9A447E15-C10C-4C44-9D49-E53098740900}" type="pres">
      <dgm:prSet presAssocID="{A81B11A8-2D2C-492F-961C-21612F555456}" presName="spaceBetweenRectangles" presStyleCnt="0"/>
      <dgm:spPr/>
    </dgm:pt>
    <dgm:pt modelId="{6D56EAB6-C6AA-4D75-B72B-27C32C9B5F16}" type="pres">
      <dgm:prSet presAssocID="{0DAE2AC4-A03C-4785-AD60-D0494A60E0CE}" presName="composite" presStyleCnt="0"/>
      <dgm:spPr/>
    </dgm:pt>
    <dgm:pt modelId="{3F7A4435-701A-4230-8A8F-03FF0B63A0FD}" type="pres">
      <dgm:prSet presAssocID="{0DAE2AC4-A03C-4785-AD60-D0494A60E0CE}" presName="L1TextContainer" presStyleLbl="revTx" presStyleIdx="6" presStyleCnt="12" custLinFactNeighborX="764" custLinFactNeighborY="-8755">
        <dgm:presLayoutVars>
          <dgm:chMax val="1"/>
          <dgm:chPref val="1"/>
          <dgm:bulletEnabled val="1"/>
        </dgm:presLayoutVars>
      </dgm:prSet>
      <dgm:spPr/>
    </dgm:pt>
    <dgm:pt modelId="{22DA6517-0435-4C0C-8439-7946E2DC09EE}" type="pres">
      <dgm:prSet presAssocID="{0DAE2AC4-A03C-4785-AD60-D0494A60E0CE}" presName="L2TextContainerWrapper" presStyleCnt="0">
        <dgm:presLayoutVars>
          <dgm:chMax val="0"/>
          <dgm:chPref val="0"/>
          <dgm:bulletEnabled val="1"/>
        </dgm:presLayoutVars>
      </dgm:prSet>
      <dgm:spPr/>
    </dgm:pt>
    <dgm:pt modelId="{DB596B3D-5796-4199-8D4E-F25498BBF348}" type="pres">
      <dgm:prSet presAssocID="{0DAE2AC4-A03C-4785-AD60-D0494A60E0CE}" presName="L2TextContainer" presStyleLbl="bgAcc1" presStyleIdx="6" presStyleCnt="12" custLinFactNeighborX="2681" custLinFactNeighborY="-1653"/>
      <dgm:spPr/>
    </dgm:pt>
    <dgm:pt modelId="{B8C2255B-0853-472C-AB34-C0B0CAE5A704}" type="pres">
      <dgm:prSet presAssocID="{0DAE2AC4-A03C-4785-AD60-D0494A60E0CE}" presName="FlexibleEmptyPlaceHolder" presStyleCnt="0"/>
      <dgm:spPr/>
    </dgm:pt>
    <dgm:pt modelId="{67DF7070-8BCA-4922-8228-4897B02ED137}" type="pres">
      <dgm:prSet presAssocID="{0DAE2AC4-A03C-4785-AD60-D0494A60E0CE}" presName="ConnectLine" presStyleLbl="sibTrans1D1" presStyleIdx="6" presStyleCnt="12"/>
      <dgm:spPr>
        <a:noFill/>
        <a:ln w="6350" cap="flat" cmpd="sng" algn="ctr">
          <a:solidFill>
            <a:schemeClr val="accent3">
              <a:hueOff val="0"/>
              <a:satOff val="0"/>
              <a:lumOff val="0"/>
              <a:alphaOff val="0"/>
            </a:schemeClr>
          </a:solidFill>
          <a:prstDash val="dash"/>
          <a:miter lim="800000"/>
        </a:ln>
        <a:effectLst/>
      </dgm:spPr>
    </dgm:pt>
    <dgm:pt modelId="{7D37AF36-30ED-484D-A6D1-5FFBC2297A57}" type="pres">
      <dgm:prSet presAssocID="{0DAE2AC4-A03C-4785-AD60-D0494A60E0CE}" presName="ConnectorPoint" presStyleLbl="alignNode1" presStyleIdx="6" presStyleCnt="12"/>
      <dgm:spPr/>
    </dgm:pt>
    <dgm:pt modelId="{3B394486-E2D5-42B0-A3A6-55A1F68AC133}" type="pres">
      <dgm:prSet presAssocID="{0DAE2AC4-A03C-4785-AD60-D0494A60E0CE}" presName="EmptyPlaceHolder" presStyleCnt="0"/>
      <dgm:spPr/>
    </dgm:pt>
    <dgm:pt modelId="{C93235E0-4602-422B-9399-AFD89D1F5C5B}" type="pres">
      <dgm:prSet presAssocID="{1220476A-5445-48CF-BD72-BC6F123C1741}" presName="spaceBetweenRectangles" presStyleCnt="0"/>
      <dgm:spPr/>
    </dgm:pt>
    <dgm:pt modelId="{3876BF6B-2F83-42BC-8D01-5E47416D7F09}" type="pres">
      <dgm:prSet presAssocID="{2369D34B-42F8-426A-8EA5-E75D768767D4}" presName="composite" presStyleCnt="0"/>
      <dgm:spPr/>
    </dgm:pt>
    <dgm:pt modelId="{5127863B-7825-429B-A790-D5C424B262E3}" type="pres">
      <dgm:prSet presAssocID="{2369D34B-42F8-426A-8EA5-E75D768767D4}" presName="L1TextContainer" presStyleLbl="revTx" presStyleIdx="7" presStyleCnt="12" custLinFactNeighborX="764" custLinFactNeighborY="-8755">
        <dgm:presLayoutVars>
          <dgm:chMax val="1"/>
          <dgm:chPref val="1"/>
          <dgm:bulletEnabled val="1"/>
        </dgm:presLayoutVars>
      </dgm:prSet>
      <dgm:spPr/>
    </dgm:pt>
    <dgm:pt modelId="{EE6773FE-990B-44D4-977D-54DCFAD905B0}" type="pres">
      <dgm:prSet presAssocID="{2369D34B-42F8-426A-8EA5-E75D768767D4}" presName="L2TextContainerWrapper" presStyleCnt="0">
        <dgm:presLayoutVars>
          <dgm:chMax val="0"/>
          <dgm:chPref val="0"/>
          <dgm:bulletEnabled val="1"/>
        </dgm:presLayoutVars>
      </dgm:prSet>
      <dgm:spPr/>
    </dgm:pt>
    <dgm:pt modelId="{2F759559-0661-4A40-90C3-7305045628B5}" type="pres">
      <dgm:prSet presAssocID="{2369D34B-42F8-426A-8EA5-E75D768767D4}" presName="L2TextContainer" presStyleLbl="bgAcc1" presStyleIdx="7" presStyleCnt="12"/>
      <dgm:spPr/>
    </dgm:pt>
    <dgm:pt modelId="{4DADEFF8-022E-4F0C-9482-0D65A8B78B20}" type="pres">
      <dgm:prSet presAssocID="{2369D34B-42F8-426A-8EA5-E75D768767D4}" presName="FlexibleEmptyPlaceHolder" presStyleCnt="0"/>
      <dgm:spPr/>
    </dgm:pt>
    <dgm:pt modelId="{C55DB084-8CD4-4F44-9048-62E79B8ED8E3}" type="pres">
      <dgm:prSet presAssocID="{2369D34B-42F8-426A-8EA5-E75D768767D4}" presName="ConnectLine" presStyleLbl="sibTrans1D1" presStyleIdx="7" presStyleCnt="12"/>
      <dgm:spPr>
        <a:noFill/>
        <a:ln w="6350" cap="flat" cmpd="sng" algn="ctr">
          <a:solidFill>
            <a:schemeClr val="accent3">
              <a:hueOff val="0"/>
              <a:satOff val="0"/>
              <a:lumOff val="0"/>
              <a:alphaOff val="0"/>
            </a:schemeClr>
          </a:solidFill>
          <a:prstDash val="dash"/>
          <a:miter lim="800000"/>
        </a:ln>
        <a:effectLst/>
      </dgm:spPr>
    </dgm:pt>
    <dgm:pt modelId="{F805C266-B34A-4DD3-8D8D-FBE29FCDE656}" type="pres">
      <dgm:prSet presAssocID="{2369D34B-42F8-426A-8EA5-E75D768767D4}" presName="ConnectorPoint" presStyleLbl="alignNode1" presStyleIdx="7" presStyleCnt="12"/>
      <dgm:spPr/>
    </dgm:pt>
    <dgm:pt modelId="{BDB1512D-B0B6-48D9-8FA1-2664863AD160}" type="pres">
      <dgm:prSet presAssocID="{2369D34B-42F8-426A-8EA5-E75D768767D4}" presName="EmptyPlaceHolder" presStyleCnt="0"/>
      <dgm:spPr/>
    </dgm:pt>
    <dgm:pt modelId="{C973CFC6-4D7A-4BD6-8160-2F17F6F3099A}" type="pres">
      <dgm:prSet presAssocID="{48C3E368-127E-4778-AE69-EFF1EF9C949B}" presName="spaceBetweenRectangles" presStyleCnt="0"/>
      <dgm:spPr/>
    </dgm:pt>
    <dgm:pt modelId="{580243EA-FCFC-464C-B327-684D08DE7C73}" type="pres">
      <dgm:prSet presAssocID="{65B90E1B-222E-430A-9264-24E15FFB0626}" presName="composite" presStyleCnt="0"/>
      <dgm:spPr/>
    </dgm:pt>
    <dgm:pt modelId="{C2930272-1AB9-4C2E-97C9-2628C8AB6816}" type="pres">
      <dgm:prSet presAssocID="{65B90E1B-222E-430A-9264-24E15FFB0626}" presName="L1TextContainer" presStyleLbl="revTx" presStyleIdx="8" presStyleCnt="12" custLinFactNeighborX="1165">
        <dgm:presLayoutVars>
          <dgm:chMax val="1"/>
          <dgm:chPref val="1"/>
          <dgm:bulletEnabled val="1"/>
        </dgm:presLayoutVars>
      </dgm:prSet>
      <dgm:spPr/>
    </dgm:pt>
    <dgm:pt modelId="{98DA684C-2E23-49C6-BB38-90B4A7A463EF}" type="pres">
      <dgm:prSet presAssocID="{65B90E1B-222E-430A-9264-24E15FFB0626}" presName="L2TextContainerWrapper" presStyleCnt="0">
        <dgm:presLayoutVars>
          <dgm:chMax val="0"/>
          <dgm:chPref val="0"/>
          <dgm:bulletEnabled val="1"/>
        </dgm:presLayoutVars>
      </dgm:prSet>
      <dgm:spPr/>
    </dgm:pt>
    <dgm:pt modelId="{7B00AE45-ED4D-4F06-8CBC-03A637A7B6F3}" type="pres">
      <dgm:prSet presAssocID="{65B90E1B-222E-430A-9264-24E15FFB0626}" presName="L2TextContainer" presStyleLbl="bgAcc1" presStyleIdx="8" presStyleCnt="12" custLinFactNeighborX="2940" custLinFactNeighborY="-1652"/>
      <dgm:spPr/>
    </dgm:pt>
    <dgm:pt modelId="{80825FE6-F09F-4DFE-A3EB-F60F486B47CC}" type="pres">
      <dgm:prSet presAssocID="{65B90E1B-222E-430A-9264-24E15FFB0626}" presName="FlexibleEmptyPlaceHolder" presStyleCnt="0"/>
      <dgm:spPr/>
    </dgm:pt>
    <dgm:pt modelId="{39967EEB-F185-4930-8CE4-10BB8F82FB71}" type="pres">
      <dgm:prSet presAssocID="{65B90E1B-222E-430A-9264-24E15FFB0626}" presName="ConnectLine" presStyleLbl="sibTrans1D1" presStyleIdx="8" presStyleCnt="12"/>
      <dgm:spPr>
        <a:noFill/>
        <a:ln w="6350" cap="flat" cmpd="sng" algn="ctr">
          <a:solidFill>
            <a:schemeClr val="accent3">
              <a:hueOff val="0"/>
              <a:satOff val="0"/>
              <a:lumOff val="0"/>
              <a:alphaOff val="0"/>
            </a:schemeClr>
          </a:solidFill>
          <a:prstDash val="dash"/>
          <a:miter lim="800000"/>
        </a:ln>
        <a:effectLst/>
      </dgm:spPr>
    </dgm:pt>
    <dgm:pt modelId="{39E4BD45-8B45-4E7A-92B0-05AFA6253A75}" type="pres">
      <dgm:prSet presAssocID="{65B90E1B-222E-430A-9264-24E15FFB0626}" presName="ConnectorPoint" presStyleLbl="alignNode1" presStyleIdx="8" presStyleCnt="12"/>
      <dgm:spPr/>
    </dgm:pt>
    <dgm:pt modelId="{35585DF1-E207-4769-B847-3DE98C6B9D81}" type="pres">
      <dgm:prSet presAssocID="{65B90E1B-222E-430A-9264-24E15FFB0626}" presName="EmptyPlaceHolder" presStyleCnt="0"/>
      <dgm:spPr/>
    </dgm:pt>
    <dgm:pt modelId="{F254381F-36E5-405B-BCF0-2BD4C437C400}" type="pres">
      <dgm:prSet presAssocID="{FEE4D3E2-4FD2-44B7-BF47-7AEC27F01FCE}" presName="spaceBetweenRectangles" presStyleCnt="0"/>
      <dgm:spPr/>
    </dgm:pt>
    <dgm:pt modelId="{4E798881-902E-451F-943C-C6F2941FE31B}" type="pres">
      <dgm:prSet presAssocID="{B9E75044-61EC-4E92-A091-3E91CEAEE573}" presName="composite" presStyleCnt="0"/>
      <dgm:spPr/>
    </dgm:pt>
    <dgm:pt modelId="{4D2D1DBD-AC4E-4CBE-8ECF-49713CD1999B}" type="pres">
      <dgm:prSet presAssocID="{B9E75044-61EC-4E92-A091-3E91CEAEE573}" presName="L1TextContainer" presStyleLbl="revTx" presStyleIdx="9" presStyleCnt="12" custLinFactNeighborX="1165">
        <dgm:presLayoutVars>
          <dgm:chMax val="1"/>
          <dgm:chPref val="1"/>
          <dgm:bulletEnabled val="1"/>
        </dgm:presLayoutVars>
      </dgm:prSet>
      <dgm:spPr/>
    </dgm:pt>
    <dgm:pt modelId="{2491ACE3-4D22-4B31-9BBC-217D0A9A5E0A}" type="pres">
      <dgm:prSet presAssocID="{B9E75044-61EC-4E92-A091-3E91CEAEE573}" presName="L2TextContainerWrapper" presStyleCnt="0">
        <dgm:presLayoutVars>
          <dgm:chMax val="0"/>
          <dgm:chPref val="0"/>
          <dgm:bulletEnabled val="1"/>
        </dgm:presLayoutVars>
      </dgm:prSet>
      <dgm:spPr/>
    </dgm:pt>
    <dgm:pt modelId="{DA65C079-62BB-4B09-9707-DF65C13B57BE}" type="pres">
      <dgm:prSet presAssocID="{B9E75044-61EC-4E92-A091-3E91CEAEE573}" presName="L2TextContainer" presStyleLbl="bgAcc1" presStyleIdx="9" presStyleCnt="12"/>
      <dgm:spPr/>
    </dgm:pt>
    <dgm:pt modelId="{C2E6B6E3-6431-4AC4-9DEB-C1AF40DA5E0B}" type="pres">
      <dgm:prSet presAssocID="{B9E75044-61EC-4E92-A091-3E91CEAEE573}" presName="FlexibleEmptyPlaceHolder" presStyleCnt="0"/>
      <dgm:spPr/>
    </dgm:pt>
    <dgm:pt modelId="{68554BC5-3581-41F8-9FD3-F802D1AE79F1}" type="pres">
      <dgm:prSet presAssocID="{B9E75044-61EC-4E92-A091-3E91CEAEE573}" presName="ConnectLine" presStyleLbl="sibTrans1D1" presStyleIdx="9" presStyleCnt="12"/>
      <dgm:spPr>
        <a:noFill/>
        <a:ln w="6350" cap="flat" cmpd="sng" algn="ctr">
          <a:solidFill>
            <a:schemeClr val="accent3">
              <a:hueOff val="0"/>
              <a:satOff val="0"/>
              <a:lumOff val="0"/>
              <a:alphaOff val="0"/>
            </a:schemeClr>
          </a:solidFill>
          <a:prstDash val="dash"/>
          <a:miter lim="800000"/>
        </a:ln>
        <a:effectLst/>
      </dgm:spPr>
    </dgm:pt>
    <dgm:pt modelId="{A62C73E6-D156-4F1C-9BAB-DD8E7276BDD9}" type="pres">
      <dgm:prSet presAssocID="{B9E75044-61EC-4E92-A091-3E91CEAEE573}" presName="ConnectorPoint" presStyleLbl="alignNode1" presStyleIdx="9" presStyleCnt="12"/>
      <dgm:spPr/>
    </dgm:pt>
    <dgm:pt modelId="{2CBBA5AD-7D11-4E0E-89B1-4A45F16A583F}" type="pres">
      <dgm:prSet presAssocID="{B9E75044-61EC-4E92-A091-3E91CEAEE573}" presName="EmptyPlaceHolder" presStyleCnt="0"/>
      <dgm:spPr/>
    </dgm:pt>
    <dgm:pt modelId="{47C41E4B-495D-45B6-8F4E-43FFC21CB0A6}" type="pres">
      <dgm:prSet presAssocID="{725E7D26-A83A-4C10-B80B-2FCF12923BC0}" presName="spaceBetweenRectangles" presStyleCnt="0"/>
      <dgm:spPr/>
    </dgm:pt>
    <dgm:pt modelId="{179E35E5-3C2C-447D-ACE0-E42BE4A6B116}" type="pres">
      <dgm:prSet presAssocID="{432E39F1-10C7-4853-A7D5-E0DAE08548BD}" presName="composite" presStyleCnt="0"/>
      <dgm:spPr/>
    </dgm:pt>
    <dgm:pt modelId="{D0803CE3-7560-4DE2-A9F5-B58987E0D4C2}" type="pres">
      <dgm:prSet presAssocID="{432E39F1-10C7-4853-A7D5-E0DAE08548BD}" presName="L1TextContainer" presStyleLbl="revTx" presStyleIdx="10" presStyleCnt="12" custLinFactNeighborX="1165">
        <dgm:presLayoutVars>
          <dgm:chMax val="1"/>
          <dgm:chPref val="1"/>
          <dgm:bulletEnabled val="1"/>
        </dgm:presLayoutVars>
      </dgm:prSet>
      <dgm:spPr/>
    </dgm:pt>
    <dgm:pt modelId="{A3EB4F6C-A8EF-4613-BE1D-FE6466943225}" type="pres">
      <dgm:prSet presAssocID="{432E39F1-10C7-4853-A7D5-E0DAE08548BD}" presName="L2TextContainerWrapper" presStyleCnt="0">
        <dgm:presLayoutVars>
          <dgm:chMax val="0"/>
          <dgm:chPref val="0"/>
          <dgm:bulletEnabled val="1"/>
        </dgm:presLayoutVars>
      </dgm:prSet>
      <dgm:spPr/>
    </dgm:pt>
    <dgm:pt modelId="{97832E46-0CD4-427A-B92C-16F0CCC4B79A}" type="pres">
      <dgm:prSet presAssocID="{432E39F1-10C7-4853-A7D5-E0DAE08548BD}" presName="L2TextContainer" presStyleLbl="bgAcc1" presStyleIdx="10" presStyleCnt="12"/>
      <dgm:spPr/>
    </dgm:pt>
    <dgm:pt modelId="{718CA751-3CC2-41C2-A95C-FD40F63D43E6}" type="pres">
      <dgm:prSet presAssocID="{432E39F1-10C7-4853-A7D5-E0DAE08548BD}" presName="FlexibleEmptyPlaceHolder" presStyleCnt="0"/>
      <dgm:spPr/>
    </dgm:pt>
    <dgm:pt modelId="{3056B55B-2577-4B73-8161-7EEE15000902}" type="pres">
      <dgm:prSet presAssocID="{432E39F1-10C7-4853-A7D5-E0DAE08548BD}" presName="ConnectLine" presStyleLbl="sibTrans1D1" presStyleIdx="10" presStyleCnt="12"/>
      <dgm:spPr>
        <a:noFill/>
        <a:ln w="6350" cap="flat" cmpd="sng" algn="ctr">
          <a:solidFill>
            <a:schemeClr val="accent3">
              <a:hueOff val="0"/>
              <a:satOff val="0"/>
              <a:lumOff val="0"/>
              <a:alphaOff val="0"/>
            </a:schemeClr>
          </a:solidFill>
          <a:prstDash val="dash"/>
          <a:miter lim="800000"/>
        </a:ln>
        <a:effectLst/>
      </dgm:spPr>
    </dgm:pt>
    <dgm:pt modelId="{BF379067-91C4-498F-8FCB-FAE3BC8D6B80}" type="pres">
      <dgm:prSet presAssocID="{432E39F1-10C7-4853-A7D5-E0DAE08548BD}" presName="ConnectorPoint" presStyleLbl="alignNode1" presStyleIdx="10" presStyleCnt="12"/>
      <dgm:spPr/>
    </dgm:pt>
    <dgm:pt modelId="{46C1E870-62F0-41E1-B8CD-BA5689C8D5DA}" type="pres">
      <dgm:prSet presAssocID="{432E39F1-10C7-4853-A7D5-E0DAE08548BD}" presName="EmptyPlaceHolder" presStyleCnt="0"/>
      <dgm:spPr/>
    </dgm:pt>
    <dgm:pt modelId="{89F98F13-11DF-4573-B16A-3A3A28336296}" type="pres">
      <dgm:prSet presAssocID="{3D06124F-2CA2-4B06-A4CD-D493FC2492DE}" presName="spaceBetweenRectangles" presStyleCnt="0"/>
      <dgm:spPr/>
    </dgm:pt>
    <dgm:pt modelId="{EAC34E5C-19BC-4C79-8BCF-992D17C51A87}" type="pres">
      <dgm:prSet presAssocID="{C295489D-1691-42C7-90B8-09B831248741}" presName="composite" presStyleCnt="0"/>
      <dgm:spPr/>
    </dgm:pt>
    <dgm:pt modelId="{39EDAA16-286C-4164-9C20-FEC58D4843DB}" type="pres">
      <dgm:prSet presAssocID="{C295489D-1691-42C7-90B8-09B831248741}" presName="L1TextContainer" presStyleLbl="revTx" presStyleIdx="11" presStyleCnt="12">
        <dgm:presLayoutVars>
          <dgm:chMax val="1"/>
          <dgm:chPref val="1"/>
          <dgm:bulletEnabled val="1"/>
        </dgm:presLayoutVars>
      </dgm:prSet>
      <dgm:spPr/>
    </dgm:pt>
    <dgm:pt modelId="{8439CF42-0084-4994-95E1-0C5CF0D1792C}" type="pres">
      <dgm:prSet presAssocID="{C295489D-1691-42C7-90B8-09B831248741}" presName="L2TextContainerWrapper" presStyleCnt="0">
        <dgm:presLayoutVars>
          <dgm:chMax val="0"/>
          <dgm:chPref val="0"/>
          <dgm:bulletEnabled val="1"/>
        </dgm:presLayoutVars>
      </dgm:prSet>
      <dgm:spPr/>
    </dgm:pt>
    <dgm:pt modelId="{5BF6E3CC-1DB1-449F-8A22-851FB7FE3E11}" type="pres">
      <dgm:prSet presAssocID="{C295489D-1691-42C7-90B8-09B831248741}" presName="L2TextContainer" presStyleLbl="bgAcc1" presStyleIdx="11" presStyleCnt="12"/>
      <dgm:spPr/>
    </dgm:pt>
    <dgm:pt modelId="{0C9293D2-DE09-4A6D-929C-4BD31F08C6DB}" type="pres">
      <dgm:prSet presAssocID="{C295489D-1691-42C7-90B8-09B831248741}" presName="FlexibleEmptyPlaceHolder" presStyleCnt="0"/>
      <dgm:spPr/>
    </dgm:pt>
    <dgm:pt modelId="{F50F06ED-988A-48EC-A64E-3E8E1CDF8067}" type="pres">
      <dgm:prSet presAssocID="{C295489D-1691-42C7-90B8-09B831248741}" presName="ConnectLine" presStyleLbl="sibTrans1D1" presStyleIdx="11" presStyleCnt="12"/>
      <dgm:spPr>
        <a:noFill/>
        <a:ln w="6350" cap="flat" cmpd="sng" algn="ctr">
          <a:solidFill>
            <a:schemeClr val="accent3">
              <a:hueOff val="0"/>
              <a:satOff val="0"/>
              <a:lumOff val="0"/>
              <a:alphaOff val="0"/>
            </a:schemeClr>
          </a:solidFill>
          <a:prstDash val="dash"/>
          <a:miter lim="800000"/>
        </a:ln>
        <a:effectLst/>
      </dgm:spPr>
    </dgm:pt>
    <dgm:pt modelId="{8488E2BF-FA08-4D32-A459-0890912414B2}" type="pres">
      <dgm:prSet presAssocID="{C295489D-1691-42C7-90B8-09B831248741}" presName="ConnectorPoint" presStyleLbl="alignNode1" presStyleIdx="11" presStyleCnt="12"/>
      <dgm:spPr/>
    </dgm:pt>
    <dgm:pt modelId="{796861DA-72A8-477D-A4EA-CB7246DE3596}" type="pres">
      <dgm:prSet presAssocID="{C295489D-1691-42C7-90B8-09B831248741}" presName="EmptyPlaceHolder" presStyleCnt="0"/>
      <dgm:spPr/>
    </dgm:pt>
  </dgm:ptLst>
  <dgm:cxnLst>
    <dgm:cxn modelId="{0144B800-5943-4265-A3B8-9F3FF101312D}" type="presOf" srcId="{064A155E-A328-4939-AE4E-E119D7EDBABF}" destId="{9EC40022-CA44-4844-A68F-70B489A53E25}" srcOrd="0" destOrd="0" presId="urn:microsoft.com/office/officeart/2016/7/layout/BasicTimeline"/>
    <dgm:cxn modelId="{B1884C01-05C9-4884-8BCB-4FC45E08141F}" type="presOf" srcId="{432E39F1-10C7-4853-A7D5-E0DAE08548BD}" destId="{D0803CE3-7560-4DE2-A9F5-B58987E0D4C2}" srcOrd="0" destOrd="0" presId="urn:microsoft.com/office/officeart/2016/7/layout/BasicTimeline"/>
    <dgm:cxn modelId="{26852707-4E41-4038-934C-DAEF03B48253}" type="presOf" srcId="{351B0E52-1E8C-4DE3-A938-53077B3EE870}" destId="{15A477E1-0CA6-4CAC-B26D-0E6957D83C69}" srcOrd="0" destOrd="0" presId="urn:microsoft.com/office/officeart/2016/7/layout/BasicTimeline"/>
    <dgm:cxn modelId="{24A5F20F-EDC6-4883-B95C-857B0373DC3E}" type="presOf" srcId="{B9E75044-61EC-4E92-A091-3E91CEAEE573}" destId="{4D2D1DBD-AC4E-4CBE-8ECF-49713CD1999B}" srcOrd="0" destOrd="0" presId="urn:microsoft.com/office/officeart/2016/7/layout/BasicTimeline"/>
    <dgm:cxn modelId="{1076FC10-AB5E-463A-B7CD-8828B521D172}" type="presOf" srcId="{C295489D-1691-42C7-90B8-09B831248741}" destId="{39EDAA16-286C-4164-9C20-FEC58D4843DB}" srcOrd="0" destOrd="0" presId="urn:microsoft.com/office/officeart/2016/7/layout/BasicTimeline"/>
    <dgm:cxn modelId="{48598211-027F-4850-A647-74817DB0FC9F}" srcId="{FC4AFDD9-7D71-4F0B-B7C4-82703CA10BE1}" destId="{2369D34B-42F8-426A-8EA5-E75D768767D4}" srcOrd="7" destOrd="0" parTransId="{4D34602C-0359-4FFA-835F-0FADE50CBF37}" sibTransId="{48C3E368-127E-4778-AE69-EFF1EF9C949B}"/>
    <dgm:cxn modelId="{1AF33F1D-CDDF-4C82-A8D0-42109ECAB6C5}" srcId="{432E39F1-10C7-4853-A7D5-E0DAE08548BD}" destId="{218D9694-9FE7-45C9-A888-6CB45A5F8207}" srcOrd="0" destOrd="0" parTransId="{A3962C2F-9C69-487E-9F3C-33DDCCF8E18F}" sibTransId="{152C4BED-3D2B-4D3B-A82D-9ECD99EB3B87}"/>
    <dgm:cxn modelId="{1EC2A622-9FCC-42DE-BC37-309011204C77}" type="presOf" srcId="{D31EE92D-FD9A-4C42-AF2A-E11C5332319D}" destId="{01AB89FF-FD91-4061-825B-24E07505EBF1}" srcOrd="0" destOrd="0" presId="urn:microsoft.com/office/officeart/2016/7/layout/BasicTimeline"/>
    <dgm:cxn modelId="{C441933A-B969-4582-B479-E673E19D432A}" type="presOf" srcId="{65B90E1B-222E-430A-9264-24E15FFB0626}" destId="{C2930272-1AB9-4C2E-97C9-2628C8AB6816}" srcOrd="0" destOrd="0" presId="urn:microsoft.com/office/officeart/2016/7/layout/BasicTimeline"/>
    <dgm:cxn modelId="{DDAEA53A-13A0-4350-B697-FCF28B3E856D}" type="presOf" srcId="{2369D34B-42F8-426A-8EA5-E75D768767D4}" destId="{5127863B-7825-429B-A790-D5C424B262E3}" srcOrd="0" destOrd="0" presId="urn:microsoft.com/office/officeart/2016/7/layout/BasicTimeline"/>
    <dgm:cxn modelId="{0B3EB05B-6BEA-4E7D-92C7-444EAE8001C8}" type="presOf" srcId="{85721749-4CBD-4624-95D6-94A624541F98}" destId="{DB8E2ED8-1FFC-45CC-BAD4-AE032D7A4E72}" srcOrd="0" destOrd="0" presId="urn:microsoft.com/office/officeart/2016/7/layout/BasicTimeline"/>
    <dgm:cxn modelId="{0D173E5E-B4EE-4C1A-ABEE-3D6720991108}" srcId="{FC4AFDD9-7D71-4F0B-B7C4-82703CA10BE1}" destId="{B9E75044-61EC-4E92-A091-3E91CEAEE573}" srcOrd="9" destOrd="0" parTransId="{8C41CD02-07F5-42CE-A50D-8DC2203555EA}" sibTransId="{725E7D26-A83A-4C10-B80B-2FCF12923BC0}"/>
    <dgm:cxn modelId="{238B1741-6DBC-4140-AD42-5E8557429FC2}" type="presOf" srcId="{B8DF112F-046A-40BF-A22A-BCEED3EFEA2B}" destId="{F1C6B120-5C5E-40E0-84D7-5D73AEC1D44E}" srcOrd="0" destOrd="0" presId="urn:microsoft.com/office/officeart/2016/7/layout/BasicTimeline"/>
    <dgm:cxn modelId="{116C6F63-33D5-4D40-99A1-C4FFB9DF9A46}" type="presOf" srcId="{0CD63117-D6AD-4EF2-A7CF-D18CA0E82751}" destId="{2F759559-0661-4A40-90C3-7305045628B5}" srcOrd="0" destOrd="0" presId="urn:microsoft.com/office/officeart/2016/7/layout/BasicTimeline"/>
    <dgm:cxn modelId="{EF14FF46-60BE-4D74-92FE-1698DB642181}" type="presOf" srcId="{8BE08995-9938-4DB5-A538-E83F0DEA7E7D}" destId="{7B00AE45-ED4D-4F06-8CBC-03A637A7B6F3}" srcOrd="0" destOrd="0" presId="urn:microsoft.com/office/officeart/2016/7/layout/BasicTimeline"/>
    <dgm:cxn modelId="{B9862D48-B47B-48FE-9728-6537470410C8}" srcId="{F0A4FCA3-3BCE-48D7-A54E-D12F1C7B745D}" destId="{729ED178-EF77-449D-A2D7-8C3C62C1D2FC}" srcOrd="0" destOrd="0" parTransId="{A65F768B-A47B-4714-84B6-B6038B9741B6}" sibTransId="{394640C9-F1B8-4672-9046-ADEAF7C161AA}"/>
    <dgm:cxn modelId="{E55EEF48-D87F-4999-A972-C5E070A15264}" srcId="{2FC861A4-853E-48BA-A4D6-3D4937B06BA0}" destId="{C8296DCB-C604-4A0F-A1F7-FF9A402ECC3E}" srcOrd="0" destOrd="0" parTransId="{D6976185-DEDA-429F-B29B-44E8A0D0C625}" sibTransId="{2B3F91CA-565A-4F11-B071-EB125E6331D7}"/>
    <dgm:cxn modelId="{925EF448-D2B0-46DA-9AE7-040997F0CABB}" type="presOf" srcId="{729ED178-EF77-449D-A2D7-8C3C62C1D2FC}" destId="{2E021445-E902-4F07-8E0A-3941633B3160}" srcOrd="0" destOrd="0" presId="urn:microsoft.com/office/officeart/2016/7/layout/BasicTimeline"/>
    <dgm:cxn modelId="{80665E4B-3904-4110-8611-25571A0A6D1E}" srcId="{2369D34B-42F8-426A-8EA5-E75D768767D4}" destId="{0CD63117-D6AD-4EF2-A7CF-D18CA0E82751}" srcOrd="0" destOrd="0" parTransId="{60F7E8D6-21C5-43B2-9584-276334DD614A}" sibTransId="{1937BADF-FC13-423F-8CA8-A609E394611F}"/>
    <dgm:cxn modelId="{06374D4F-A04F-4D7F-A63C-8C6EDB2DBD2B}" srcId="{FC4AFDD9-7D71-4F0B-B7C4-82703CA10BE1}" destId="{432E39F1-10C7-4853-A7D5-E0DAE08548BD}" srcOrd="10" destOrd="0" parTransId="{54F8ADA2-B04F-4431-860D-47FBF853E3BB}" sibTransId="{3D06124F-2CA2-4B06-A4CD-D493FC2492DE}"/>
    <dgm:cxn modelId="{57C57452-C00A-4E18-A421-DA5526C1D0DA}" type="presOf" srcId="{F0A4FCA3-3BCE-48D7-A54E-D12F1C7B745D}" destId="{2A3A6201-4B99-4CD4-9834-6F0E9E7B1F40}" srcOrd="0" destOrd="0" presId="urn:microsoft.com/office/officeart/2016/7/layout/BasicTimeline"/>
    <dgm:cxn modelId="{F12A9E73-32EF-4B82-A229-5C1E7EA873B4}" srcId="{B9E75044-61EC-4E92-A091-3E91CEAEE573}" destId="{0CDFCBAF-AA30-40E6-AFA5-318273D2D1A9}" srcOrd="0" destOrd="0" parTransId="{F5C3E9E8-1D3E-4FB5-9603-95310CDA6EC7}" sibTransId="{BDBFCFE1-489C-4C91-B08F-8CA029EDDEC3}"/>
    <dgm:cxn modelId="{69B47557-4EFD-4CC0-B588-CDCA0450E061}" srcId="{FC4AFDD9-7D71-4F0B-B7C4-82703CA10BE1}" destId="{D31EE92D-FD9A-4C42-AF2A-E11C5332319D}" srcOrd="1" destOrd="0" parTransId="{D74CA2CA-E5A2-4038-A697-71EC68BCE278}" sibTransId="{D9F9F81F-46AD-4830-A8A5-5EE128A887F9}"/>
    <dgm:cxn modelId="{368F8658-AA2B-4151-9924-128F3850EDCA}" srcId="{E708DB21-2644-4A8A-A0B6-DEAF9F6FA224}" destId="{8F99FF8E-CA28-4C81-9D3A-846E8BB235A0}" srcOrd="0" destOrd="0" parTransId="{B205980B-E2B4-4D9A-B104-E6D324EEC7C6}" sibTransId="{D0D89D0A-5890-49BC-B737-F879C57AE7B1}"/>
    <dgm:cxn modelId="{E85E847C-CFF7-4274-9E05-1CD1657FC6E9}" srcId="{FC4AFDD9-7D71-4F0B-B7C4-82703CA10BE1}" destId="{F0A4FCA3-3BCE-48D7-A54E-D12F1C7B745D}" srcOrd="5" destOrd="0" parTransId="{23540941-7AF0-442B-B900-0C791C47502E}" sibTransId="{A81B11A8-2D2C-492F-961C-21612F555456}"/>
    <dgm:cxn modelId="{A224C77F-B8A7-492E-AA61-F8314CD8C17F}" type="presOf" srcId="{0A2AA8D9-43FB-4BBE-8217-B641687EBC8A}" destId="{0809CFBA-2637-4701-A0F6-B51C9368BE48}" srcOrd="0" destOrd="0" presId="urn:microsoft.com/office/officeart/2016/7/layout/BasicTimeline"/>
    <dgm:cxn modelId="{0D90C582-6535-4061-94E5-3CB7C680A95E}" srcId="{0DAE2AC4-A03C-4785-AD60-D0494A60E0CE}" destId="{139C8155-978E-4831-931C-E77E2939CD13}" srcOrd="0" destOrd="0" parTransId="{3E9C468B-1BC3-4A16-83E3-9D9AD72E0EA5}" sibTransId="{CC892E7E-4376-492E-91FA-284B44C4A29C}"/>
    <dgm:cxn modelId="{CFDBE386-E4F2-40DE-94DB-492FF8C2E23B}" srcId="{FC4AFDD9-7D71-4F0B-B7C4-82703CA10BE1}" destId="{0DAE2AC4-A03C-4785-AD60-D0494A60E0CE}" srcOrd="6" destOrd="0" parTransId="{DC910F10-CC9B-4D35-A261-529BCE4833A9}" sibTransId="{1220476A-5445-48CF-BD72-BC6F123C1741}"/>
    <dgm:cxn modelId="{3852C798-E9A3-4AAA-B83D-0561E17A6A51}" srcId="{D31EE92D-FD9A-4C42-AF2A-E11C5332319D}" destId="{85721749-4CBD-4624-95D6-94A624541F98}" srcOrd="0" destOrd="0" parTransId="{32918457-0A2D-4CD4-83DC-9A2745AF9C45}" sibTransId="{C1B0B1C1-26F4-44F6-A1F6-D82883B254FA}"/>
    <dgm:cxn modelId="{0C761CA0-A0E3-4139-B46B-B09BC3F0FA7B}" type="presOf" srcId="{0CDFCBAF-AA30-40E6-AFA5-318273D2D1A9}" destId="{DA65C079-62BB-4B09-9707-DF65C13B57BE}" srcOrd="0" destOrd="0" presId="urn:microsoft.com/office/officeart/2016/7/layout/BasicTimeline"/>
    <dgm:cxn modelId="{698786AC-C8A7-4497-A902-DE9C0CE9C4B8}" type="presOf" srcId="{0DAE2AC4-A03C-4785-AD60-D0494A60E0CE}" destId="{3F7A4435-701A-4230-8A8F-03FF0B63A0FD}" srcOrd="0" destOrd="0" presId="urn:microsoft.com/office/officeart/2016/7/layout/BasicTimeline"/>
    <dgm:cxn modelId="{5FA288B1-AF62-4732-BE30-32B183EB6148}" type="presOf" srcId="{218D9694-9FE7-45C9-A888-6CB45A5F8207}" destId="{97832E46-0CD4-427A-B92C-16F0CCC4B79A}" srcOrd="0" destOrd="0" presId="urn:microsoft.com/office/officeart/2016/7/layout/BasicTimeline"/>
    <dgm:cxn modelId="{E57B19B8-1453-4112-9290-72D9C128F45C}" srcId="{FC4AFDD9-7D71-4F0B-B7C4-82703CA10BE1}" destId="{E708DB21-2644-4A8A-A0B6-DEAF9F6FA224}" srcOrd="4" destOrd="0" parTransId="{9CABDB7D-2335-4CC9-ABEE-BCB445562510}" sibTransId="{382AA33A-5AF6-4DEA-B86B-B989F1A455FF}"/>
    <dgm:cxn modelId="{52119CC0-7856-4B23-850E-B00EB3ADB0CE}" type="presOf" srcId="{C8296DCB-C604-4A0F-A1F7-FF9A402ECC3E}" destId="{AE8E2E01-3981-4E81-BBD8-701D4DCA39A4}" srcOrd="0" destOrd="0" presId="urn:microsoft.com/office/officeart/2016/7/layout/BasicTimeline"/>
    <dgm:cxn modelId="{61B8EDC2-BD77-4098-B1DA-39AF24281F54}" srcId="{0A2AA8D9-43FB-4BBE-8217-B641687EBC8A}" destId="{064A155E-A328-4939-AE4E-E119D7EDBABF}" srcOrd="0" destOrd="0" parTransId="{5DB20CEF-16D1-4221-AAC8-79DA6A0A181A}" sibTransId="{4C602E2B-CCD4-466D-B9CB-A0AC99E07A02}"/>
    <dgm:cxn modelId="{1128F9C4-321D-47E1-81E1-0F1D03631B6B}" srcId="{FC4AFDD9-7D71-4F0B-B7C4-82703CA10BE1}" destId="{C295489D-1691-42C7-90B8-09B831248741}" srcOrd="11" destOrd="0" parTransId="{AE566CD1-9D98-409C-85EA-67E37B8449E8}" sibTransId="{CA7DB624-262A-4DEE-9B63-19744C010D2B}"/>
    <dgm:cxn modelId="{10F73EC5-F5BD-447B-A03C-61BD938FFB38}" type="presOf" srcId="{139C8155-978E-4831-931C-E77E2939CD13}" destId="{DB596B3D-5796-4199-8D4E-F25498BBF348}" srcOrd="0" destOrd="0" presId="urn:microsoft.com/office/officeart/2016/7/layout/BasicTimeline"/>
    <dgm:cxn modelId="{00EE01CF-B98B-4B24-BDE9-17EF6A5ADEA4}" type="presOf" srcId="{64CEDF71-3A71-4270-A1AA-97C57A0FCDFD}" destId="{5BF6E3CC-1DB1-449F-8A22-851FB7FE3E11}" srcOrd="0" destOrd="0" presId="urn:microsoft.com/office/officeart/2016/7/layout/BasicTimeline"/>
    <dgm:cxn modelId="{8BE9AFD1-4B97-4CE8-B929-723980CFF950}" srcId="{FC4AFDD9-7D71-4F0B-B7C4-82703CA10BE1}" destId="{0A2AA8D9-43FB-4BBE-8217-B641687EBC8A}" srcOrd="0" destOrd="0" parTransId="{B3513740-8FAF-4CCC-BEBA-0AB42B2100F7}" sibTransId="{471544FE-0AF0-433F-8700-1907BCEDADDF}"/>
    <dgm:cxn modelId="{4E42BED1-5787-4F51-850C-3DC4357766D0}" type="presOf" srcId="{E708DB21-2644-4A8A-A0B6-DEAF9F6FA224}" destId="{B87A2CF1-6AE6-4DB8-BF76-04DD52BD8BEF}" srcOrd="0" destOrd="0" presId="urn:microsoft.com/office/officeart/2016/7/layout/BasicTimeline"/>
    <dgm:cxn modelId="{6428E1D3-2F23-4341-9B63-331B1EE0AB5A}" srcId="{FC4AFDD9-7D71-4F0B-B7C4-82703CA10BE1}" destId="{65B90E1B-222E-430A-9264-24E15FFB0626}" srcOrd="8" destOrd="0" parTransId="{BCFB1413-6FD3-44B9-8A09-5B674B5D31D4}" sibTransId="{FEE4D3E2-4FD2-44B7-BF47-7AEC27F01FCE}"/>
    <dgm:cxn modelId="{A0DF10D7-8091-417C-8581-E9EE66601A4E}" srcId="{FC4AFDD9-7D71-4F0B-B7C4-82703CA10BE1}" destId="{B8DF112F-046A-40BF-A22A-BCEED3EFEA2B}" srcOrd="3" destOrd="0" parTransId="{C2A2E9B8-64E0-49E1-BBA4-79930D7021AA}" sibTransId="{AC9F9C5B-7B99-4EA1-A934-9CCC6E3A26E6}"/>
    <dgm:cxn modelId="{279A6BE3-E2FC-4E64-8634-D7CD5C3DAD47}" type="presOf" srcId="{2FC861A4-853E-48BA-A4D6-3D4937B06BA0}" destId="{5DF2DB41-E134-4516-889E-A4838A1A0A96}" srcOrd="0" destOrd="0" presId="urn:microsoft.com/office/officeart/2016/7/layout/BasicTimeline"/>
    <dgm:cxn modelId="{445D9EE7-F169-4130-B9EA-070664445F65}" srcId="{FC4AFDD9-7D71-4F0B-B7C4-82703CA10BE1}" destId="{2FC861A4-853E-48BA-A4D6-3D4937B06BA0}" srcOrd="2" destOrd="0" parTransId="{0FE8C6D5-FEAF-4E6E-9917-5F637B1144D7}" sibTransId="{35BD52E0-D944-4455-94F1-855CE3206422}"/>
    <dgm:cxn modelId="{BD01F7EA-FD48-43F7-BFE7-4569897B24CA}" srcId="{65B90E1B-222E-430A-9264-24E15FFB0626}" destId="{8BE08995-9938-4DB5-A538-E83F0DEA7E7D}" srcOrd="0" destOrd="0" parTransId="{27529A7D-7634-4B7B-82BC-7E5296502212}" sibTransId="{D0567CE7-4F8B-4C2F-9DE5-1839F0DD7A0A}"/>
    <dgm:cxn modelId="{D7A517ED-4162-418F-91F8-DD2E790187FA}" srcId="{B8DF112F-046A-40BF-A22A-BCEED3EFEA2B}" destId="{351B0E52-1E8C-4DE3-A938-53077B3EE870}" srcOrd="0" destOrd="0" parTransId="{20ED4B0A-D499-47DD-93DA-F645CB58A858}" sibTransId="{111271FA-E096-4F64-8DC0-B27D947F7DA2}"/>
    <dgm:cxn modelId="{D3CFFCED-59C2-4C73-8AE7-048AE0686941}" srcId="{C295489D-1691-42C7-90B8-09B831248741}" destId="{64CEDF71-3A71-4270-A1AA-97C57A0FCDFD}" srcOrd="0" destOrd="0" parTransId="{44F4AA45-2A1E-472D-B79B-942C09F1B66D}" sibTransId="{181C5A34-9BAB-4DCD-AC68-D347696D6DB6}"/>
    <dgm:cxn modelId="{74DF37F4-8810-4390-87C1-08AE87856C97}" type="presOf" srcId="{FC4AFDD9-7D71-4F0B-B7C4-82703CA10BE1}" destId="{7D43E077-CA79-40CF-A08F-5ACC59FAECD4}" srcOrd="0" destOrd="0" presId="urn:microsoft.com/office/officeart/2016/7/layout/BasicTimeline"/>
    <dgm:cxn modelId="{1139EDFD-0392-4184-81D3-67174928B6AD}" type="presOf" srcId="{8F99FF8E-CA28-4C81-9D3A-846E8BB235A0}" destId="{B5C6C3D6-4F0F-4886-90D9-47FFD4A65FAB}" srcOrd="0" destOrd="0" presId="urn:microsoft.com/office/officeart/2016/7/layout/BasicTimeline"/>
    <dgm:cxn modelId="{941060EA-B992-4CD1-A236-87AA07491E4A}" type="presParOf" srcId="{7D43E077-CA79-40CF-A08F-5ACC59FAECD4}" destId="{06E68683-F150-4CF7-9FE1-B623F44EC359}" srcOrd="0" destOrd="0" presId="urn:microsoft.com/office/officeart/2016/7/layout/BasicTimeline"/>
    <dgm:cxn modelId="{26C092F4-C6C1-42F6-9772-6A3444364A39}" type="presParOf" srcId="{7D43E077-CA79-40CF-A08F-5ACC59FAECD4}" destId="{F4EBD763-5355-4563-A3F5-043A8A92EF96}" srcOrd="1" destOrd="0" presId="urn:microsoft.com/office/officeart/2016/7/layout/BasicTimeline"/>
    <dgm:cxn modelId="{10946159-7A1A-4918-A6ED-A9FFE0B09DCA}" type="presParOf" srcId="{F4EBD763-5355-4563-A3F5-043A8A92EF96}" destId="{330ACE29-B9E0-4A25-9A6F-82A2A6280FDC}" srcOrd="0" destOrd="0" presId="urn:microsoft.com/office/officeart/2016/7/layout/BasicTimeline"/>
    <dgm:cxn modelId="{6C13880C-C8B2-405F-8912-85365A0C45CA}" type="presParOf" srcId="{330ACE29-B9E0-4A25-9A6F-82A2A6280FDC}" destId="{0809CFBA-2637-4701-A0F6-B51C9368BE48}" srcOrd="0" destOrd="0" presId="urn:microsoft.com/office/officeart/2016/7/layout/BasicTimeline"/>
    <dgm:cxn modelId="{A6BD127C-E14C-4C00-B8FC-ECA5425A935A}" type="presParOf" srcId="{330ACE29-B9E0-4A25-9A6F-82A2A6280FDC}" destId="{F64E6C46-0011-4ED3-B3F0-38F669693C82}" srcOrd="1" destOrd="0" presId="urn:microsoft.com/office/officeart/2016/7/layout/BasicTimeline"/>
    <dgm:cxn modelId="{EBB6125F-3100-4605-9E15-AB51997DB218}" type="presParOf" srcId="{F64E6C46-0011-4ED3-B3F0-38F669693C82}" destId="{9EC40022-CA44-4844-A68F-70B489A53E25}" srcOrd="0" destOrd="0" presId="urn:microsoft.com/office/officeart/2016/7/layout/BasicTimeline"/>
    <dgm:cxn modelId="{BF5D7604-A2F2-49AB-83D4-A782AE521F68}" type="presParOf" srcId="{F64E6C46-0011-4ED3-B3F0-38F669693C82}" destId="{8E3F596A-4BC3-44C0-A99F-6B21C5CF23C1}" srcOrd="1" destOrd="0" presId="urn:microsoft.com/office/officeart/2016/7/layout/BasicTimeline"/>
    <dgm:cxn modelId="{66EF5729-2458-4468-9C44-B52BE5111CF7}" type="presParOf" srcId="{330ACE29-B9E0-4A25-9A6F-82A2A6280FDC}" destId="{697B8948-32D1-483A-A6D9-A0B621CAA27A}" srcOrd="2" destOrd="0" presId="urn:microsoft.com/office/officeart/2016/7/layout/BasicTimeline"/>
    <dgm:cxn modelId="{CBAF27E1-5012-42FD-AEED-7339446C3E1E}" type="presParOf" srcId="{330ACE29-B9E0-4A25-9A6F-82A2A6280FDC}" destId="{69DE02F4-91BA-43FE-A7BA-F3CE970C3539}" srcOrd="3" destOrd="0" presId="urn:microsoft.com/office/officeart/2016/7/layout/BasicTimeline"/>
    <dgm:cxn modelId="{0B3260A3-1639-4EF1-9796-FEA2D7689D65}" type="presParOf" srcId="{330ACE29-B9E0-4A25-9A6F-82A2A6280FDC}" destId="{4D307404-66DD-496A-AFF2-45B4235B0DC9}" srcOrd="4" destOrd="0" presId="urn:microsoft.com/office/officeart/2016/7/layout/BasicTimeline"/>
    <dgm:cxn modelId="{ED801E83-4D37-45C4-B422-E1CAAF721CA5}" type="presParOf" srcId="{F4EBD763-5355-4563-A3F5-043A8A92EF96}" destId="{4330F68F-C633-42DD-B361-216FC4F73796}" srcOrd="1" destOrd="0" presId="urn:microsoft.com/office/officeart/2016/7/layout/BasicTimeline"/>
    <dgm:cxn modelId="{35FD18E7-4B82-4180-BE7E-D74093DFAB7B}" type="presParOf" srcId="{F4EBD763-5355-4563-A3F5-043A8A92EF96}" destId="{CBB7AED9-3398-4A9E-B966-4F520AC28E9D}" srcOrd="2" destOrd="0" presId="urn:microsoft.com/office/officeart/2016/7/layout/BasicTimeline"/>
    <dgm:cxn modelId="{B522A16D-9171-4113-967A-893CDF95B148}" type="presParOf" srcId="{CBB7AED9-3398-4A9E-B966-4F520AC28E9D}" destId="{01AB89FF-FD91-4061-825B-24E07505EBF1}" srcOrd="0" destOrd="0" presId="urn:microsoft.com/office/officeart/2016/7/layout/BasicTimeline"/>
    <dgm:cxn modelId="{4864872B-DC6B-4E85-9B0C-793F830D6B17}" type="presParOf" srcId="{CBB7AED9-3398-4A9E-B966-4F520AC28E9D}" destId="{77A1C1D5-380E-4970-B9D9-B74F2F29CB9E}" srcOrd="1" destOrd="0" presId="urn:microsoft.com/office/officeart/2016/7/layout/BasicTimeline"/>
    <dgm:cxn modelId="{9751CFCC-A75F-478A-95DA-2B440498480E}" type="presParOf" srcId="{77A1C1D5-380E-4970-B9D9-B74F2F29CB9E}" destId="{DB8E2ED8-1FFC-45CC-BAD4-AE032D7A4E72}" srcOrd="0" destOrd="0" presId="urn:microsoft.com/office/officeart/2016/7/layout/BasicTimeline"/>
    <dgm:cxn modelId="{D0729CD8-995A-4875-A4B8-FF368270B5A8}" type="presParOf" srcId="{77A1C1D5-380E-4970-B9D9-B74F2F29CB9E}" destId="{84AA69FE-49D9-4E01-AA3B-7621845C1B94}" srcOrd="1" destOrd="0" presId="urn:microsoft.com/office/officeart/2016/7/layout/BasicTimeline"/>
    <dgm:cxn modelId="{FFAE0022-A9B8-4909-B978-7C55E40F58A6}" type="presParOf" srcId="{CBB7AED9-3398-4A9E-B966-4F520AC28E9D}" destId="{D631FEFD-A32B-48B7-BBB2-3C1FF7B0744A}" srcOrd="2" destOrd="0" presId="urn:microsoft.com/office/officeart/2016/7/layout/BasicTimeline"/>
    <dgm:cxn modelId="{69603D85-84EB-4370-9D91-7CE6631EB970}" type="presParOf" srcId="{CBB7AED9-3398-4A9E-B966-4F520AC28E9D}" destId="{4C953EFB-5539-4813-B8B3-FD9577771DFC}" srcOrd="3" destOrd="0" presId="urn:microsoft.com/office/officeart/2016/7/layout/BasicTimeline"/>
    <dgm:cxn modelId="{3DE50C50-2219-4774-9A9D-1B273BB2954C}" type="presParOf" srcId="{CBB7AED9-3398-4A9E-B966-4F520AC28E9D}" destId="{38022288-230E-4617-8EB5-89C01AD3D878}" srcOrd="4" destOrd="0" presId="urn:microsoft.com/office/officeart/2016/7/layout/BasicTimeline"/>
    <dgm:cxn modelId="{2AC2DAEA-063E-436D-B480-3A71551D741B}" type="presParOf" srcId="{F4EBD763-5355-4563-A3F5-043A8A92EF96}" destId="{D9700645-E296-4534-B710-536D070D8C72}" srcOrd="3" destOrd="0" presId="urn:microsoft.com/office/officeart/2016/7/layout/BasicTimeline"/>
    <dgm:cxn modelId="{BD207F35-2C24-4BED-BE02-41CC7B4620D1}" type="presParOf" srcId="{F4EBD763-5355-4563-A3F5-043A8A92EF96}" destId="{345C4A99-9396-43A9-A984-AB6DEE1141E3}" srcOrd="4" destOrd="0" presId="urn:microsoft.com/office/officeart/2016/7/layout/BasicTimeline"/>
    <dgm:cxn modelId="{9D2B5D76-1338-4195-993F-CF7CE8754B42}" type="presParOf" srcId="{345C4A99-9396-43A9-A984-AB6DEE1141E3}" destId="{5DF2DB41-E134-4516-889E-A4838A1A0A96}" srcOrd="0" destOrd="0" presId="urn:microsoft.com/office/officeart/2016/7/layout/BasicTimeline"/>
    <dgm:cxn modelId="{3C56099D-AD16-426F-8772-41AD6DB1C4F3}" type="presParOf" srcId="{345C4A99-9396-43A9-A984-AB6DEE1141E3}" destId="{7841DDF9-9ED0-4983-9C7C-BECE5124CA30}" srcOrd="1" destOrd="0" presId="urn:microsoft.com/office/officeart/2016/7/layout/BasicTimeline"/>
    <dgm:cxn modelId="{41C19B11-DC88-43F6-B0C3-96F8A03E74E3}" type="presParOf" srcId="{7841DDF9-9ED0-4983-9C7C-BECE5124CA30}" destId="{AE8E2E01-3981-4E81-BBD8-701D4DCA39A4}" srcOrd="0" destOrd="0" presId="urn:microsoft.com/office/officeart/2016/7/layout/BasicTimeline"/>
    <dgm:cxn modelId="{4B53A3E2-1179-403D-B5EC-3F441BDDC79E}" type="presParOf" srcId="{7841DDF9-9ED0-4983-9C7C-BECE5124CA30}" destId="{37F57261-C925-4E3A-9DC3-C19A859F55B8}" srcOrd="1" destOrd="0" presId="urn:microsoft.com/office/officeart/2016/7/layout/BasicTimeline"/>
    <dgm:cxn modelId="{18AF5D00-5173-411C-8A99-CD2C91202390}" type="presParOf" srcId="{345C4A99-9396-43A9-A984-AB6DEE1141E3}" destId="{2AC857E0-86E8-45CC-95ED-BB184BD602B9}" srcOrd="2" destOrd="0" presId="urn:microsoft.com/office/officeart/2016/7/layout/BasicTimeline"/>
    <dgm:cxn modelId="{0C9184DD-A758-4FDE-82E6-EEB5C7A86E46}" type="presParOf" srcId="{345C4A99-9396-43A9-A984-AB6DEE1141E3}" destId="{0053F144-964F-494C-B677-000C03DBE814}" srcOrd="3" destOrd="0" presId="urn:microsoft.com/office/officeart/2016/7/layout/BasicTimeline"/>
    <dgm:cxn modelId="{7C4CA333-CCC0-43CD-AACC-F78404C0506A}" type="presParOf" srcId="{345C4A99-9396-43A9-A984-AB6DEE1141E3}" destId="{5CE5E8D0-870E-4936-82FA-DE892EDAEDF3}" srcOrd="4" destOrd="0" presId="urn:microsoft.com/office/officeart/2016/7/layout/BasicTimeline"/>
    <dgm:cxn modelId="{A1AC1740-729D-45EA-AF38-D7945C49C54A}" type="presParOf" srcId="{F4EBD763-5355-4563-A3F5-043A8A92EF96}" destId="{7C503586-38A8-4541-B598-0FC88302B2D8}" srcOrd="5" destOrd="0" presId="urn:microsoft.com/office/officeart/2016/7/layout/BasicTimeline"/>
    <dgm:cxn modelId="{761AE99B-7F1B-4F01-802A-7DB71BC52774}" type="presParOf" srcId="{F4EBD763-5355-4563-A3F5-043A8A92EF96}" destId="{24EBC4A7-9315-4B08-937A-26C84D7CAFE1}" srcOrd="6" destOrd="0" presId="urn:microsoft.com/office/officeart/2016/7/layout/BasicTimeline"/>
    <dgm:cxn modelId="{BDFAD6C6-99DC-48B1-BF3F-236A41B8536A}" type="presParOf" srcId="{24EBC4A7-9315-4B08-937A-26C84D7CAFE1}" destId="{F1C6B120-5C5E-40E0-84D7-5D73AEC1D44E}" srcOrd="0" destOrd="0" presId="urn:microsoft.com/office/officeart/2016/7/layout/BasicTimeline"/>
    <dgm:cxn modelId="{8E23B410-FA3F-4DB1-80D9-8A529F6029FA}" type="presParOf" srcId="{24EBC4A7-9315-4B08-937A-26C84D7CAFE1}" destId="{B2DD4C65-10FF-425E-8751-69C290791EAE}" srcOrd="1" destOrd="0" presId="urn:microsoft.com/office/officeart/2016/7/layout/BasicTimeline"/>
    <dgm:cxn modelId="{EC59DAF1-1CF2-4B8E-B148-B4AD9FBC945B}" type="presParOf" srcId="{B2DD4C65-10FF-425E-8751-69C290791EAE}" destId="{15A477E1-0CA6-4CAC-B26D-0E6957D83C69}" srcOrd="0" destOrd="0" presId="urn:microsoft.com/office/officeart/2016/7/layout/BasicTimeline"/>
    <dgm:cxn modelId="{081B0412-735E-4244-AD6A-5EA3422018B1}" type="presParOf" srcId="{B2DD4C65-10FF-425E-8751-69C290791EAE}" destId="{519BA5E6-B7A4-477E-880E-9670B99EE418}" srcOrd="1" destOrd="0" presId="urn:microsoft.com/office/officeart/2016/7/layout/BasicTimeline"/>
    <dgm:cxn modelId="{EBF192C5-6703-4D95-A36D-EE907EC945AC}" type="presParOf" srcId="{24EBC4A7-9315-4B08-937A-26C84D7CAFE1}" destId="{0104A535-6449-4D36-A035-959728D0F1A9}" srcOrd="2" destOrd="0" presId="urn:microsoft.com/office/officeart/2016/7/layout/BasicTimeline"/>
    <dgm:cxn modelId="{17ED18B5-2A3C-4778-96A0-0E2D8B86724C}" type="presParOf" srcId="{24EBC4A7-9315-4B08-937A-26C84D7CAFE1}" destId="{FDD8D4BF-1544-4C52-9568-9BF80FF75D16}" srcOrd="3" destOrd="0" presId="urn:microsoft.com/office/officeart/2016/7/layout/BasicTimeline"/>
    <dgm:cxn modelId="{7B11ABED-C67B-41F8-9D34-6970E101BFF6}" type="presParOf" srcId="{24EBC4A7-9315-4B08-937A-26C84D7CAFE1}" destId="{2A34B0D5-4E85-4F91-AD86-E5086A6F5435}" srcOrd="4" destOrd="0" presId="urn:microsoft.com/office/officeart/2016/7/layout/BasicTimeline"/>
    <dgm:cxn modelId="{C4BC21A4-4B82-499F-A8D2-B0589B1D9432}" type="presParOf" srcId="{F4EBD763-5355-4563-A3F5-043A8A92EF96}" destId="{860C9A29-4AC2-445C-921C-E2DCDB9215F0}" srcOrd="7" destOrd="0" presId="urn:microsoft.com/office/officeart/2016/7/layout/BasicTimeline"/>
    <dgm:cxn modelId="{0516E79F-DDC4-4941-9C73-ABD1B0AA5F3C}" type="presParOf" srcId="{F4EBD763-5355-4563-A3F5-043A8A92EF96}" destId="{33403F91-BE10-41C8-B53F-3A26E0C99DFD}" srcOrd="8" destOrd="0" presId="urn:microsoft.com/office/officeart/2016/7/layout/BasicTimeline"/>
    <dgm:cxn modelId="{BB14B8B1-6636-4140-9E26-2EC54C377739}" type="presParOf" srcId="{33403F91-BE10-41C8-B53F-3A26E0C99DFD}" destId="{B87A2CF1-6AE6-4DB8-BF76-04DD52BD8BEF}" srcOrd="0" destOrd="0" presId="urn:microsoft.com/office/officeart/2016/7/layout/BasicTimeline"/>
    <dgm:cxn modelId="{1140BDAA-F881-4DC2-8F6D-0702EE7B2936}" type="presParOf" srcId="{33403F91-BE10-41C8-B53F-3A26E0C99DFD}" destId="{40BFE4CF-FB92-4231-AF3D-99CD8767CFF4}" srcOrd="1" destOrd="0" presId="urn:microsoft.com/office/officeart/2016/7/layout/BasicTimeline"/>
    <dgm:cxn modelId="{CBF078DD-950E-46B3-B612-A1BB5EB9AECA}" type="presParOf" srcId="{40BFE4CF-FB92-4231-AF3D-99CD8767CFF4}" destId="{B5C6C3D6-4F0F-4886-90D9-47FFD4A65FAB}" srcOrd="0" destOrd="0" presId="urn:microsoft.com/office/officeart/2016/7/layout/BasicTimeline"/>
    <dgm:cxn modelId="{E1588C84-5CE4-4ABB-B0C0-77D9022C7E5D}" type="presParOf" srcId="{40BFE4CF-FB92-4231-AF3D-99CD8767CFF4}" destId="{2619C2C6-4CBA-4C89-9890-43A13D731C4E}" srcOrd="1" destOrd="0" presId="urn:microsoft.com/office/officeart/2016/7/layout/BasicTimeline"/>
    <dgm:cxn modelId="{C898635D-8CE4-4DCE-8366-E6D97ABEE3C7}" type="presParOf" srcId="{33403F91-BE10-41C8-B53F-3A26E0C99DFD}" destId="{E8CB2225-1877-4C37-BC0D-C53365254D01}" srcOrd="2" destOrd="0" presId="urn:microsoft.com/office/officeart/2016/7/layout/BasicTimeline"/>
    <dgm:cxn modelId="{C8015375-B736-40B3-8360-2CA2EF62BA3A}" type="presParOf" srcId="{33403F91-BE10-41C8-B53F-3A26E0C99DFD}" destId="{C2CC0490-2CF4-4130-B9CB-FB981CD416C0}" srcOrd="3" destOrd="0" presId="urn:microsoft.com/office/officeart/2016/7/layout/BasicTimeline"/>
    <dgm:cxn modelId="{6F839F6E-B535-4B34-8F39-224B2441013D}" type="presParOf" srcId="{33403F91-BE10-41C8-B53F-3A26E0C99DFD}" destId="{D0CCE179-AFBE-411E-AF91-435A70573C6B}" srcOrd="4" destOrd="0" presId="urn:microsoft.com/office/officeart/2016/7/layout/BasicTimeline"/>
    <dgm:cxn modelId="{E36F7C79-13BD-43F5-A19E-21F1B99B1B23}" type="presParOf" srcId="{F4EBD763-5355-4563-A3F5-043A8A92EF96}" destId="{CF2B5364-DA99-4A71-8852-59C92E4F08A0}" srcOrd="9" destOrd="0" presId="urn:microsoft.com/office/officeart/2016/7/layout/BasicTimeline"/>
    <dgm:cxn modelId="{C153AF6C-4714-4AC8-B86A-507D753CA0C7}" type="presParOf" srcId="{F4EBD763-5355-4563-A3F5-043A8A92EF96}" destId="{AA9DB61F-524D-47D1-BD09-1519BD13EE53}" srcOrd="10" destOrd="0" presId="urn:microsoft.com/office/officeart/2016/7/layout/BasicTimeline"/>
    <dgm:cxn modelId="{CAC22CB9-7F02-4A76-8EB3-B55F55D3F854}" type="presParOf" srcId="{AA9DB61F-524D-47D1-BD09-1519BD13EE53}" destId="{2A3A6201-4B99-4CD4-9834-6F0E9E7B1F40}" srcOrd="0" destOrd="0" presId="urn:microsoft.com/office/officeart/2016/7/layout/BasicTimeline"/>
    <dgm:cxn modelId="{416FE72F-0909-4B24-BB1C-0D10CFE2D11E}" type="presParOf" srcId="{AA9DB61F-524D-47D1-BD09-1519BD13EE53}" destId="{AA80FC48-6DFE-4461-9420-2A6F3121DC27}" srcOrd="1" destOrd="0" presId="urn:microsoft.com/office/officeart/2016/7/layout/BasicTimeline"/>
    <dgm:cxn modelId="{D82BFFEB-A72A-4382-B448-7C4307E1794E}" type="presParOf" srcId="{AA80FC48-6DFE-4461-9420-2A6F3121DC27}" destId="{2E021445-E902-4F07-8E0A-3941633B3160}" srcOrd="0" destOrd="0" presId="urn:microsoft.com/office/officeart/2016/7/layout/BasicTimeline"/>
    <dgm:cxn modelId="{F1680125-5D8E-4179-8243-8E20CA5A06C6}" type="presParOf" srcId="{AA80FC48-6DFE-4461-9420-2A6F3121DC27}" destId="{1239A77D-956D-46D0-B8B0-A3DF715091C8}" srcOrd="1" destOrd="0" presId="urn:microsoft.com/office/officeart/2016/7/layout/BasicTimeline"/>
    <dgm:cxn modelId="{D55508B6-67AE-421E-ADCE-3F80839A2C5C}" type="presParOf" srcId="{AA9DB61F-524D-47D1-BD09-1519BD13EE53}" destId="{E9E1A867-9143-4950-A036-34D8B624C2B4}" srcOrd="2" destOrd="0" presId="urn:microsoft.com/office/officeart/2016/7/layout/BasicTimeline"/>
    <dgm:cxn modelId="{114A10AD-FC88-4E08-BA3C-C1B1311D0754}" type="presParOf" srcId="{AA9DB61F-524D-47D1-BD09-1519BD13EE53}" destId="{CAA750A9-0A98-4F4D-A1E0-E5DE9066C227}" srcOrd="3" destOrd="0" presId="urn:microsoft.com/office/officeart/2016/7/layout/BasicTimeline"/>
    <dgm:cxn modelId="{A616FEE0-5E28-4405-9223-2CFDC0374920}" type="presParOf" srcId="{AA9DB61F-524D-47D1-BD09-1519BD13EE53}" destId="{3D1EA71F-BE73-418A-955E-FC0C1CB45E8C}" srcOrd="4" destOrd="0" presId="urn:microsoft.com/office/officeart/2016/7/layout/BasicTimeline"/>
    <dgm:cxn modelId="{4B8DE5EB-CD3D-4653-AD06-9A11C18800F8}" type="presParOf" srcId="{F4EBD763-5355-4563-A3F5-043A8A92EF96}" destId="{9A447E15-C10C-4C44-9D49-E53098740900}" srcOrd="11" destOrd="0" presId="urn:microsoft.com/office/officeart/2016/7/layout/BasicTimeline"/>
    <dgm:cxn modelId="{1B8F9B85-04E4-41DE-A3A4-F1B1977EFE51}" type="presParOf" srcId="{F4EBD763-5355-4563-A3F5-043A8A92EF96}" destId="{6D56EAB6-C6AA-4D75-B72B-27C32C9B5F16}" srcOrd="12" destOrd="0" presId="urn:microsoft.com/office/officeart/2016/7/layout/BasicTimeline"/>
    <dgm:cxn modelId="{167B304F-E106-4A87-9AF1-DB118CDDEB82}" type="presParOf" srcId="{6D56EAB6-C6AA-4D75-B72B-27C32C9B5F16}" destId="{3F7A4435-701A-4230-8A8F-03FF0B63A0FD}" srcOrd="0" destOrd="0" presId="urn:microsoft.com/office/officeart/2016/7/layout/BasicTimeline"/>
    <dgm:cxn modelId="{0505090E-4A8F-41DC-A3B0-0CA94CFE0087}" type="presParOf" srcId="{6D56EAB6-C6AA-4D75-B72B-27C32C9B5F16}" destId="{22DA6517-0435-4C0C-8439-7946E2DC09EE}" srcOrd="1" destOrd="0" presId="urn:microsoft.com/office/officeart/2016/7/layout/BasicTimeline"/>
    <dgm:cxn modelId="{03934317-4FBF-4D0D-B66E-42DADF6D7E39}" type="presParOf" srcId="{22DA6517-0435-4C0C-8439-7946E2DC09EE}" destId="{DB596B3D-5796-4199-8D4E-F25498BBF348}" srcOrd="0" destOrd="0" presId="urn:microsoft.com/office/officeart/2016/7/layout/BasicTimeline"/>
    <dgm:cxn modelId="{6A0571AE-FA4D-4373-A481-1AA620EC66D4}" type="presParOf" srcId="{22DA6517-0435-4C0C-8439-7946E2DC09EE}" destId="{B8C2255B-0853-472C-AB34-C0B0CAE5A704}" srcOrd="1" destOrd="0" presId="urn:microsoft.com/office/officeart/2016/7/layout/BasicTimeline"/>
    <dgm:cxn modelId="{47EC3C7D-3F83-4654-B2BB-53BAC2171A85}" type="presParOf" srcId="{6D56EAB6-C6AA-4D75-B72B-27C32C9B5F16}" destId="{67DF7070-8BCA-4922-8228-4897B02ED137}" srcOrd="2" destOrd="0" presId="urn:microsoft.com/office/officeart/2016/7/layout/BasicTimeline"/>
    <dgm:cxn modelId="{47FDA62F-7A56-4311-91A0-7A04359950C1}" type="presParOf" srcId="{6D56EAB6-C6AA-4D75-B72B-27C32C9B5F16}" destId="{7D37AF36-30ED-484D-A6D1-5FFBC2297A57}" srcOrd="3" destOrd="0" presId="urn:microsoft.com/office/officeart/2016/7/layout/BasicTimeline"/>
    <dgm:cxn modelId="{0D1D6995-1FEF-4231-B909-6F0CB5CA9386}" type="presParOf" srcId="{6D56EAB6-C6AA-4D75-B72B-27C32C9B5F16}" destId="{3B394486-E2D5-42B0-A3A6-55A1F68AC133}" srcOrd="4" destOrd="0" presId="urn:microsoft.com/office/officeart/2016/7/layout/BasicTimeline"/>
    <dgm:cxn modelId="{3E7645D7-BAC6-4C88-9E55-63E066A2DC31}" type="presParOf" srcId="{F4EBD763-5355-4563-A3F5-043A8A92EF96}" destId="{C93235E0-4602-422B-9399-AFD89D1F5C5B}" srcOrd="13" destOrd="0" presId="urn:microsoft.com/office/officeart/2016/7/layout/BasicTimeline"/>
    <dgm:cxn modelId="{3AACC244-3411-4945-B1CB-4D7CAA021678}" type="presParOf" srcId="{F4EBD763-5355-4563-A3F5-043A8A92EF96}" destId="{3876BF6B-2F83-42BC-8D01-5E47416D7F09}" srcOrd="14" destOrd="0" presId="urn:microsoft.com/office/officeart/2016/7/layout/BasicTimeline"/>
    <dgm:cxn modelId="{6A9AF059-4832-4F55-9231-13CFD005C36D}" type="presParOf" srcId="{3876BF6B-2F83-42BC-8D01-5E47416D7F09}" destId="{5127863B-7825-429B-A790-D5C424B262E3}" srcOrd="0" destOrd="0" presId="urn:microsoft.com/office/officeart/2016/7/layout/BasicTimeline"/>
    <dgm:cxn modelId="{913C1E01-B963-490C-BA58-56AD0ED44BE2}" type="presParOf" srcId="{3876BF6B-2F83-42BC-8D01-5E47416D7F09}" destId="{EE6773FE-990B-44D4-977D-54DCFAD905B0}" srcOrd="1" destOrd="0" presId="urn:microsoft.com/office/officeart/2016/7/layout/BasicTimeline"/>
    <dgm:cxn modelId="{85E88EDB-E609-4079-8833-329E5B7FAFDF}" type="presParOf" srcId="{EE6773FE-990B-44D4-977D-54DCFAD905B0}" destId="{2F759559-0661-4A40-90C3-7305045628B5}" srcOrd="0" destOrd="0" presId="urn:microsoft.com/office/officeart/2016/7/layout/BasicTimeline"/>
    <dgm:cxn modelId="{8035A09D-24C1-4F79-BF9E-688DBFD6F5EB}" type="presParOf" srcId="{EE6773FE-990B-44D4-977D-54DCFAD905B0}" destId="{4DADEFF8-022E-4F0C-9482-0D65A8B78B20}" srcOrd="1" destOrd="0" presId="urn:microsoft.com/office/officeart/2016/7/layout/BasicTimeline"/>
    <dgm:cxn modelId="{5FB9334E-D9E6-4CAB-8BAB-A4695D02C7FD}" type="presParOf" srcId="{3876BF6B-2F83-42BC-8D01-5E47416D7F09}" destId="{C55DB084-8CD4-4F44-9048-62E79B8ED8E3}" srcOrd="2" destOrd="0" presId="urn:microsoft.com/office/officeart/2016/7/layout/BasicTimeline"/>
    <dgm:cxn modelId="{AA67F97C-7856-4C65-943A-A11CAF0315F2}" type="presParOf" srcId="{3876BF6B-2F83-42BC-8D01-5E47416D7F09}" destId="{F805C266-B34A-4DD3-8D8D-FBE29FCDE656}" srcOrd="3" destOrd="0" presId="urn:microsoft.com/office/officeart/2016/7/layout/BasicTimeline"/>
    <dgm:cxn modelId="{E424E5C4-D31D-47CF-B8A5-4D380721337B}" type="presParOf" srcId="{3876BF6B-2F83-42BC-8D01-5E47416D7F09}" destId="{BDB1512D-B0B6-48D9-8FA1-2664863AD160}" srcOrd="4" destOrd="0" presId="urn:microsoft.com/office/officeart/2016/7/layout/BasicTimeline"/>
    <dgm:cxn modelId="{B38E6D3A-C62A-4478-8CE8-4F5E7EAA90C5}" type="presParOf" srcId="{F4EBD763-5355-4563-A3F5-043A8A92EF96}" destId="{C973CFC6-4D7A-4BD6-8160-2F17F6F3099A}" srcOrd="15" destOrd="0" presId="urn:microsoft.com/office/officeart/2016/7/layout/BasicTimeline"/>
    <dgm:cxn modelId="{A871F02B-2F33-4A8E-B3B9-13FCEA795282}" type="presParOf" srcId="{F4EBD763-5355-4563-A3F5-043A8A92EF96}" destId="{580243EA-FCFC-464C-B327-684D08DE7C73}" srcOrd="16" destOrd="0" presId="urn:microsoft.com/office/officeart/2016/7/layout/BasicTimeline"/>
    <dgm:cxn modelId="{B645CE43-384B-4555-9BBC-3D3CB96553FF}" type="presParOf" srcId="{580243EA-FCFC-464C-B327-684D08DE7C73}" destId="{C2930272-1AB9-4C2E-97C9-2628C8AB6816}" srcOrd="0" destOrd="0" presId="urn:microsoft.com/office/officeart/2016/7/layout/BasicTimeline"/>
    <dgm:cxn modelId="{C82A266A-6B08-4C89-8E90-9ABAA35C2E0C}" type="presParOf" srcId="{580243EA-FCFC-464C-B327-684D08DE7C73}" destId="{98DA684C-2E23-49C6-BB38-90B4A7A463EF}" srcOrd="1" destOrd="0" presId="urn:microsoft.com/office/officeart/2016/7/layout/BasicTimeline"/>
    <dgm:cxn modelId="{FAF020BF-27F1-4D15-AE78-01412F0779E5}" type="presParOf" srcId="{98DA684C-2E23-49C6-BB38-90B4A7A463EF}" destId="{7B00AE45-ED4D-4F06-8CBC-03A637A7B6F3}" srcOrd="0" destOrd="0" presId="urn:microsoft.com/office/officeart/2016/7/layout/BasicTimeline"/>
    <dgm:cxn modelId="{B063C988-3E78-4A1F-B86B-1B098D59780F}" type="presParOf" srcId="{98DA684C-2E23-49C6-BB38-90B4A7A463EF}" destId="{80825FE6-F09F-4DFE-A3EB-F60F486B47CC}" srcOrd="1" destOrd="0" presId="urn:microsoft.com/office/officeart/2016/7/layout/BasicTimeline"/>
    <dgm:cxn modelId="{99EBFE6D-4FDE-452F-AA88-65529C438D5F}" type="presParOf" srcId="{580243EA-FCFC-464C-B327-684D08DE7C73}" destId="{39967EEB-F185-4930-8CE4-10BB8F82FB71}" srcOrd="2" destOrd="0" presId="urn:microsoft.com/office/officeart/2016/7/layout/BasicTimeline"/>
    <dgm:cxn modelId="{D5292FCE-B544-4430-9680-1930A8663B70}" type="presParOf" srcId="{580243EA-FCFC-464C-B327-684D08DE7C73}" destId="{39E4BD45-8B45-4E7A-92B0-05AFA6253A75}" srcOrd="3" destOrd="0" presId="urn:microsoft.com/office/officeart/2016/7/layout/BasicTimeline"/>
    <dgm:cxn modelId="{07765755-7023-4472-A6DF-B71D99A22A83}" type="presParOf" srcId="{580243EA-FCFC-464C-B327-684D08DE7C73}" destId="{35585DF1-E207-4769-B847-3DE98C6B9D81}" srcOrd="4" destOrd="0" presId="urn:microsoft.com/office/officeart/2016/7/layout/BasicTimeline"/>
    <dgm:cxn modelId="{457AF7E3-7541-4C5D-86FC-EC96FBE8404B}" type="presParOf" srcId="{F4EBD763-5355-4563-A3F5-043A8A92EF96}" destId="{F254381F-36E5-405B-BCF0-2BD4C437C400}" srcOrd="17" destOrd="0" presId="urn:microsoft.com/office/officeart/2016/7/layout/BasicTimeline"/>
    <dgm:cxn modelId="{9246EDDB-DC0C-4E06-ADED-B70D3A8D00F0}" type="presParOf" srcId="{F4EBD763-5355-4563-A3F5-043A8A92EF96}" destId="{4E798881-902E-451F-943C-C6F2941FE31B}" srcOrd="18" destOrd="0" presId="urn:microsoft.com/office/officeart/2016/7/layout/BasicTimeline"/>
    <dgm:cxn modelId="{3B6168D3-FA93-48A5-9B22-35DAA768AF97}" type="presParOf" srcId="{4E798881-902E-451F-943C-C6F2941FE31B}" destId="{4D2D1DBD-AC4E-4CBE-8ECF-49713CD1999B}" srcOrd="0" destOrd="0" presId="urn:microsoft.com/office/officeart/2016/7/layout/BasicTimeline"/>
    <dgm:cxn modelId="{3D1182E1-023D-4099-9D58-AB86B5D3A3DC}" type="presParOf" srcId="{4E798881-902E-451F-943C-C6F2941FE31B}" destId="{2491ACE3-4D22-4B31-9BBC-217D0A9A5E0A}" srcOrd="1" destOrd="0" presId="urn:microsoft.com/office/officeart/2016/7/layout/BasicTimeline"/>
    <dgm:cxn modelId="{D2976CA6-CCFB-4DA5-AAD6-9668ECB6A771}" type="presParOf" srcId="{2491ACE3-4D22-4B31-9BBC-217D0A9A5E0A}" destId="{DA65C079-62BB-4B09-9707-DF65C13B57BE}" srcOrd="0" destOrd="0" presId="urn:microsoft.com/office/officeart/2016/7/layout/BasicTimeline"/>
    <dgm:cxn modelId="{17A0A74D-5618-47B9-AD6D-80701F842F53}" type="presParOf" srcId="{2491ACE3-4D22-4B31-9BBC-217D0A9A5E0A}" destId="{C2E6B6E3-6431-4AC4-9DEB-C1AF40DA5E0B}" srcOrd="1" destOrd="0" presId="urn:microsoft.com/office/officeart/2016/7/layout/BasicTimeline"/>
    <dgm:cxn modelId="{D790436A-68E5-459F-B8E7-1EAFA59FE4A5}" type="presParOf" srcId="{4E798881-902E-451F-943C-C6F2941FE31B}" destId="{68554BC5-3581-41F8-9FD3-F802D1AE79F1}" srcOrd="2" destOrd="0" presId="urn:microsoft.com/office/officeart/2016/7/layout/BasicTimeline"/>
    <dgm:cxn modelId="{10F26FC1-3DF7-4A62-A516-E23FCCD5AB72}" type="presParOf" srcId="{4E798881-902E-451F-943C-C6F2941FE31B}" destId="{A62C73E6-D156-4F1C-9BAB-DD8E7276BDD9}" srcOrd="3" destOrd="0" presId="urn:microsoft.com/office/officeart/2016/7/layout/BasicTimeline"/>
    <dgm:cxn modelId="{D3FB243B-1937-4FA9-BFE7-4C1CF3F20FAA}" type="presParOf" srcId="{4E798881-902E-451F-943C-C6F2941FE31B}" destId="{2CBBA5AD-7D11-4E0E-89B1-4A45F16A583F}" srcOrd="4" destOrd="0" presId="urn:microsoft.com/office/officeart/2016/7/layout/BasicTimeline"/>
    <dgm:cxn modelId="{1978707A-E55E-4C16-8100-0EA34ACD1DD7}" type="presParOf" srcId="{F4EBD763-5355-4563-A3F5-043A8A92EF96}" destId="{47C41E4B-495D-45B6-8F4E-43FFC21CB0A6}" srcOrd="19" destOrd="0" presId="urn:microsoft.com/office/officeart/2016/7/layout/BasicTimeline"/>
    <dgm:cxn modelId="{9C688663-F11B-45A6-B58E-728D2D371BBD}" type="presParOf" srcId="{F4EBD763-5355-4563-A3F5-043A8A92EF96}" destId="{179E35E5-3C2C-447D-ACE0-E42BE4A6B116}" srcOrd="20" destOrd="0" presId="urn:microsoft.com/office/officeart/2016/7/layout/BasicTimeline"/>
    <dgm:cxn modelId="{69B32657-2A38-40EC-BD88-770CE3B20F8E}" type="presParOf" srcId="{179E35E5-3C2C-447D-ACE0-E42BE4A6B116}" destId="{D0803CE3-7560-4DE2-A9F5-B58987E0D4C2}" srcOrd="0" destOrd="0" presId="urn:microsoft.com/office/officeart/2016/7/layout/BasicTimeline"/>
    <dgm:cxn modelId="{A9246F3F-DB15-4E1C-ACDE-3362B0280FFA}" type="presParOf" srcId="{179E35E5-3C2C-447D-ACE0-E42BE4A6B116}" destId="{A3EB4F6C-A8EF-4613-BE1D-FE6466943225}" srcOrd="1" destOrd="0" presId="urn:microsoft.com/office/officeart/2016/7/layout/BasicTimeline"/>
    <dgm:cxn modelId="{286CE006-25D2-4133-A003-04E1B61DDBB9}" type="presParOf" srcId="{A3EB4F6C-A8EF-4613-BE1D-FE6466943225}" destId="{97832E46-0CD4-427A-B92C-16F0CCC4B79A}" srcOrd="0" destOrd="0" presId="urn:microsoft.com/office/officeart/2016/7/layout/BasicTimeline"/>
    <dgm:cxn modelId="{1887DB9B-76C6-4F24-97D2-8FD54625716F}" type="presParOf" srcId="{A3EB4F6C-A8EF-4613-BE1D-FE6466943225}" destId="{718CA751-3CC2-41C2-A95C-FD40F63D43E6}" srcOrd="1" destOrd="0" presId="urn:microsoft.com/office/officeart/2016/7/layout/BasicTimeline"/>
    <dgm:cxn modelId="{CC80C4AB-870C-4025-A7AD-2691C764FEDF}" type="presParOf" srcId="{179E35E5-3C2C-447D-ACE0-E42BE4A6B116}" destId="{3056B55B-2577-4B73-8161-7EEE15000902}" srcOrd="2" destOrd="0" presId="urn:microsoft.com/office/officeart/2016/7/layout/BasicTimeline"/>
    <dgm:cxn modelId="{3BF41ADC-B363-417F-AB1B-6D6C563B1DC9}" type="presParOf" srcId="{179E35E5-3C2C-447D-ACE0-E42BE4A6B116}" destId="{BF379067-91C4-498F-8FCB-FAE3BC8D6B80}" srcOrd="3" destOrd="0" presId="urn:microsoft.com/office/officeart/2016/7/layout/BasicTimeline"/>
    <dgm:cxn modelId="{F1A80C2D-B105-469A-A43D-B50E3C0D634D}" type="presParOf" srcId="{179E35E5-3C2C-447D-ACE0-E42BE4A6B116}" destId="{46C1E870-62F0-41E1-B8CD-BA5689C8D5DA}" srcOrd="4" destOrd="0" presId="urn:microsoft.com/office/officeart/2016/7/layout/BasicTimeline"/>
    <dgm:cxn modelId="{7299AC70-0F69-4520-B69D-B44CA52B09C4}" type="presParOf" srcId="{F4EBD763-5355-4563-A3F5-043A8A92EF96}" destId="{89F98F13-11DF-4573-B16A-3A3A28336296}" srcOrd="21" destOrd="0" presId="urn:microsoft.com/office/officeart/2016/7/layout/BasicTimeline"/>
    <dgm:cxn modelId="{C7A46455-7508-4ADF-A163-7307B2D9A928}" type="presParOf" srcId="{F4EBD763-5355-4563-A3F5-043A8A92EF96}" destId="{EAC34E5C-19BC-4C79-8BCF-992D17C51A87}" srcOrd="22" destOrd="0" presId="urn:microsoft.com/office/officeart/2016/7/layout/BasicTimeline"/>
    <dgm:cxn modelId="{FBD21C45-A3F0-47D5-8ED3-6F10850D85F4}" type="presParOf" srcId="{EAC34E5C-19BC-4C79-8BCF-992D17C51A87}" destId="{39EDAA16-286C-4164-9C20-FEC58D4843DB}" srcOrd="0" destOrd="0" presId="urn:microsoft.com/office/officeart/2016/7/layout/BasicTimeline"/>
    <dgm:cxn modelId="{F7DBDCDA-B26D-4952-A67E-3AFEC16B129D}" type="presParOf" srcId="{EAC34E5C-19BC-4C79-8BCF-992D17C51A87}" destId="{8439CF42-0084-4994-95E1-0C5CF0D1792C}" srcOrd="1" destOrd="0" presId="urn:microsoft.com/office/officeart/2016/7/layout/BasicTimeline"/>
    <dgm:cxn modelId="{AD84E2E4-9531-457E-A63A-74C7C4CC0B6F}" type="presParOf" srcId="{8439CF42-0084-4994-95E1-0C5CF0D1792C}" destId="{5BF6E3CC-1DB1-449F-8A22-851FB7FE3E11}" srcOrd="0" destOrd="0" presId="urn:microsoft.com/office/officeart/2016/7/layout/BasicTimeline"/>
    <dgm:cxn modelId="{27EE8008-42AD-45A4-9803-0DC5A41E6CC7}" type="presParOf" srcId="{8439CF42-0084-4994-95E1-0C5CF0D1792C}" destId="{0C9293D2-DE09-4A6D-929C-4BD31F08C6DB}" srcOrd="1" destOrd="0" presId="urn:microsoft.com/office/officeart/2016/7/layout/BasicTimeline"/>
    <dgm:cxn modelId="{06A87D87-34E6-4FDE-8AE5-F186D3A72D7C}" type="presParOf" srcId="{EAC34E5C-19BC-4C79-8BCF-992D17C51A87}" destId="{F50F06ED-988A-48EC-A64E-3E8E1CDF8067}" srcOrd="2" destOrd="0" presId="urn:microsoft.com/office/officeart/2016/7/layout/BasicTimeline"/>
    <dgm:cxn modelId="{50C562D8-645A-4295-8CBA-AB5A9455DB41}" type="presParOf" srcId="{EAC34E5C-19BC-4C79-8BCF-992D17C51A87}" destId="{8488E2BF-FA08-4D32-A459-0890912414B2}" srcOrd="3" destOrd="0" presId="urn:microsoft.com/office/officeart/2016/7/layout/BasicTimeline"/>
    <dgm:cxn modelId="{E9355589-ED94-4856-B091-3F8F7DE31F3C}" type="presParOf" srcId="{EAC34E5C-19BC-4C79-8BCF-992D17C51A87}" destId="{796861DA-72A8-477D-A4EA-CB7246DE3596}" srcOrd="4" destOrd="0" presId="urn:microsoft.com/office/officeart/2016/7/layout/BasicTimeline"/>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61C940-DF0F-4821-BF78-E986BB3467BD}" type="doc">
      <dgm:prSet loTypeId="urn:microsoft.com/office/officeart/2005/8/layout/arrow2" loCatId="process" qsTypeId="urn:microsoft.com/office/officeart/2005/8/quickstyle/simple1" qsCatId="simple" csTypeId="urn:microsoft.com/office/officeart/2005/8/colors/accent1_2" csCatId="accent1" phldr="1"/>
      <dgm:spPr/>
      <dgm:t>
        <a:bodyPr/>
        <a:lstStyle/>
        <a:p>
          <a:endParaRPr lang="en-IN"/>
        </a:p>
      </dgm:t>
    </dgm:pt>
    <dgm:pt modelId="{1AC83ADA-2FEA-4343-BA76-76FA95D7CF3B}">
      <dgm:prSet phldrT="[Text]" phldr="0" custT="1"/>
      <dgm:spPr/>
      <dgm:t>
        <a:bodyPr/>
        <a:lstStyle/>
        <a:p>
          <a:pPr rtl="0"/>
          <a:r>
            <a:rPr lang="en-US" sz="1600" dirty="0"/>
            <a:t>IMPORT BRFSS dataset with 457K+ Adult health records</a:t>
          </a:r>
          <a:r>
            <a:rPr lang="en-US" sz="800" dirty="0"/>
            <a:t>. </a:t>
          </a:r>
        </a:p>
      </dgm:t>
    </dgm:pt>
    <dgm:pt modelId="{68BCC179-32ED-45B6-9371-481F05CA12A3}" type="parTrans" cxnId="{6501FFC4-0F69-4B03-919B-08765B6CF7D4}">
      <dgm:prSet/>
      <dgm:spPr/>
      <dgm:t>
        <a:bodyPr/>
        <a:lstStyle/>
        <a:p>
          <a:endParaRPr lang="en-IN"/>
        </a:p>
      </dgm:t>
    </dgm:pt>
    <dgm:pt modelId="{3D536CED-0878-485D-93CA-05B7E0A4251A}" type="sibTrans" cxnId="{6501FFC4-0F69-4B03-919B-08765B6CF7D4}">
      <dgm:prSet/>
      <dgm:spPr/>
      <dgm:t>
        <a:bodyPr/>
        <a:lstStyle/>
        <a:p>
          <a:endParaRPr lang="en-IN"/>
        </a:p>
      </dgm:t>
    </dgm:pt>
    <dgm:pt modelId="{7ABBEA1D-2EA1-40C6-9F3F-3B686030390A}">
      <dgm:prSet phldrT="[Text]" phldr="0" custT="1"/>
      <dgm:spPr/>
      <dgm:t>
        <a:bodyPr/>
        <a:lstStyle/>
        <a:p>
          <a:pPr rtl="0"/>
          <a:r>
            <a:rPr lang="en-US" sz="1600" dirty="0">
              <a:latin typeface="Avenir Next LT Pro"/>
            </a:rPr>
            <a:t>Key CHD predictors analyzed: Age, Sex, Smoking, Diabetes, Exercise, General Health, BMI. </a:t>
          </a:r>
          <a:endParaRPr lang="en-US" sz="1600" dirty="0"/>
        </a:p>
      </dgm:t>
    </dgm:pt>
    <dgm:pt modelId="{2666835A-549A-4020-A133-A6FF86DEC4AB}" type="parTrans" cxnId="{3E39BFE2-6792-4B8F-B3F9-3C507771EB6D}">
      <dgm:prSet/>
      <dgm:spPr/>
      <dgm:t>
        <a:bodyPr/>
        <a:lstStyle/>
        <a:p>
          <a:endParaRPr lang="en-IN"/>
        </a:p>
      </dgm:t>
    </dgm:pt>
    <dgm:pt modelId="{3BAC2226-5364-47CA-9CB2-D9B0D7325321}" type="sibTrans" cxnId="{3E39BFE2-6792-4B8F-B3F9-3C507771EB6D}">
      <dgm:prSet/>
      <dgm:spPr/>
      <dgm:t>
        <a:bodyPr/>
        <a:lstStyle/>
        <a:p>
          <a:endParaRPr lang="en-IN"/>
        </a:p>
      </dgm:t>
    </dgm:pt>
    <dgm:pt modelId="{75D441C4-DDD7-44AC-A640-3E8600A09BDD}">
      <dgm:prSet phldr="0" custT="1"/>
      <dgm:spPr/>
      <dgm:t>
        <a:bodyPr/>
        <a:lstStyle/>
        <a:p>
          <a:pPr rtl="0"/>
          <a:r>
            <a:rPr lang="en-US" sz="1600" dirty="0">
              <a:latin typeface="Avenir Next LT Pro"/>
            </a:rPr>
            <a:t>EDA included cleaning, class balance check, statistical tests. </a:t>
          </a:r>
        </a:p>
      </dgm:t>
    </dgm:pt>
    <dgm:pt modelId="{C03E2C6A-4A24-436C-900A-50998DD0F02C}" type="parTrans" cxnId="{273CCC55-3421-4960-9343-E10F075D0EC2}">
      <dgm:prSet/>
      <dgm:spPr/>
      <dgm:t>
        <a:bodyPr/>
        <a:lstStyle/>
        <a:p>
          <a:endParaRPr lang="en-IN"/>
        </a:p>
      </dgm:t>
    </dgm:pt>
    <dgm:pt modelId="{A00DD3CD-F11E-4D00-9F7E-BD9DE49EBF7B}" type="sibTrans" cxnId="{273CCC55-3421-4960-9343-E10F075D0EC2}">
      <dgm:prSet/>
      <dgm:spPr/>
      <dgm:t>
        <a:bodyPr/>
        <a:lstStyle/>
        <a:p>
          <a:endParaRPr lang="en-IN"/>
        </a:p>
      </dgm:t>
    </dgm:pt>
    <dgm:pt modelId="{9026A21E-A7F6-43D4-AABE-553E23858D27}">
      <dgm:prSet phldr="0" custT="1"/>
      <dgm:spPr/>
      <dgm:t>
        <a:bodyPr/>
        <a:lstStyle/>
        <a:p>
          <a:pPr rtl="0"/>
          <a:r>
            <a:rPr lang="en-US" sz="1600" dirty="0">
              <a:latin typeface="Avenir Next LT Pro"/>
            </a:rPr>
            <a:t>Results used to build two models. </a:t>
          </a:r>
        </a:p>
      </dgm:t>
    </dgm:pt>
    <dgm:pt modelId="{3C1B6F34-9DBC-4F2C-B154-E5713E4F0AD4}" type="parTrans" cxnId="{28925604-D26C-4F22-9166-5727C8B2A3BE}">
      <dgm:prSet/>
      <dgm:spPr/>
      <dgm:t>
        <a:bodyPr/>
        <a:lstStyle/>
        <a:p>
          <a:endParaRPr lang="en-IN"/>
        </a:p>
      </dgm:t>
    </dgm:pt>
    <dgm:pt modelId="{8266F0FA-3F26-4BE8-93A4-DE9FB323D335}" type="sibTrans" cxnId="{28925604-D26C-4F22-9166-5727C8B2A3BE}">
      <dgm:prSet/>
      <dgm:spPr/>
      <dgm:t>
        <a:bodyPr/>
        <a:lstStyle/>
        <a:p>
          <a:endParaRPr lang="en-IN"/>
        </a:p>
      </dgm:t>
    </dgm:pt>
    <dgm:pt modelId="{2918D25A-A016-4CC1-B0FB-9999A8E8E958}">
      <dgm:prSet custT="1"/>
      <dgm:spPr/>
      <dgm:t>
        <a:bodyPr/>
        <a:lstStyle/>
        <a:p>
          <a:r>
            <a:rPr lang="en-US" sz="1600" dirty="0"/>
            <a:t>Evaluate Model Performance</a:t>
          </a:r>
          <a:endParaRPr lang="en-IN" sz="1600" dirty="0"/>
        </a:p>
      </dgm:t>
    </dgm:pt>
    <dgm:pt modelId="{48DC4A2B-339D-4334-B477-7F8BD58209FF}" type="parTrans" cxnId="{EF4F0FC3-B90E-4B20-89A5-2E915320E19B}">
      <dgm:prSet/>
      <dgm:spPr/>
      <dgm:t>
        <a:bodyPr/>
        <a:lstStyle/>
        <a:p>
          <a:endParaRPr lang="en-IN"/>
        </a:p>
      </dgm:t>
    </dgm:pt>
    <dgm:pt modelId="{A48C783E-8E34-4B7B-B9F4-5F1A2DC728F0}" type="sibTrans" cxnId="{EF4F0FC3-B90E-4B20-89A5-2E915320E19B}">
      <dgm:prSet/>
      <dgm:spPr/>
      <dgm:t>
        <a:bodyPr/>
        <a:lstStyle/>
        <a:p>
          <a:endParaRPr lang="en-IN"/>
        </a:p>
      </dgm:t>
    </dgm:pt>
    <dgm:pt modelId="{778D4C0A-5762-4821-A529-D55BF449F133}" type="pres">
      <dgm:prSet presAssocID="{1761C940-DF0F-4821-BF78-E986BB3467BD}" presName="arrowDiagram" presStyleCnt="0">
        <dgm:presLayoutVars>
          <dgm:chMax val="5"/>
          <dgm:dir/>
          <dgm:resizeHandles val="exact"/>
        </dgm:presLayoutVars>
      </dgm:prSet>
      <dgm:spPr/>
    </dgm:pt>
    <dgm:pt modelId="{1CFEEAE7-CFA4-4660-89F4-6DDFA862E204}" type="pres">
      <dgm:prSet presAssocID="{1761C940-DF0F-4821-BF78-E986BB3467BD}" presName="arrow" presStyleLbl="bgShp" presStyleIdx="0" presStyleCnt="1" custLinFactNeighborX="44" custLinFactNeighborY="3564"/>
      <dgm:spPr/>
    </dgm:pt>
    <dgm:pt modelId="{5A562DDF-F138-4D96-A9ED-09CBBA6A16B0}" type="pres">
      <dgm:prSet presAssocID="{1761C940-DF0F-4821-BF78-E986BB3467BD}" presName="arrowDiagram5" presStyleCnt="0"/>
      <dgm:spPr/>
    </dgm:pt>
    <dgm:pt modelId="{D805DDFD-B1E1-4264-A48A-9B6A4B48070A}" type="pres">
      <dgm:prSet presAssocID="{1AC83ADA-2FEA-4343-BA76-76FA95D7CF3B}" presName="bullet5a" presStyleLbl="node1" presStyleIdx="0" presStyleCnt="5"/>
      <dgm:spPr/>
    </dgm:pt>
    <dgm:pt modelId="{AE19BB22-606A-4441-B9C3-A2FE4032B96F}" type="pres">
      <dgm:prSet presAssocID="{1AC83ADA-2FEA-4343-BA76-76FA95D7CF3B}" presName="textBox5a" presStyleLbl="revTx" presStyleIdx="0" presStyleCnt="5" custScaleX="236018" custScaleY="55344" custLinFactNeighborX="60934" custLinFactNeighborY="-9503">
        <dgm:presLayoutVars>
          <dgm:bulletEnabled val="1"/>
        </dgm:presLayoutVars>
      </dgm:prSet>
      <dgm:spPr/>
    </dgm:pt>
    <dgm:pt modelId="{34D7AF35-3B24-492B-B2D4-705ACF0480FD}" type="pres">
      <dgm:prSet presAssocID="{7ABBEA1D-2EA1-40C6-9F3F-3B686030390A}" presName="bullet5b" presStyleLbl="node1" presStyleIdx="1" presStyleCnt="5"/>
      <dgm:spPr/>
    </dgm:pt>
    <dgm:pt modelId="{D9A0BDEE-7F42-43D3-AEB4-396F73B05B78}" type="pres">
      <dgm:prSet presAssocID="{7ABBEA1D-2EA1-40C6-9F3F-3B686030390A}" presName="textBox5b" presStyleLbl="revTx" presStyleIdx="1" presStyleCnt="5" custScaleX="235744" custScaleY="25282" custLinFactNeighborX="58112" custLinFactNeighborY="-27328">
        <dgm:presLayoutVars>
          <dgm:bulletEnabled val="1"/>
        </dgm:presLayoutVars>
      </dgm:prSet>
      <dgm:spPr/>
    </dgm:pt>
    <dgm:pt modelId="{E42A7006-4BBF-46BB-8F98-EF474626E06E}" type="pres">
      <dgm:prSet presAssocID="{75D441C4-DDD7-44AC-A640-3E8600A09BDD}" presName="bullet5c" presStyleLbl="node1" presStyleIdx="2" presStyleCnt="5"/>
      <dgm:spPr/>
    </dgm:pt>
    <dgm:pt modelId="{CE04B52B-2BC8-40B4-876B-640F4A3968A0}" type="pres">
      <dgm:prSet presAssocID="{75D441C4-DDD7-44AC-A640-3E8600A09BDD}" presName="textBox5c" presStyleLbl="revTx" presStyleIdx="2" presStyleCnt="5" custScaleX="146628" custScaleY="19411" custLinFactNeighborX="21180" custLinFactNeighborY="-35968">
        <dgm:presLayoutVars>
          <dgm:bulletEnabled val="1"/>
        </dgm:presLayoutVars>
      </dgm:prSet>
      <dgm:spPr/>
    </dgm:pt>
    <dgm:pt modelId="{627CCE1A-DC0A-4FCF-B49F-96240907B3C3}" type="pres">
      <dgm:prSet presAssocID="{9026A21E-A7F6-43D4-AABE-553E23858D27}" presName="bullet5d" presStyleLbl="node1" presStyleIdx="3" presStyleCnt="5"/>
      <dgm:spPr/>
    </dgm:pt>
    <dgm:pt modelId="{2D869315-03A4-4E0E-9DC1-9C02F7958833}" type="pres">
      <dgm:prSet presAssocID="{9026A21E-A7F6-43D4-AABE-553E23858D27}" presName="textBox5d" presStyleLbl="revTx" presStyleIdx="3" presStyleCnt="5" custScaleX="115597" custScaleY="19087" custLinFactNeighborX="817" custLinFactNeighborY="-34325">
        <dgm:presLayoutVars>
          <dgm:bulletEnabled val="1"/>
        </dgm:presLayoutVars>
      </dgm:prSet>
      <dgm:spPr/>
    </dgm:pt>
    <dgm:pt modelId="{B6D0123A-E4B8-4E15-A0AE-DDFD2D046FAE}" type="pres">
      <dgm:prSet presAssocID="{2918D25A-A016-4CC1-B0FB-9999A8E8E958}" presName="bullet5e" presStyleLbl="node1" presStyleIdx="4" presStyleCnt="5"/>
      <dgm:spPr/>
    </dgm:pt>
    <dgm:pt modelId="{6DACEF4F-D631-48F4-8AD3-149043E66BC6}" type="pres">
      <dgm:prSet presAssocID="{2918D25A-A016-4CC1-B0FB-9999A8E8E958}" presName="textBox5e" presStyleLbl="revTx" presStyleIdx="4" presStyleCnt="5" custScaleY="21063" custLinFactNeighborX="2562" custLinFactNeighborY="-39579">
        <dgm:presLayoutVars>
          <dgm:bulletEnabled val="1"/>
        </dgm:presLayoutVars>
      </dgm:prSet>
      <dgm:spPr/>
    </dgm:pt>
  </dgm:ptLst>
  <dgm:cxnLst>
    <dgm:cxn modelId="{28925604-D26C-4F22-9166-5727C8B2A3BE}" srcId="{1761C940-DF0F-4821-BF78-E986BB3467BD}" destId="{9026A21E-A7F6-43D4-AABE-553E23858D27}" srcOrd="3" destOrd="0" parTransId="{3C1B6F34-9DBC-4F2C-B154-E5713E4F0AD4}" sibTransId="{8266F0FA-3F26-4BE8-93A4-DE9FB323D335}"/>
    <dgm:cxn modelId="{D14EE332-ED02-4F3A-A608-D255758F27A9}" type="presOf" srcId="{1AC83ADA-2FEA-4343-BA76-76FA95D7CF3B}" destId="{AE19BB22-606A-4441-B9C3-A2FE4032B96F}" srcOrd="0" destOrd="0" presId="urn:microsoft.com/office/officeart/2005/8/layout/arrow2"/>
    <dgm:cxn modelId="{273CCC55-3421-4960-9343-E10F075D0EC2}" srcId="{1761C940-DF0F-4821-BF78-E986BB3467BD}" destId="{75D441C4-DDD7-44AC-A640-3E8600A09BDD}" srcOrd="2" destOrd="0" parTransId="{C03E2C6A-4A24-436C-900A-50998DD0F02C}" sibTransId="{A00DD3CD-F11E-4D00-9F7E-BD9DE49EBF7B}"/>
    <dgm:cxn modelId="{41F92BB4-9EED-413A-960E-446E0BCF2696}" type="presOf" srcId="{1761C940-DF0F-4821-BF78-E986BB3467BD}" destId="{778D4C0A-5762-4821-A529-D55BF449F133}" srcOrd="0" destOrd="0" presId="urn:microsoft.com/office/officeart/2005/8/layout/arrow2"/>
    <dgm:cxn modelId="{DB570CB6-E085-4855-AC92-6A0BFCF6C54D}" type="presOf" srcId="{2918D25A-A016-4CC1-B0FB-9999A8E8E958}" destId="{6DACEF4F-D631-48F4-8AD3-149043E66BC6}" srcOrd="0" destOrd="0" presId="urn:microsoft.com/office/officeart/2005/8/layout/arrow2"/>
    <dgm:cxn modelId="{D165DBBE-DCE5-41D5-BE70-E141255533B8}" type="presOf" srcId="{9026A21E-A7F6-43D4-AABE-553E23858D27}" destId="{2D869315-03A4-4E0E-9DC1-9C02F7958833}" srcOrd="0" destOrd="0" presId="urn:microsoft.com/office/officeart/2005/8/layout/arrow2"/>
    <dgm:cxn modelId="{EF4F0FC3-B90E-4B20-89A5-2E915320E19B}" srcId="{1761C940-DF0F-4821-BF78-E986BB3467BD}" destId="{2918D25A-A016-4CC1-B0FB-9999A8E8E958}" srcOrd="4" destOrd="0" parTransId="{48DC4A2B-339D-4334-B477-7F8BD58209FF}" sibTransId="{A48C783E-8E34-4B7B-B9F4-5F1A2DC728F0}"/>
    <dgm:cxn modelId="{6501FFC4-0F69-4B03-919B-08765B6CF7D4}" srcId="{1761C940-DF0F-4821-BF78-E986BB3467BD}" destId="{1AC83ADA-2FEA-4343-BA76-76FA95D7CF3B}" srcOrd="0" destOrd="0" parTransId="{68BCC179-32ED-45B6-9371-481F05CA12A3}" sibTransId="{3D536CED-0878-485D-93CA-05B7E0A4251A}"/>
    <dgm:cxn modelId="{F84427D2-F440-4AF3-8C07-B3D3B9E0CD1A}" type="presOf" srcId="{75D441C4-DDD7-44AC-A640-3E8600A09BDD}" destId="{CE04B52B-2BC8-40B4-876B-640F4A3968A0}" srcOrd="0" destOrd="0" presId="urn:microsoft.com/office/officeart/2005/8/layout/arrow2"/>
    <dgm:cxn modelId="{3E39BFE2-6792-4B8F-B3F9-3C507771EB6D}" srcId="{1761C940-DF0F-4821-BF78-E986BB3467BD}" destId="{7ABBEA1D-2EA1-40C6-9F3F-3B686030390A}" srcOrd="1" destOrd="0" parTransId="{2666835A-549A-4020-A133-A6FF86DEC4AB}" sibTransId="{3BAC2226-5364-47CA-9CB2-D9B0D7325321}"/>
    <dgm:cxn modelId="{8B4C74F2-A964-4087-96FB-8A923017F299}" type="presOf" srcId="{7ABBEA1D-2EA1-40C6-9F3F-3B686030390A}" destId="{D9A0BDEE-7F42-43D3-AEB4-396F73B05B78}" srcOrd="0" destOrd="0" presId="urn:microsoft.com/office/officeart/2005/8/layout/arrow2"/>
    <dgm:cxn modelId="{D22121D4-B65A-480A-88E3-F04A31DBC8E6}" type="presParOf" srcId="{778D4C0A-5762-4821-A529-D55BF449F133}" destId="{1CFEEAE7-CFA4-4660-89F4-6DDFA862E204}" srcOrd="0" destOrd="0" presId="urn:microsoft.com/office/officeart/2005/8/layout/arrow2"/>
    <dgm:cxn modelId="{1ECAE0A7-7AB0-4670-B602-BDE80EC01B0E}" type="presParOf" srcId="{778D4C0A-5762-4821-A529-D55BF449F133}" destId="{5A562DDF-F138-4D96-A9ED-09CBBA6A16B0}" srcOrd="1" destOrd="0" presId="urn:microsoft.com/office/officeart/2005/8/layout/arrow2"/>
    <dgm:cxn modelId="{04E6A520-6856-4F2D-AB85-8DF5B0C2CC67}" type="presParOf" srcId="{5A562DDF-F138-4D96-A9ED-09CBBA6A16B0}" destId="{D805DDFD-B1E1-4264-A48A-9B6A4B48070A}" srcOrd="0" destOrd="0" presId="urn:microsoft.com/office/officeart/2005/8/layout/arrow2"/>
    <dgm:cxn modelId="{4917EC06-6149-4B7F-8453-6CF17E35CABE}" type="presParOf" srcId="{5A562DDF-F138-4D96-A9ED-09CBBA6A16B0}" destId="{AE19BB22-606A-4441-B9C3-A2FE4032B96F}" srcOrd="1" destOrd="0" presId="urn:microsoft.com/office/officeart/2005/8/layout/arrow2"/>
    <dgm:cxn modelId="{33AA9BDD-987A-47B1-A3DC-9706380CF55F}" type="presParOf" srcId="{5A562DDF-F138-4D96-A9ED-09CBBA6A16B0}" destId="{34D7AF35-3B24-492B-B2D4-705ACF0480FD}" srcOrd="2" destOrd="0" presId="urn:microsoft.com/office/officeart/2005/8/layout/arrow2"/>
    <dgm:cxn modelId="{2C50A8BF-35EB-40A5-AB28-15FDB46A3421}" type="presParOf" srcId="{5A562DDF-F138-4D96-A9ED-09CBBA6A16B0}" destId="{D9A0BDEE-7F42-43D3-AEB4-396F73B05B78}" srcOrd="3" destOrd="0" presId="urn:microsoft.com/office/officeart/2005/8/layout/arrow2"/>
    <dgm:cxn modelId="{850F2646-6A70-4A10-BF10-003C7EB4FA08}" type="presParOf" srcId="{5A562DDF-F138-4D96-A9ED-09CBBA6A16B0}" destId="{E42A7006-4BBF-46BB-8F98-EF474626E06E}" srcOrd="4" destOrd="0" presId="urn:microsoft.com/office/officeart/2005/8/layout/arrow2"/>
    <dgm:cxn modelId="{89E62CE1-68A8-4DAE-9828-400C8B06FC8C}" type="presParOf" srcId="{5A562DDF-F138-4D96-A9ED-09CBBA6A16B0}" destId="{CE04B52B-2BC8-40B4-876B-640F4A3968A0}" srcOrd="5" destOrd="0" presId="urn:microsoft.com/office/officeart/2005/8/layout/arrow2"/>
    <dgm:cxn modelId="{F9A206A9-B4C2-4A83-9341-4BFCB39956FC}" type="presParOf" srcId="{5A562DDF-F138-4D96-A9ED-09CBBA6A16B0}" destId="{627CCE1A-DC0A-4FCF-B49F-96240907B3C3}" srcOrd="6" destOrd="0" presId="urn:microsoft.com/office/officeart/2005/8/layout/arrow2"/>
    <dgm:cxn modelId="{909EA282-C2B3-49E4-B4D5-0FDD37B7D307}" type="presParOf" srcId="{5A562DDF-F138-4D96-A9ED-09CBBA6A16B0}" destId="{2D869315-03A4-4E0E-9DC1-9C02F7958833}" srcOrd="7" destOrd="0" presId="urn:microsoft.com/office/officeart/2005/8/layout/arrow2"/>
    <dgm:cxn modelId="{7B4EEA20-9E19-44E1-86E1-763B441C5EA9}" type="presParOf" srcId="{5A562DDF-F138-4D96-A9ED-09CBBA6A16B0}" destId="{B6D0123A-E4B8-4E15-A0AE-DDFD2D046FAE}" srcOrd="8" destOrd="0" presId="urn:microsoft.com/office/officeart/2005/8/layout/arrow2"/>
    <dgm:cxn modelId="{D075E773-F778-401A-9365-7CA2A6A6C5B2}" type="presParOf" srcId="{5A562DDF-F138-4D96-A9ED-09CBBA6A16B0}" destId="{6DACEF4F-D631-48F4-8AD3-149043E66BC6}" srcOrd="9"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6A78C-DBE1-4203-8EE5-9CA4AE436FC2}">
      <dsp:nvSpPr>
        <dsp:cNvPr id="0" name=""/>
        <dsp:cNvSpPr/>
      </dsp:nvSpPr>
      <dsp:spPr>
        <a:xfrm>
          <a:off x="308133" y="1686"/>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25054-D274-4684-8068-7ECBC9141ED3}">
      <dsp:nvSpPr>
        <dsp:cNvPr id="0" name=""/>
        <dsp:cNvSpPr/>
      </dsp:nvSpPr>
      <dsp:spPr>
        <a:xfrm>
          <a:off x="473350" y="166902"/>
          <a:ext cx="444814" cy="4448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F04FA3-1618-4611-90A7-0CD03C3D5134}">
      <dsp:nvSpPr>
        <dsp:cNvPr id="0" name=""/>
        <dsp:cNvSpPr/>
      </dsp:nvSpPr>
      <dsp:spPr>
        <a:xfrm>
          <a:off x="60308" y="1018404"/>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u="none" kern="1200">
              <a:solidFill>
                <a:schemeClr val="tx1"/>
              </a:solidFill>
              <a:latin typeface="Avenir Next LT Pro"/>
            </a:rPr>
            <a:t>Proposal and objectives</a:t>
          </a:r>
          <a:endParaRPr lang="en-US" sz="1200" b="1" u="none" kern="1200">
            <a:solidFill>
              <a:schemeClr val="tx1"/>
            </a:solidFill>
          </a:endParaRPr>
        </a:p>
      </dsp:txBody>
      <dsp:txXfrm>
        <a:off x="60308" y="1018404"/>
        <a:ext cx="1270898" cy="508359"/>
      </dsp:txXfrm>
    </dsp:sp>
    <dsp:sp modelId="{BAA2AC98-07B4-4482-AC2D-B8D4B9B492CE}">
      <dsp:nvSpPr>
        <dsp:cNvPr id="0" name=""/>
        <dsp:cNvSpPr/>
      </dsp:nvSpPr>
      <dsp:spPr>
        <a:xfrm>
          <a:off x="1801439" y="1686"/>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BE55BE-256F-4262-8CB6-72E54C3D4C18}">
      <dsp:nvSpPr>
        <dsp:cNvPr id="0" name=""/>
        <dsp:cNvSpPr/>
      </dsp:nvSpPr>
      <dsp:spPr>
        <a:xfrm>
          <a:off x="1966655" y="166902"/>
          <a:ext cx="444814" cy="44481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636535-90BC-40F3-A0B6-BCC8BC1EB09B}">
      <dsp:nvSpPr>
        <dsp:cNvPr id="0" name=""/>
        <dsp:cNvSpPr/>
      </dsp:nvSpPr>
      <dsp:spPr>
        <a:xfrm>
          <a:off x="1553613" y="1018404"/>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u="none" kern="1200">
              <a:solidFill>
                <a:schemeClr val="tx1"/>
              </a:solidFill>
            </a:rPr>
            <a:t>Workflow process</a:t>
          </a:r>
        </a:p>
      </dsp:txBody>
      <dsp:txXfrm>
        <a:off x="1553613" y="1018404"/>
        <a:ext cx="1270898" cy="508359"/>
      </dsp:txXfrm>
    </dsp:sp>
    <dsp:sp modelId="{55044F2C-83D4-479B-9557-B7435CF352B2}">
      <dsp:nvSpPr>
        <dsp:cNvPr id="0" name=""/>
        <dsp:cNvSpPr/>
      </dsp:nvSpPr>
      <dsp:spPr>
        <a:xfrm>
          <a:off x="3294744" y="1686"/>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DA3EEB-2959-44FE-AD24-0032A2D9D9D0}">
      <dsp:nvSpPr>
        <dsp:cNvPr id="0" name=""/>
        <dsp:cNvSpPr/>
      </dsp:nvSpPr>
      <dsp:spPr>
        <a:xfrm>
          <a:off x="3459961" y="166902"/>
          <a:ext cx="444814" cy="44481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ED6147-35CE-449D-A814-9D95814B85CB}">
      <dsp:nvSpPr>
        <dsp:cNvPr id="0" name=""/>
        <dsp:cNvSpPr/>
      </dsp:nvSpPr>
      <dsp:spPr>
        <a:xfrm>
          <a:off x="3046919" y="1018404"/>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u="none" kern="1200">
              <a:solidFill>
                <a:schemeClr val="tx1"/>
              </a:solidFill>
            </a:rPr>
            <a:t>Data Overview</a:t>
          </a:r>
        </a:p>
      </dsp:txBody>
      <dsp:txXfrm>
        <a:off x="3046919" y="1018404"/>
        <a:ext cx="1270898" cy="508359"/>
      </dsp:txXfrm>
    </dsp:sp>
    <dsp:sp modelId="{909C6195-8C56-4A12-A143-A62E77D56B70}">
      <dsp:nvSpPr>
        <dsp:cNvPr id="0" name=""/>
        <dsp:cNvSpPr/>
      </dsp:nvSpPr>
      <dsp:spPr>
        <a:xfrm>
          <a:off x="4788050" y="1686"/>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2AA94-8234-4AFC-B2E7-A8231EBC5D61}">
      <dsp:nvSpPr>
        <dsp:cNvPr id="0" name=""/>
        <dsp:cNvSpPr/>
      </dsp:nvSpPr>
      <dsp:spPr>
        <a:xfrm>
          <a:off x="4953267" y="166902"/>
          <a:ext cx="444814" cy="4448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C79D51-A329-4CEB-8FDB-A921E8D3AE65}">
      <dsp:nvSpPr>
        <dsp:cNvPr id="0" name=""/>
        <dsp:cNvSpPr/>
      </dsp:nvSpPr>
      <dsp:spPr>
        <a:xfrm>
          <a:off x="4540225" y="1018404"/>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u="none" kern="1200" dirty="0">
              <a:solidFill>
                <a:schemeClr val="tx1"/>
              </a:solidFill>
            </a:rPr>
            <a:t>SMART QUESTION</a:t>
          </a:r>
        </a:p>
      </dsp:txBody>
      <dsp:txXfrm>
        <a:off x="4540225" y="1018404"/>
        <a:ext cx="1270898" cy="508359"/>
      </dsp:txXfrm>
    </dsp:sp>
    <dsp:sp modelId="{C40AF3C9-04D7-41C8-AE6E-ECA421CE6CE0}">
      <dsp:nvSpPr>
        <dsp:cNvPr id="0" name=""/>
        <dsp:cNvSpPr/>
      </dsp:nvSpPr>
      <dsp:spPr>
        <a:xfrm>
          <a:off x="6281356" y="1686"/>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B3DC14-661D-42BF-AB45-F9FED1BE4A95}">
      <dsp:nvSpPr>
        <dsp:cNvPr id="0" name=""/>
        <dsp:cNvSpPr/>
      </dsp:nvSpPr>
      <dsp:spPr>
        <a:xfrm>
          <a:off x="6446572" y="166902"/>
          <a:ext cx="444814" cy="444814"/>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08F2B-9E63-4AA0-8724-31157732C90B}">
      <dsp:nvSpPr>
        <dsp:cNvPr id="0" name=""/>
        <dsp:cNvSpPr/>
      </dsp:nvSpPr>
      <dsp:spPr>
        <a:xfrm>
          <a:off x="6033530" y="1018404"/>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u="none" kern="1200" dirty="0">
              <a:solidFill>
                <a:schemeClr val="tx1"/>
              </a:solidFill>
            </a:rPr>
            <a:t>Analysis test</a:t>
          </a:r>
        </a:p>
      </dsp:txBody>
      <dsp:txXfrm>
        <a:off x="6033530" y="1018404"/>
        <a:ext cx="1270898" cy="508359"/>
      </dsp:txXfrm>
    </dsp:sp>
    <dsp:sp modelId="{3E02DB20-365D-49A5-BC6F-45938825AFDE}">
      <dsp:nvSpPr>
        <dsp:cNvPr id="0" name=""/>
        <dsp:cNvSpPr/>
      </dsp:nvSpPr>
      <dsp:spPr>
        <a:xfrm>
          <a:off x="7774661" y="1686"/>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971114-0DF5-45BF-96C0-EF8AC162C53A}">
      <dsp:nvSpPr>
        <dsp:cNvPr id="0" name=""/>
        <dsp:cNvSpPr/>
      </dsp:nvSpPr>
      <dsp:spPr>
        <a:xfrm>
          <a:off x="7939878" y="166902"/>
          <a:ext cx="444814" cy="444814"/>
        </a:xfrm>
        <a:prstGeom prst="rect">
          <a:avLst/>
        </a:prstGeom>
        <a:blipFill>
          <a:blip xmlns:r="http://schemas.openxmlformats.org/officeDocument/2006/relationships" r:embed="rId11"/>
          <a:srcRect/>
          <a:stretch>
            <a:fillRect l="-30000" r="-3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431771-24FD-4412-B66F-3609779D3E8C}">
      <dsp:nvSpPr>
        <dsp:cNvPr id="0" name=""/>
        <dsp:cNvSpPr/>
      </dsp:nvSpPr>
      <dsp:spPr>
        <a:xfrm>
          <a:off x="7526836" y="1018404"/>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endParaRPr lang="en-IN" sz="1200" kern="1200"/>
        </a:p>
      </dsp:txBody>
      <dsp:txXfrm>
        <a:off x="7526836" y="1018404"/>
        <a:ext cx="1270898" cy="508359"/>
      </dsp:txXfrm>
    </dsp:sp>
    <dsp:sp modelId="{E520E093-C036-4529-B213-551B0BE674A1}">
      <dsp:nvSpPr>
        <dsp:cNvPr id="0" name=""/>
        <dsp:cNvSpPr/>
      </dsp:nvSpPr>
      <dsp:spPr>
        <a:xfrm>
          <a:off x="9267967" y="1686"/>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16AC2-C9A2-4794-996D-0F39D700DDE1}">
      <dsp:nvSpPr>
        <dsp:cNvPr id="0" name=""/>
        <dsp:cNvSpPr/>
      </dsp:nvSpPr>
      <dsp:spPr>
        <a:xfrm>
          <a:off x="9433184" y="166902"/>
          <a:ext cx="444814" cy="444814"/>
        </a:xfrm>
        <a:prstGeom prst="rect">
          <a:avLst/>
        </a:prstGeom>
        <a:blipFill>
          <a:blip xmlns:r="http://schemas.openxmlformats.org/officeDocument/2006/relationships" r:embed="rId12">
            <a:extLst>
              <a:ext uri="{96DAC541-7B7A-43D3-8B79-37D633B846F1}">
                <asvg:svgBlip xmlns:asvg="http://schemas.microsoft.com/office/drawing/2016/SVG/main" r:embed="rId1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0CA983-912F-46D0-8B8E-2DC1073CD354}">
      <dsp:nvSpPr>
        <dsp:cNvPr id="0" name=""/>
        <dsp:cNvSpPr/>
      </dsp:nvSpPr>
      <dsp:spPr>
        <a:xfrm>
          <a:off x="9020142" y="1018404"/>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endParaRPr lang="en-IN" sz="1200" kern="1200"/>
        </a:p>
      </dsp:txBody>
      <dsp:txXfrm>
        <a:off x="9020142" y="1018404"/>
        <a:ext cx="1270898" cy="508359"/>
      </dsp:txXfrm>
    </dsp:sp>
    <dsp:sp modelId="{FD4159FC-2E58-4A1B-ABFA-B1D5A449192F}">
      <dsp:nvSpPr>
        <dsp:cNvPr id="0" name=""/>
        <dsp:cNvSpPr/>
      </dsp:nvSpPr>
      <dsp:spPr>
        <a:xfrm>
          <a:off x="3281542" y="1846442"/>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5C33E0-0EC9-4DDC-BBAC-7F204A920586}">
      <dsp:nvSpPr>
        <dsp:cNvPr id="0" name=""/>
        <dsp:cNvSpPr/>
      </dsp:nvSpPr>
      <dsp:spPr>
        <a:xfrm>
          <a:off x="3459961" y="2009705"/>
          <a:ext cx="444814" cy="444814"/>
        </a:xfrm>
        <a:prstGeom prst="rect">
          <a:avLst/>
        </a:prstGeom>
        <a:blipFill>
          <a:blip xmlns:r="http://schemas.openxmlformats.org/officeDocument/2006/relationships" r:embed="rId14">
            <a:extLst>
              <a:ext uri="{96DAC541-7B7A-43D3-8B79-37D633B846F1}">
                <asvg:svgBlip xmlns:asvg="http://schemas.microsoft.com/office/drawing/2016/SVG/main" r:embed="rId15"/>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A7A1BE-FFB3-455F-87B9-8C8191DBDEB0}">
      <dsp:nvSpPr>
        <dsp:cNvPr id="0" name=""/>
        <dsp:cNvSpPr/>
      </dsp:nvSpPr>
      <dsp:spPr>
        <a:xfrm>
          <a:off x="3046919" y="2861207"/>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endParaRPr lang="en-IN" sz="1200" kern="1200"/>
        </a:p>
      </dsp:txBody>
      <dsp:txXfrm>
        <a:off x="3046919" y="2861207"/>
        <a:ext cx="1270898" cy="508359"/>
      </dsp:txXfrm>
    </dsp:sp>
    <dsp:sp modelId="{37D94E30-5CCC-4768-8516-AD9F8394E082}">
      <dsp:nvSpPr>
        <dsp:cNvPr id="0" name=""/>
        <dsp:cNvSpPr/>
      </dsp:nvSpPr>
      <dsp:spPr>
        <a:xfrm>
          <a:off x="4788050" y="1844488"/>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E249D6-7F0F-43DF-854B-0DED79EE00C9}">
      <dsp:nvSpPr>
        <dsp:cNvPr id="0" name=""/>
        <dsp:cNvSpPr/>
      </dsp:nvSpPr>
      <dsp:spPr>
        <a:xfrm>
          <a:off x="4953267" y="2009705"/>
          <a:ext cx="444814" cy="444814"/>
        </a:xfrm>
        <a:prstGeom prst="rect">
          <a:avLst/>
        </a:prstGeom>
        <a:blipFill>
          <a:blip xmlns:r="http://schemas.openxmlformats.org/officeDocument/2006/relationships" r:embed="rId16">
            <a:extLst>
              <a:ext uri="{96DAC541-7B7A-43D3-8B79-37D633B846F1}">
                <asvg:svgBlip xmlns:asvg="http://schemas.microsoft.com/office/drawing/2016/SVG/main" r:embed="rId17"/>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143E28-3401-42BC-B4B9-DA868E1E252D}">
      <dsp:nvSpPr>
        <dsp:cNvPr id="0" name=""/>
        <dsp:cNvSpPr/>
      </dsp:nvSpPr>
      <dsp:spPr>
        <a:xfrm>
          <a:off x="4540225" y="2861207"/>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u="none" kern="1200" dirty="0">
              <a:solidFill>
                <a:schemeClr val="tx1"/>
              </a:solidFill>
            </a:rPr>
            <a:t>SUMMARY</a:t>
          </a:r>
        </a:p>
      </dsp:txBody>
      <dsp:txXfrm>
        <a:off x="4540225" y="2861207"/>
        <a:ext cx="1270898" cy="508359"/>
      </dsp:txXfrm>
    </dsp:sp>
    <dsp:sp modelId="{DA725F30-B103-4B49-9019-8ACC54FE079A}">
      <dsp:nvSpPr>
        <dsp:cNvPr id="0" name=""/>
        <dsp:cNvSpPr/>
      </dsp:nvSpPr>
      <dsp:spPr>
        <a:xfrm>
          <a:off x="6281356" y="1844488"/>
          <a:ext cx="775248" cy="7752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15732E-3F6B-4EE5-A251-0DDA3BC7B294}">
      <dsp:nvSpPr>
        <dsp:cNvPr id="0" name=""/>
        <dsp:cNvSpPr/>
      </dsp:nvSpPr>
      <dsp:spPr>
        <a:xfrm>
          <a:off x="6446572" y="2009705"/>
          <a:ext cx="444814" cy="444814"/>
        </a:xfrm>
        <a:prstGeom prst="rect">
          <a:avLst/>
        </a:prstGeom>
        <a:blipFill>
          <a:blip xmlns:r="http://schemas.openxmlformats.org/officeDocument/2006/relationships"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998A72-4481-4B3E-AFA5-CB7E79284DA0}">
      <dsp:nvSpPr>
        <dsp:cNvPr id="0" name=""/>
        <dsp:cNvSpPr/>
      </dsp:nvSpPr>
      <dsp:spPr>
        <a:xfrm>
          <a:off x="6033530" y="2861207"/>
          <a:ext cx="1270898" cy="508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u="none" kern="1200">
              <a:solidFill>
                <a:schemeClr val="tx1"/>
              </a:solidFill>
            </a:rPr>
            <a:t>Conclusion</a:t>
          </a:r>
        </a:p>
      </dsp:txBody>
      <dsp:txXfrm>
        <a:off x="6033530" y="2861207"/>
        <a:ext cx="1270898" cy="5083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0304F-5ED0-4A03-AFC6-0BE3641B009D}">
      <dsp:nvSpPr>
        <dsp:cNvPr id="0" name=""/>
        <dsp:cNvSpPr/>
      </dsp:nvSpPr>
      <dsp:spPr>
        <a:xfrm>
          <a:off x="0" y="16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12962C-04DA-452B-B3D6-8D19D1DAA8CD}">
      <dsp:nvSpPr>
        <dsp:cNvPr id="0" name=""/>
        <dsp:cNvSpPr/>
      </dsp:nvSpPr>
      <dsp:spPr>
        <a:xfrm>
          <a:off x="256592" y="192527"/>
          <a:ext cx="466532" cy="466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D31817-848A-41C6-85DE-5059FFD16394}">
      <dsp:nvSpPr>
        <dsp:cNvPr id="0" name=""/>
        <dsp:cNvSpPr/>
      </dsp:nvSpPr>
      <dsp:spPr>
        <a:xfrm>
          <a:off x="979717" y="16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a:t>This project investigates the relationship between lifestyle factors, health metrics, and the diagnosis of Coronary Heart Disease (CHD).</a:t>
          </a:r>
        </a:p>
      </dsp:txBody>
      <dsp:txXfrm>
        <a:off x="979717" y="1673"/>
        <a:ext cx="7377137" cy="848240"/>
      </dsp:txXfrm>
    </dsp:sp>
    <dsp:sp modelId="{3ADCAA36-0D0D-4F38-9530-42A3A2FAC09F}">
      <dsp:nvSpPr>
        <dsp:cNvPr id="0" name=""/>
        <dsp:cNvSpPr/>
      </dsp:nvSpPr>
      <dsp:spPr>
        <a:xfrm>
          <a:off x="0" y="10619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2F87E8-F3C5-4D40-83D8-BCB2219AF24D}">
      <dsp:nvSpPr>
        <dsp:cNvPr id="0" name=""/>
        <dsp:cNvSpPr/>
      </dsp:nvSpPr>
      <dsp:spPr>
        <a:xfrm>
          <a:off x="256592" y="1252827"/>
          <a:ext cx="466532" cy="466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869C13-6386-498F-A261-A29723BE15CB}">
      <dsp:nvSpPr>
        <dsp:cNvPr id="0" name=""/>
        <dsp:cNvSpPr/>
      </dsp:nvSpPr>
      <dsp:spPr>
        <a:xfrm>
          <a:off x="979717" y="10619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To </a:t>
          </a:r>
          <a:r>
            <a:rPr lang="en-US" sz="1400" kern="1200" dirty="0" err="1"/>
            <a:t>analyse</a:t>
          </a:r>
          <a:r>
            <a:rPr lang="en-US" sz="1400" kern="1200" dirty="0"/>
            <a:t> key CHD predictors using statistical tests and developed two models Random Forest and Decision Tree to evaluate CHD Risk. </a:t>
          </a:r>
        </a:p>
      </dsp:txBody>
      <dsp:txXfrm>
        <a:off x="979717" y="1061973"/>
        <a:ext cx="7377137" cy="848240"/>
      </dsp:txXfrm>
    </dsp:sp>
    <dsp:sp modelId="{2A641AD0-CCB8-433E-B9D0-5EA08BE521DC}">
      <dsp:nvSpPr>
        <dsp:cNvPr id="0" name=""/>
        <dsp:cNvSpPr/>
      </dsp:nvSpPr>
      <dsp:spPr>
        <a:xfrm>
          <a:off x="0" y="21222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0B611-D930-4ADB-8B09-473FAC0ABAAF}">
      <dsp:nvSpPr>
        <dsp:cNvPr id="0" name=""/>
        <dsp:cNvSpPr/>
      </dsp:nvSpPr>
      <dsp:spPr>
        <a:xfrm>
          <a:off x="256592" y="2313128"/>
          <a:ext cx="466532" cy="466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D33F4-DFF3-48FB-BF89-A6EF862AA172}">
      <dsp:nvSpPr>
        <dsp:cNvPr id="0" name=""/>
        <dsp:cNvSpPr/>
      </dsp:nvSpPr>
      <dsp:spPr>
        <a:xfrm>
          <a:off x="979717" y="21222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a:t>The dataset was obtained from the CDC's Behavioral Risk Factor Surveillance System (BRFSS) 2024 annual data, which is publicly available at this link: </a:t>
          </a:r>
          <a:r>
            <a:rPr lang="en-US" sz="1400" kern="1200">
              <a:hlinkClick xmlns:r="http://schemas.openxmlformats.org/officeDocument/2006/relationships" r:id="rId7"/>
            </a:rPr>
            <a:t>Behavioral Risk Factor Survelliance System</a:t>
          </a:r>
          <a:endParaRPr lang="en-US" sz="1400" kern="1200"/>
        </a:p>
      </dsp:txBody>
      <dsp:txXfrm>
        <a:off x="979717" y="2122274"/>
        <a:ext cx="7377137" cy="848240"/>
      </dsp:txXfrm>
    </dsp:sp>
    <dsp:sp modelId="{C7FC2A9F-4BA8-421C-B72A-1A961C7362F7}">
      <dsp:nvSpPr>
        <dsp:cNvPr id="0" name=""/>
        <dsp:cNvSpPr/>
      </dsp:nvSpPr>
      <dsp:spPr>
        <a:xfrm>
          <a:off x="0" y="31825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B3C6EC-C417-4DE0-8F54-7F8B750E1223}">
      <dsp:nvSpPr>
        <dsp:cNvPr id="0" name=""/>
        <dsp:cNvSpPr/>
      </dsp:nvSpPr>
      <dsp:spPr>
        <a:xfrm>
          <a:off x="256592" y="3373428"/>
          <a:ext cx="466532" cy="466532"/>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599309-80EE-4BD1-B0FC-5F31B1F37A73}">
      <dsp:nvSpPr>
        <dsp:cNvPr id="0" name=""/>
        <dsp:cNvSpPr/>
      </dsp:nvSpPr>
      <dsp:spPr>
        <a:xfrm>
          <a:off x="979717" y="31825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a:t>The goal is to provide evidence-based insights that can support public health strategies to mitigate CHD risk factors.</a:t>
          </a:r>
        </a:p>
      </dsp:txBody>
      <dsp:txXfrm>
        <a:off x="979717" y="3182574"/>
        <a:ext cx="7377137" cy="848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E68683-F150-4CF7-9FE1-B623F44EC359}">
      <dsp:nvSpPr>
        <dsp:cNvPr id="0" name=""/>
        <dsp:cNvSpPr/>
      </dsp:nvSpPr>
      <dsp:spPr>
        <a:xfrm>
          <a:off x="0" y="2863752"/>
          <a:ext cx="10552128" cy="0"/>
        </a:xfrm>
        <a:prstGeom prst="line">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0809CFBA-2637-4701-A0F6-B51C9368BE48}">
      <dsp:nvSpPr>
        <dsp:cNvPr id="0" name=""/>
        <dsp:cNvSpPr/>
      </dsp:nvSpPr>
      <dsp:spPr>
        <a:xfrm>
          <a:off x="95529" y="3019007"/>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US" sz="1400" b="1" kern="1200" dirty="0">
            <a:latin typeface="Avenir Next LT Pro"/>
          </a:endParaRPr>
        </a:p>
      </dsp:txBody>
      <dsp:txXfrm>
        <a:off x="95529" y="3019007"/>
        <a:ext cx="1258217" cy="647208"/>
      </dsp:txXfrm>
    </dsp:sp>
    <dsp:sp modelId="{9EC40022-CA44-4844-A68F-70B489A53E25}">
      <dsp:nvSpPr>
        <dsp:cNvPr id="0" name=""/>
        <dsp:cNvSpPr/>
      </dsp:nvSpPr>
      <dsp:spPr>
        <a:xfrm>
          <a:off x="41335" y="782844"/>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venir Next LT Pro"/>
            </a:rPr>
            <a:t>RAW DATA IMPORT FROM US CDC WEBSITE</a:t>
          </a:r>
          <a:endParaRPr lang="en-IN" sz="1200" kern="1200" dirty="0"/>
        </a:p>
      </dsp:txBody>
      <dsp:txXfrm>
        <a:off x="89006" y="830515"/>
        <a:ext cx="1334450" cy="881197"/>
      </dsp:txXfrm>
    </dsp:sp>
    <dsp:sp modelId="{697B8948-32D1-483A-A6D9-A0B621CAA27A}">
      <dsp:nvSpPr>
        <dsp:cNvPr id="0" name=""/>
        <dsp:cNvSpPr/>
      </dsp:nvSpPr>
      <dsp:spPr>
        <a:xfrm>
          <a:off x="715025" y="1775526"/>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1AB89FF-FD91-4061-825B-24E07505EBF1}">
      <dsp:nvSpPr>
        <dsp:cNvPr id="0" name=""/>
        <dsp:cNvSpPr/>
      </dsp:nvSpPr>
      <dsp:spPr>
        <a:xfrm>
          <a:off x="924808" y="1947963"/>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endParaRPr lang="en-US" sz="1400" b="1" kern="1200" dirty="0"/>
        </a:p>
      </dsp:txBody>
      <dsp:txXfrm>
        <a:off x="924808" y="1947963"/>
        <a:ext cx="1258217" cy="647208"/>
      </dsp:txXfrm>
    </dsp:sp>
    <dsp:sp modelId="{69DE02F4-91BA-43FE-A7BA-F3CE970C3539}">
      <dsp:nvSpPr>
        <dsp:cNvPr id="0" name=""/>
        <dsp:cNvSpPr/>
      </dsp:nvSpPr>
      <dsp:spPr>
        <a:xfrm>
          <a:off x="672068"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8E2ED8-1FFC-45CC-BAD4-AE032D7A4E72}">
      <dsp:nvSpPr>
        <dsp:cNvPr id="0" name=""/>
        <dsp:cNvSpPr/>
      </dsp:nvSpPr>
      <dsp:spPr>
        <a:xfrm>
          <a:off x="917784" y="3902799"/>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venir Next LT Pro"/>
            </a:rPr>
            <a:t>TRANSFORM DATA INTO READABLE CSV FORMAT</a:t>
          </a:r>
          <a:endParaRPr lang="en-IN" sz="1200" kern="1200"/>
        </a:p>
      </dsp:txBody>
      <dsp:txXfrm>
        <a:off x="965455" y="3950470"/>
        <a:ext cx="1334450" cy="881197"/>
      </dsp:txXfrm>
    </dsp:sp>
    <dsp:sp modelId="{D631FEFD-A32B-48B7-BBB2-3C1FF7B0744A}">
      <dsp:nvSpPr>
        <dsp:cNvPr id="0" name=""/>
        <dsp:cNvSpPr/>
      </dsp:nvSpPr>
      <dsp:spPr>
        <a:xfrm>
          <a:off x="1544304" y="2863752"/>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DF2DB41-E134-4516-889E-A4838A1A0A96}">
      <dsp:nvSpPr>
        <dsp:cNvPr id="0" name=""/>
        <dsp:cNvSpPr/>
      </dsp:nvSpPr>
      <dsp:spPr>
        <a:xfrm>
          <a:off x="1754088" y="3019007"/>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US" sz="1400" b="1" kern="1200" dirty="0"/>
        </a:p>
      </dsp:txBody>
      <dsp:txXfrm>
        <a:off x="1754088" y="3019007"/>
        <a:ext cx="1258217" cy="647208"/>
      </dsp:txXfrm>
    </dsp:sp>
    <dsp:sp modelId="{4C953EFB-5539-4813-B8B3-FD9577771DFC}">
      <dsp:nvSpPr>
        <dsp:cNvPr id="0" name=""/>
        <dsp:cNvSpPr/>
      </dsp:nvSpPr>
      <dsp:spPr>
        <a:xfrm>
          <a:off x="1501348"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8E2E01-3981-4E81-BBD8-701D4DCA39A4}">
      <dsp:nvSpPr>
        <dsp:cNvPr id="0" name=""/>
        <dsp:cNvSpPr/>
      </dsp:nvSpPr>
      <dsp:spPr>
        <a:xfrm>
          <a:off x="1658688" y="798986"/>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venir Next LT Pro"/>
            </a:rPr>
            <a:t>CLEAN &amp; FILTER DATA FOR EDA</a:t>
          </a:r>
          <a:endParaRPr lang="en-IN" sz="1200" kern="1200"/>
        </a:p>
      </dsp:txBody>
      <dsp:txXfrm>
        <a:off x="1706359" y="846657"/>
        <a:ext cx="1334450" cy="881197"/>
      </dsp:txXfrm>
    </dsp:sp>
    <dsp:sp modelId="{2AC857E0-86E8-45CC-95ED-BB184BD602B9}">
      <dsp:nvSpPr>
        <dsp:cNvPr id="0" name=""/>
        <dsp:cNvSpPr/>
      </dsp:nvSpPr>
      <dsp:spPr>
        <a:xfrm>
          <a:off x="2373584" y="1775526"/>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1C6B120-5C5E-40E0-84D7-5D73AEC1D44E}">
      <dsp:nvSpPr>
        <dsp:cNvPr id="0" name=""/>
        <dsp:cNvSpPr/>
      </dsp:nvSpPr>
      <dsp:spPr>
        <a:xfrm>
          <a:off x="2583368" y="1947963"/>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endParaRPr lang="en-US" sz="1400" b="1" kern="1200" dirty="0"/>
        </a:p>
      </dsp:txBody>
      <dsp:txXfrm>
        <a:off x="2583368" y="1947963"/>
        <a:ext cx="1258217" cy="647208"/>
      </dsp:txXfrm>
    </dsp:sp>
    <dsp:sp modelId="{0053F144-964F-494C-B677-000C03DBE814}">
      <dsp:nvSpPr>
        <dsp:cNvPr id="0" name=""/>
        <dsp:cNvSpPr/>
      </dsp:nvSpPr>
      <dsp:spPr>
        <a:xfrm>
          <a:off x="2330628"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A477E1-0CA6-4CAC-B26D-0E6957D83C69}">
      <dsp:nvSpPr>
        <dsp:cNvPr id="0" name=""/>
        <dsp:cNvSpPr/>
      </dsp:nvSpPr>
      <dsp:spPr>
        <a:xfrm>
          <a:off x="2487968" y="3951978"/>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venir Next LT Pro"/>
            </a:rPr>
            <a:t>CHECK DATA INTEGRITY &amp; NORMALITY DISTRIBUTION</a:t>
          </a:r>
          <a:endParaRPr lang="en-IN" sz="1200" kern="1200"/>
        </a:p>
      </dsp:txBody>
      <dsp:txXfrm>
        <a:off x="2535639" y="3999649"/>
        <a:ext cx="1334450" cy="881197"/>
      </dsp:txXfrm>
    </dsp:sp>
    <dsp:sp modelId="{0104A535-6449-4D36-A035-959728D0F1A9}">
      <dsp:nvSpPr>
        <dsp:cNvPr id="0" name=""/>
        <dsp:cNvSpPr/>
      </dsp:nvSpPr>
      <dsp:spPr>
        <a:xfrm>
          <a:off x="3202864" y="2863752"/>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87A2CF1-6AE6-4DB8-BF76-04DD52BD8BEF}">
      <dsp:nvSpPr>
        <dsp:cNvPr id="0" name=""/>
        <dsp:cNvSpPr/>
      </dsp:nvSpPr>
      <dsp:spPr>
        <a:xfrm>
          <a:off x="3412648" y="3019007"/>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US" sz="1400" b="1" kern="1200" dirty="0"/>
        </a:p>
      </dsp:txBody>
      <dsp:txXfrm>
        <a:off x="3412648" y="3019007"/>
        <a:ext cx="1258217" cy="647208"/>
      </dsp:txXfrm>
    </dsp:sp>
    <dsp:sp modelId="{FDD8D4BF-1544-4C52-9568-9BF80FF75D16}">
      <dsp:nvSpPr>
        <dsp:cNvPr id="0" name=""/>
        <dsp:cNvSpPr/>
      </dsp:nvSpPr>
      <dsp:spPr>
        <a:xfrm>
          <a:off x="3159908"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C6C3D6-4F0F-4886-90D9-47FFD4A65FAB}">
      <dsp:nvSpPr>
        <dsp:cNvPr id="0" name=""/>
        <dsp:cNvSpPr/>
      </dsp:nvSpPr>
      <dsp:spPr>
        <a:xfrm>
          <a:off x="3317247" y="596728"/>
          <a:ext cx="1429792" cy="1159640"/>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venir Next LT Pro"/>
            </a:rPr>
            <a:t>GRAPHICAL ANALYSIS (HISTROGRAMS, QQPLOT, GGPLOT, Etc)</a:t>
          </a:r>
          <a:endParaRPr lang="en-IN" sz="1200" kern="1200"/>
        </a:p>
      </dsp:txBody>
      <dsp:txXfrm>
        <a:off x="3373856" y="653337"/>
        <a:ext cx="1316574" cy="1046422"/>
      </dsp:txXfrm>
    </dsp:sp>
    <dsp:sp modelId="{E8CB2225-1877-4C37-BC0D-C53365254D01}">
      <dsp:nvSpPr>
        <dsp:cNvPr id="0" name=""/>
        <dsp:cNvSpPr/>
      </dsp:nvSpPr>
      <dsp:spPr>
        <a:xfrm>
          <a:off x="4032144" y="1775526"/>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2A3A6201-4B99-4CD4-9834-6F0E9E7B1F40}">
      <dsp:nvSpPr>
        <dsp:cNvPr id="0" name=""/>
        <dsp:cNvSpPr/>
      </dsp:nvSpPr>
      <dsp:spPr>
        <a:xfrm>
          <a:off x="4241928" y="1947963"/>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endParaRPr lang="en-US" sz="1400" b="1" kern="1200" dirty="0"/>
        </a:p>
      </dsp:txBody>
      <dsp:txXfrm>
        <a:off x="4241928" y="1947963"/>
        <a:ext cx="1258217" cy="647208"/>
      </dsp:txXfrm>
    </dsp:sp>
    <dsp:sp modelId="{C2CC0490-2CF4-4130-B9CB-FB981CD416C0}">
      <dsp:nvSpPr>
        <dsp:cNvPr id="0" name=""/>
        <dsp:cNvSpPr/>
      </dsp:nvSpPr>
      <dsp:spPr>
        <a:xfrm>
          <a:off x="3989188"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021445-E902-4F07-8E0A-3941633B3160}">
      <dsp:nvSpPr>
        <dsp:cNvPr id="0" name=""/>
        <dsp:cNvSpPr/>
      </dsp:nvSpPr>
      <dsp:spPr>
        <a:xfrm>
          <a:off x="4125509" y="3894947"/>
          <a:ext cx="1429792" cy="1159640"/>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venir Next LT Pro"/>
            </a:rPr>
            <a:t>HYPOTHENISIS TESTING (T-TEST, Z-TEST, CHI-TEST, ANOVA)</a:t>
          </a:r>
          <a:endParaRPr lang="en-IN" sz="1200" kern="1200"/>
        </a:p>
      </dsp:txBody>
      <dsp:txXfrm>
        <a:off x="4182118" y="3951556"/>
        <a:ext cx="1316574" cy="1046422"/>
      </dsp:txXfrm>
    </dsp:sp>
    <dsp:sp modelId="{E9E1A867-9143-4950-A036-34D8B624C2B4}">
      <dsp:nvSpPr>
        <dsp:cNvPr id="0" name=""/>
        <dsp:cNvSpPr/>
      </dsp:nvSpPr>
      <dsp:spPr>
        <a:xfrm>
          <a:off x="4861424" y="2863752"/>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7A4435-701A-4230-8A8F-03FF0B63A0FD}">
      <dsp:nvSpPr>
        <dsp:cNvPr id="0" name=""/>
        <dsp:cNvSpPr/>
      </dsp:nvSpPr>
      <dsp:spPr>
        <a:xfrm>
          <a:off x="5071207" y="3019007"/>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b="1" kern="1200" dirty="0">
              <a:latin typeface="Avenir Next LT Pro"/>
            </a:rPr>
            <a:t> </a:t>
          </a:r>
          <a:endParaRPr lang="en-US" sz="1400" b="1" kern="1200" dirty="0"/>
        </a:p>
      </dsp:txBody>
      <dsp:txXfrm>
        <a:off x="5071207" y="3019007"/>
        <a:ext cx="1258217" cy="647208"/>
      </dsp:txXfrm>
    </dsp:sp>
    <dsp:sp modelId="{CAA750A9-0A98-4F4D-A1E0-E5DE9066C227}">
      <dsp:nvSpPr>
        <dsp:cNvPr id="0" name=""/>
        <dsp:cNvSpPr/>
      </dsp:nvSpPr>
      <dsp:spPr>
        <a:xfrm>
          <a:off x="4818467"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596B3D-5796-4199-8D4E-F25498BBF348}">
      <dsp:nvSpPr>
        <dsp:cNvPr id="0" name=""/>
        <dsp:cNvSpPr/>
      </dsp:nvSpPr>
      <dsp:spPr>
        <a:xfrm>
          <a:off x="5014140" y="410589"/>
          <a:ext cx="1429792" cy="1342741"/>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latin typeface="Avenir Next LT Pro"/>
            </a:rPr>
            <a:t>SUMMARIZE RESULTS AND CONCLUDE MEDICAL FACTORS PREDICTION </a:t>
          </a:r>
          <a:endParaRPr lang="en-IN" sz="1200" kern="1200"/>
        </a:p>
      </dsp:txBody>
      <dsp:txXfrm>
        <a:off x="5079687" y="476136"/>
        <a:ext cx="1298698" cy="1211647"/>
      </dsp:txXfrm>
    </dsp:sp>
    <dsp:sp modelId="{67DF7070-8BCA-4922-8228-4897B02ED137}">
      <dsp:nvSpPr>
        <dsp:cNvPr id="0" name=""/>
        <dsp:cNvSpPr/>
      </dsp:nvSpPr>
      <dsp:spPr>
        <a:xfrm>
          <a:off x="5690703" y="1775526"/>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127863B-7825-429B-A790-D5C424B262E3}">
      <dsp:nvSpPr>
        <dsp:cNvPr id="0" name=""/>
        <dsp:cNvSpPr/>
      </dsp:nvSpPr>
      <dsp:spPr>
        <a:xfrm>
          <a:off x="5900487" y="1947963"/>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endParaRPr lang="en-US" sz="1400" b="1" kern="1200" dirty="0">
            <a:latin typeface="Avenir Next LT Pro"/>
          </a:endParaRPr>
        </a:p>
      </dsp:txBody>
      <dsp:txXfrm>
        <a:off x="5900487" y="1947963"/>
        <a:ext cx="1258217" cy="647208"/>
      </dsp:txXfrm>
    </dsp:sp>
    <dsp:sp modelId="{7D37AF36-30ED-484D-A6D1-5FFBC2297A57}">
      <dsp:nvSpPr>
        <dsp:cNvPr id="0" name=""/>
        <dsp:cNvSpPr/>
      </dsp:nvSpPr>
      <dsp:spPr>
        <a:xfrm>
          <a:off x="5647747"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759559-0661-4A40-90C3-7305045628B5}">
      <dsp:nvSpPr>
        <dsp:cNvPr id="0" name=""/>
        <dsp:cNvSpPr/>
      </dsp:nvSpPr>
      <dsp:spPr>
        <a:xfrm>
          <a:off x="5805087" y="3951978"/>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t>FORMULATE NEW SMART QUESTION</a:t>
          </a:r>
          <a:endParaRPr lang="en-IN" sz="1200" kern="1200"/>
        </a:p>
      </dsp:txBody>
      <dsp:txXfrm>
        <a:off x="5852758" y="3999649"/>
        <a:ext cx="1334450" cy="881197"/>
      </dsp:txXfrm>
    </dsp:sp>
    <dsp:sp modelId="{C55DB084-8CD4-4F44-9048-62E79B8ED8E3}">
      <dsp:nvSpPr>
        <dsp:cNvPr id="0" name=""/>
        <dsp:cNvSpPr/>
      </dsp:nvSpPr>
      <dsp:spPr>
        <a:xfrm>
          <a:off x="6519983" y="2863752"/>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2930272-1AB9-4C2E-97C9-2628C8AB6816}">
      <dsp:nvSpPr>
        <dsp:cNvPr id="0" name=""/>
        <dsp:cNvSpPr/>
      </dsp:nvSpPr>
      <dsp:spPr>
        <a:xfrm>
          <a:off x="6734812" y="3075670"/>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US" sz="1400" b="1" kern="1200" dirty="0">
            <a:latin typeface="Avenir Next LT Pro"/>
          </a:endParaRPr>
        </a:p>
      </dsp:txBody>
      <dsp:txXfrm>
        <a:off x="6734812" y="3075670"/>
        <a:ext cx="1258217" cy="647208"/>
      </dsp:txXfrm>
    </dsp:sp>
    <dsp:sp modelId="{F805C266-B34A-4DD3-8D8D-FBE29FCDE656}">
      <dsp:nvSpPr>
        <dsp:cNvPr id="0" name=""/>
        <dsp:cNvSpPr/>
      </dsp:nvSpPr>
      <dsp:spPr>
        <a:xfrm>
          <a:off x="6477027"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00AE45-ED4D-4F06-8CBC-03A637A7B6F3}">
      <dsp:nvSpPr>
        <dsp:cNvPr id="0" name=""/>
        <dsp:cNvSpPr/>
      </dsp:nvSpPr>
      <dsp:spPr>
        <a:xfrm>
          <a:off x="6676403" y="782854"/>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t>ADVANCED EXPLORATORY DATA ANALYSIS</a:t>
          </a:r>
          <a:endParaRPr lang="en-IN" sz="1200" kern="1200"/>
        </a:p>
      </dsp:txBody>
      <dsp:txXfrm>
        <a:off x="6724074" y="830525"/>
        <a:ext cx="1334450" cy="881197"/>
      </dsp:txXfrm>
    </dsp:sp>
    <dsp:sp modelId="{39967EEB-F185-4930-8CE4-10BB8F82FB71}">
      <dsp:nvSpPr>
        <dsp:cNvPr id="0" name=""/>
        <dsp:cNvSpPr/>
      </dsp:nvSpPr>
      <dsp:spPr>
        <a:xfrm>
          <a:off x="7349263" y="1775526"/>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D2D1DBD-AC4E-4CBE-8ECF-49713CD1999B}">
      <dsp:nvSpPr>
        <dsp:cNvPr id="0" name=""/>
        <dsp:cNvSpPr/>
      </dsp:nvSpPr>
      <dsp:spPr>
        <a:xfrm>
          <a:off x="7564092" y="2004626"/>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endParaRPr lang="en-US" sz="1400" b="1" kern="1200" dirty="0">
            <a:latin typeface="Avenir Next LT Pro"/>
          </a:endParaRPr>
        </a:p>
      </dsp:txBody>
      <dsp:txXfrm>
        <a:off x="7564092" y="2004626"/>
        <a:ext cx="1258217" cy="647208"/>
      </dsp:txXfrm>
    </dsp:sp>
    <dsp:sp modelId="{39E4BD45-8B45-4E7A-92B0-05AFA6253A75}">
      <dsp:nvSpPr>
        <dsp:cNvPr id="0" name=""/>
        <dsp:cNvSpPr/>
      </dsp:nvSpPr>
      <dsp:spPr>
        <a:xfrm>
          <a:off x="7306307"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65C079-62BB-4B09-9707-DF65C13B57BE}">
      <dsp:nvSpPr>
        <dsp:cNvPr id="0" name=""/>
        <dsp:cNvSpPr/>
      </dsp:nvSpPr>
      <dsp:spPr>
        <a:xfrm>
          <a:off x="7463646" y="3951978"/>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t>BUILD MACHINE LEARNING MODELS</a:t>
          </a:r>
          <a:endParaRPr lang="en-IN" sz="1200" kern="1200"/>
        </a:p>
      </dsp:txBody>
      <dsp:txXfrm>
        <a:off x="7511317" y="3999649"/>
        <a:ext cx="1334450" cy="881197"/>
      </dsp:txXfrm>
    </dsp:sp>
    <dsp:sp modelId="{68554BC5-3581-41F8-9FD3-F802D1AE79F1}">
      <dsp:nvSpPr>
        <dsp:cNvPr id="0" name=""/>
        <dsp:cNvSpPr/>
      </dsp:nvSpPr>
      <dsp:spPr>
        <a:xfrm>
          <a:off x="8178543" y="2863752"/>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0803CE3-7560-4DE2-A9F5-B58987E0D4C2}">
      <dsp:nvSpPr>
        <dsp:cNvPr id="0" name=""/>
        <dsp:cNvSpPr/>
      </dsp:nvSpPr>
      <dsp:spPr>
        <a:xfrm>
          <a:off x="8393372" y="3075670"/>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US" sz="1400" b="1" kern="1200" dirty="0">
            <a:latin typeface="Avenir Next LT Pro"/>
          </a:endParaRPr>
        </a:p>
      </dsp:txBody>
      <dsp:txXfrm>
        <a:off x="8393372" y="3075670"/>
        <a:ext cx="1258217" cy="647208"/>
      </dsp:txXfrm>
    </dsp:sp>
    <dsp:sp modelId="{A62C73E6-D156-4F1C-9BAB-DD8E7276BDD9}">
      <dsp:nvSpPr>
        <dsp:cNvPr id="0" name=""/>
        <dsp:cNvSpPr/>
      </dsp:nvSpPr>
      <dsp:spPr>
        <a:xfrm>
          <a:off x="8135586"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832E46-0CD4-427A-B92C-16F0CCC4B79A}">
      <dsp:nvSpPr>
        <dsp:cNvPr id="0" name=""/>
        <dsp:cNvSpPr/>
      </dsp:nvSpPr>
      <dsp:spPr>
        <a:xfrm>
          <a:off x="8292926" y="615885"/>
          <a:ext cx="1429792" cy="1159640"/>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t>EVALUATE &amp; COMPARE MODEL PERFORMANCE</a:t>
          </a:r>
          <a:endParaRPr lang="en-IN" sz="1200" kern="1200"/>
        </a:p>
      </dsp:txBody>
      <dsp:txXfrm>
        <a:off x="8349535" y="672494"/>
        <a:ext cx="1316574" cy="1046422"/>
      </dsp:txXfrm>
    </dsp:sp>
    <dsp:sp modelId="{3056B55B-2577-4B73-8161-7EEE15000902}">
      <dsp:nvSpPr>
        <dsp:cNvPr id="0" name=""/>
        <dsp:cNvSpPr/>
      </dsp:nvSpPr>
      <dsp:spPr>
        <a:xfrm>
          <a:off x="9007823" y="1775526"/>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9EDAA16-286C-4164-9C20-FEC58D4843DB}">
      <dsp:nvSpPr>
        <dsp:cNvPr id="0" name=""/>
        <dsp:cNvSpPr/>
      </dsp:nvSpPr>
      <dsp:spPr>
        <a:xfrm>
          <a:off x="9207994" y="2004626"/>
          <a:ext cx="1258217" cy="647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endParaRPr lang="en-US" sz="1400" b="1" kern="1200" dirty="0">
            <a:latin typeface="Avenir Next LT Pro"/>
          </a:endParaRPr>
        </a:p>
      </dsp:txBody>
      <dsp:txXfrm>
        <a:off x="9207994" y="2004626"/>
        <a:ext cx="1258217" cy="647208"/>
      </dsp:txXfrm>
    </dsp:sp>
    <dsp:sp modelId="{BF379067-91C4-498F-8FCB-FAE3BC8D6B80}">
      <dsp:nvSpPr>
        <dsp:cNvPr id="0" name=""/>
        <dsp:cNvSpPr/>
      </dsp:nvSpPr>
      <dsp:spPr>
        <a:xfrm>
          <a:off x="8964866"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6E3CC-1DB1-449F-8A22-851FB7FE3E11}">
      <dsp:nvSpPr>
        <dsp:cNvPr id="0" name=""/>
        <dsp:cNvSpPr/>
      </dsp:nvSpPr>
      <dsp:spPr>
        <a:xfrm>
          <a:off x="9122206" y="3951978"/>
          <a:ext cx="1429792" cy="976539"/>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b="1" kern="1200"/>
            <a:t>DEPLOY MODEL INTO WEB APP</a:t>
          </a:r>
          <a:endParaRPr lang="en-IN" sz="1200" kern="1200"/>
        </a:p>
      </dsp:txBody>
      <dsp:txXfrm>
        <a:off x="9169877" y="3999649"/>
        <a:ext cx="1334450" cy="881197"/>
      </dsp:txXfrm>
    </dsp:sp>
    <dsp:sp modelId="{F50F06ED-988A-48EC-A64E-3E8E1CDF8067}">
      <dsp:nvSpPr>
        <dsp:cNvPr id="0" name=""/>
        <dsp:cNvSpPr/>
      </dsp:nvSpPr>
      <dsp:spPr>
        <a:xfrm>
          <a:off x="9837102" y="2863752"/>
          <a:ext cx="0" cy="1088225"/>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488E2BF-FA08-4D32-A459-0890912414B2}">
      <dsp:nvSpPr>
        <dsp:cNvPr id="0" name=""/>
        <dsp:cNvSpPr/>
      </dsp:nvSpPr>
      <dsp:spPr>
        <a:xfrm>
          <a:off x="9794146" y="2820796"/>
          <a:ext cx="85912" cy="85912"/>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FEEAE7-CFA4-4660-89F4-6DDFA862E204}">
      <dsp:nvSpPr>
        <dsp:cNvPr id="0" name=""/>
        <dsp:cNvSpPr/>
      </dsp:nvSpPr>
      <dsp:spPr>
        <a:xfrm>
          <a:off x="808538" y="0"/>
          <a:ext cx="8965569" cy="5603481"/>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05DDFD-B1E1-4264-A48A-9B6A4B48070A}">
      <dsp:nvSpPr>
        <dsp:cNvPr id="0" name=""/>
        <dsp:cNvSpPr/>
      </dsp:nvSpPr>
      <dsp:spPr>
        <a:xfrm>
          <a:off x="1687701" y="4166748"/>
          <a:ext cx="206208" cy="20620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19BB22-606A-4441-B9C3-A2FE4032B96F}">
      <dsp:nvSpPr>
        <dsp:cNvPr id="0" name=""/>
        <dsp:cNvSpPr/>
      </dsp:nvSpPr>
      <dsp:spPr>
        <a:xfrm>
          <a:off x="1707710" y="4440890"/>
          <a:ext cx="2772006" cy="738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65" tIns="0" rIns="0" bIns="0" numCol="1" spcCol="1270" anchor="t" anchorCtr="0">
          <a:noAutofit/>
        </a:bodyPr>
        <a:lstStyle/>
        <a:p>
          <a:pPr marL="0" lvl="0" indent="0" algn="l" defTabSz="711200" rtl="0">
            <a:lnSpc>
              <a:spcPct val="90000"/>
            </a:lnSpc>
            <a:spcBef>
              <a:spcPct val="0"/>
            </a:spcBef>
            <a:spcAft>
              <a:spcPct val="35000"/>
            </a:spcAft>
            <a:buNone/>
          </a:pPr>
          <a:r>
            <a:rPr lang="en-US" sz="1600" kern="1200" dirty="0"/>
            <a:t>IMPORT BRFSS dataset with 457K+ Adult health records</a:t>
          </a:r>
          <a:r>
            <a:rPr lang="en-US" sz="800" kern="1200" dirty="0"/>
            <a:t>. </a:t>
          </a:r>
        </a:p>
      </dsp:txBody>
      <dsp:txXfrm>
        <a:off x="1707710" y="4440890"/>
        <a:ext cx="2772006" cy="738083"/>
      </dsp:txXfrm>
    </dsp:sp>
    <dsp:sp modelId="{34D7AF35-3B24-492B-B2D4-705ACF0480FD}">
      <dsp:nvSpPr>
        <dsp:cNvPr id="0" name=""/>
        <dsp:cNvSpPr/>
      </dsp:nvSpPr>
      <dsp:spPr>
        <a:xfrm>
          <a:off x="2803915" y="3094242"/>
          <a:ext cx="322760" cy="32276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0BDEE-7F42-43D3-AEB4-396F73B05B78}">
      <dsp:nvSpPr>
        <dsp:cNvPr id="0" name=""/>
        <dsp:cNvSpPr/>
      </dsp:nvSpPr>
      <dsp:spPr>
        <a:xfrm>
          <a:off x="2820038" y="3491136"/>
          <a:ext cx="3508541" cy="593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024" tIns="0" rIns="0" bIns="0" numCol="1" spcCol="1270" anchor="t" anchorCtr="0">
          <a:noAutofit/>
        </a:bodyPr>
        <a:lstStyle/>
        <a:p>
          <a:pPr marL="0" lvl="0" indent="0" algn="l" defTabSz="711200" rtl="0">
            <a:lnSpc>
              <a:spcPct val="90000"/>
            </a:lnSpc>
            <a:spcBef>
              <a:spcPct val="0"/>
            </a:spcBef>
            <a:spcAft>
              <a:spcPct val="35000"/>
            </a:spcAft>
            <a:buNone/>
          </a:pPr>
          <a:r>
            <a:rPr lang="en-US" sz="1600" kern="1200" dirty="0">
              <a:latin typeface="Avenir Next LT Pro"/>
            </a:rPr>
            <a:t>Key CHD predictors analyzed: Age, Sex, Smoking, Diabetes, Exercise, General Health, BMI. </a:t>
          </a:r>
          <a:endParaRPr lang="en-US" sz="1600" kern="1200" dirty="0"/>
        </a:p>
      </dsp:txBody>
      <dsp:txXfrm>
        <a:off x="2820038" y="3491136"/>
        <a:ext cx="3508541" cy="593585"/>
      </dsp:txXfrm>
    </dsp:sp>
    <dsp:sp modelId="{E42A7006-4BBF-46BB-8F98-EF474626E06E}">
      <dsp:nvSpPr>
        <dsp:cNvPr id="0" name=""/>
        <dsp:cNvSpPr/>
      </dsp:nvSpPr>
      <dsp:spPr>
        <a:xfrm>
          <a:off x="4238406" y="2239151"/>
          <a:ext cx="430347" cy="43034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04B52B-2BC8-40B4-876B-640F4A3968A0}">
      <dsp:nvSpPr>
        <dsp:cNvPr id="0" name=""/>
        <dsp:cNvSpPr/>
      </dsp:nvSpPr>
      <dsp:spPr>
        <a:xfrm>
          <a:off x="4416654" y="2590572"/>
          <a:ext cx="2537184" cy="611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032" tIns="0" rIns="0" bIns="0" numCol="1" spcCol="1270" anchor="t" anchorCtr="0">
          <a:noAutofit/>
        </a:bodyPr>
        <a:lstStyle/>
        <a:p>
          <a:pPr marL="0" lvl="0" indent="0" algn="l" defTabSz="711200" rtl="0">
            <a:lnSpc>
              <a:spcPct val="90000"/>
            </a:lnSpc>
            <a:spcBef>
              <a:spcPct val="0"/>
            </a:spcBef>
            <a:spcAft>
              <a:spcPct val="35000"/>
            </a:spcAft>
            <a:buNone/>
          </a:pPr>
          <a:r>
            <a:rPr lang="en-US" sz="1600" kern="1200" dirty="0">
              <a:latin typeface="Avenir Next LT Pro"/>
            </a:rPr>
            <a:t>EDA included cleaning, class balance check, statistical tests. </a:t>
          </a:r>
        </a:p>
      </dsp:txBody>
      <dsp:txXfrm>
        <a:off x="4416654" y="2590572"/>
        <a:ext cx="2537184" cy="611282"/>
      </dsp:txXfrm>
    </dsp:sp>
    <dsp:sp modelId="{627CCE1A-DC0A-4FCF-B49F-96240907B3C3}">
      <dsp:nvSpPr>
        <dsp:cNvPr id="0" name=""/>
        <dsp:cNvSpPr/>
      </dsp:nvSpPr>
      <dsp:spPr>
        <a:xfrm>
          <a:off x="5906002" y="1571216"/>
          <a:ext cx="555865" cy="55586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869315-03A4-4E0E-9DC1-9C02F7958833}">
      <dsp:nvSpPr>
        <dsp:cNvPr id="0" name=""/>
        <dsp:cNvSpPr/>
      </dsp:nvSpPr>
      <dsp:spPr>
        <a:xfrm>
          <a:off x="6058748" y="2079345"/>
          <a:ext cx="2072785" cy="716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4542" tIns="0" rIns="0" bIns="0" numCol="1" spcCol="1270" anchor="t" anchorCtr="0">
          <a:noAutofit/>
        </a:bodyPr>
        <a:lstStyle/>
        <a:p>
          <a:pPr marL="0" lvl="0" indent="0" algn="l" defTabSz="711200" rtl="0">
            <a:lnSpc>
              <a:spcPct val="90000"/>
            </a:lnSpc>
            <a:spcBef>
              <a:spcPct val="0"/>
            </a:spcBef>
            <a:spcAft>
              <a:spcPct val="35000"/>
            </a:spcAft>
            <a:buNone/>
          </a:pPr>
          <a:r>
            <a:rPr lang="en-US" sz="1600" kern="1200" dirty="0">
              <a:latin typeface="Avenir Next LT Pro"/>
            </a:rPr>
            <a:t>Results used to build two models. </a:t>
          </a:r>
        </a:p>
      </dsp:txBody>
      <dsp:txXfrm>
        <a:off x="6058748" y="2079345"/>
        <a:ext cx="2072785" cy="716589"/>
      </dsp:txXfrm>
    </dsp:sp>
    <dsp:sp modelId="{B6D0123A-E4B8-4E15-A0AE-DDFD2D046FAE}">
      <dsp:nvSpPr>
        <dsp:cNvPr id="0" name=""/>
        <dsp:cNvSpPr/>
      </dsp:nvSpPr>
      <dsp:spPr>
        <a:xfrm>
          <a:off x="7622908" y="1125178"/>
          <a:ext cx="708279" cy="7082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ACEF4F-D631-48F4-8AD3-149043E66BC6}">
      <dsp:nvSpPr>
        <dsp:cNvPr id="0" name=""/>
        <dsp:cNvSpPr/>
      </dsp:nvSpPr>
      <dsp:spPr>
        <a:xfrm>
          <a:off x="8022988" y="1474761"/>
          <a:ext cx="1793113" cy="86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5303"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Evaluate Model Performance</a:t>
          </a:r>
          <a:endParaRPr lang="en-IN" sz="1600" kern="1200" dirty="0"/>
        </a:p>
      </dsp:txBody>
      <dsp:txXfrm>
        <a:off x="8022988" y="1474761"/>
        <a:ext cx="1793113" cy="868672"/>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12/1/2025</a:t>
            </a:fld>
            <a:endParaRPr lang="en-US"/>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5B27-055B-795D-C212-D18BE9260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65386-2C89-6BDD-34CA-AE29F4AD05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EDD91FA-E1EC-CC56-01E8-8AC8E5E37A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C0FC5D-9EAB-C217-F916-ACC8A1C1CA4B}"/>
              </a:ext>
            </a:extLst>
          </p:cNvPr>
          <p:cNvSpPr>
            <a:spLocks noGrp="1"/>
          </p:cNvSpPr>
          <p:nvPr>
            <p:ph type="sldNum" sz="quarter" idx="5"/>
          </p:nvPr>
        </p:nvSpPr>
        <p:spPr/>
        <p:txBody>
          <a:bodyPr/>
          <a:lstStyle/>
          <a:p>
            <a:fld id="{10895658-EA1F-4910-80AB-4DA76E167475}" type="slidenum">
              <a:rPr lang="en-US" smtClean="0"/>
              <a:t>2</a:t>
            </a:fld>
            <a:endParaRPr lang="en-US"/>
          </a:p>
        </p:txBody>
      </p:sp>
    </p:spTree>
    <p:extLst>
      <p:ext uri="{BB962C8B-B14F-4D97-AF65-F5344CB8AC3E}">
        <p14:creationId xmlns:p14="http://schemas.microsoft.com/office/powerpoint/2010/main" val="2918922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98E21-73E7-44F4-7D35-91C0B993C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259E0-02C0-5DAD-2876-8B24AF4095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4F59BC3-5E59-2CE6-7E0D-21355E6568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21749D-06C9-AB0B-20F2-3F34F9F92990}"/>
              </a:ext>
            </a:extLst>
          </p:cNvPr>
          <p:cNvSpPr>
            <a:spLocks noGrp="1"/>
          </p:cNvSpPr>
          <p:nvPr>
            <p:ph type="sldNum" sz="quarter" idx="5"/>
          </p:nvPr>
        </p:nvSpPr>
        <p:spPr/>
        <p:txBody>
          <a:bodyPr/>
          <a:lstStyle/>
          <a:p>
            <a:fld id="{10895658-EA1F-4910-80AB-4DA76E167475}" type="slidenum">
              <a:rPr lang="en-US" smtClean="0"/>
              <a:t>3</a:t>
            </a:fld>
            <a:endParaRPr lang="en-US"/>
          </a:p>
        </p:txBody>
      </p:sp>
    </p:spTree>
    <p:extLst>
      <p:ext uri="{BB962C8B-B14F-4D97-AF65-F5344CB8AC3E}">
        <p14:creationId xmlns:p14="http://schemas.microsoft.com/office/powerpoint/2010/main" val="2097425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6C6E-6CAB-236E-2414-2F7B047AE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5DACB-CED7-21B8-0F57-8673763A943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BFB8E2C-8E17-64CD-1742-1417FAF898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CEE9F3-0A99-4860-60C4-54AB6AD942FF}"/>
              </a:ext>
            </a:extLst>
          </p:cNvPr>
          <p:cNvSpPr>
            <a:spLocks noGrp="1"/>
          </p:cNvSpPr>
          <p:nvPr>
            <p:ph type="sldNum" sz="quarter" idx="5"/>
          </p:nvPr>
        </p:nvSpPr>
        <p:spPr/>
        <p:txBody>
          <a:bodyPr/>
          <a:lstStyle/>
          <a:p>
            <a:fld id="{10895658-EA1F-4910-80AB-4DA76E167475}" type="slidenum">
              <a:rPr lang="en-US" smtClean="0"/>
              <a:t>4</a:t>
            </a:fld>
            <a:endParaRPr lang="en-US"/>
          </a:p>
        </p:txBody>
      </p:sp>
    </p:spTree>
    <p:extLst>
      <p:ext uri="{BB962C8B-B14F-4D97-AF65-F5344CB8AC3E}">
        <p14:creationId xmlns:p14="http://schemas.microsoft.com/office/powerpoint/2010/main" val="3066289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C836A-20C4-4B57-70F9-5E227429D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21CF0-EA8B-B8B7-DFE0-150C3E12937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5C696C-2747-07C4-F6E1-4AA1C0A26D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5E4C87-FE0D-A269-6839-C868320A5427}"/>
              </a:ext>
            </a:extLst>
          </p:cNvPr>
          <p:cNvSpPr>
            <a:spLocks noGrp="1"/>
          </p:cNvSpPr>
          <p:nvPr>
            <p:ph type="sldNum" sz="quarter" idx="5"/>
          </p:nvPr>
        </p:nvSpPr>
        <p:spPr/>
        <p:txBody>
          <a:bodyPr/>
          <a:lstStyle/>
          <a:p>
            <a:fld id="{10895658-EA1F-4910-80AB-4DA76E167475}" type="slidenum">
              <a:rPr lang="en-US" smtClean="0"/>
              <a:t>5</a:t>
            </a:fld>
            <a:endParaRPr lang="en-US"/>
          </a:p>
        </p:txBody>
      </p:sp>
    </p:spTree>
    <p:extLst>
      <p:ext uri="{BB962C8B-B14F-4D97-AF65-F5344CB8AC3E}">
        <p14:creationId xmlns:p14="http://schemas.microsoft.com/office/powerpoint/2010/main" val="4044088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9B24-C44E-C4F5-4C60-9E248B6F1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36007-392B-F0A0-3463-97868013CA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08F6BD1-75DB-F67A-E421-9F855864F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6E827B-F48B-023D-E45D-9884A82CEA35}"/>
              </a:ext>
            </a:extLst>
          </p:cNvPr>
          <p:cNvSpPr>
            <a:spLocks noGrp="1"/>
          </p:cNvSpPr>
          <p:nvPr>
            <p:ph type="sldNum" sz="quarter" idx="5"/>
          </p:nvPr>
        </p:nvSpPr>
        <p:spPr/>
        <p:txBody>
          <a:bodyPr/>
          <a:lstStyle/>
          <a:p>
            <a:fld id="{10895658-EA1F-4910-80AB-4DA76E167475}" type="slidenum">
              <a:rPr lang="en-US" smtClean="0"/>
              <a:t>6</a:t>
            </a:fld>
            <a:endParaRPr lang="en-US"/>
          </a:p>
        </p:txBody>
      </p:sp>
    </p:spTree>
    <p:extLst>
      <p:ext uri="{BB962C8B-B14F-4D97-AF65-F5344CB8AC3E}">
        <p14:creationId xmlns:p14="http://schemas.microsoft.com/office/powerpoint/2010/main" val="1554786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84D9-46AC-A9DE-D308-0EF0F623B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A8770-3C21-7AEB-1026-F4FE35CB3D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5810617-EF76-4780-842A-8C8ED3B629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9A20A4-E67A-1F99-CB4C-E7E62539CB3D}"/>
              </a:ext>
            </a:extLst>
          </p:cNvPr>
          <p:cNvSpPr>
            <a:spLocks noGrp="1"/>
          </p:cNvSpPr>
          <p:nvPr>
            <p:ph type="sldNum" sz="quarter" idx="5"/>
          </p:nvPr>
        </p:nvSpPr>
        <p:spPr/>
        <p:txBody>
          <a:bodyPr/>
          <a:lstStyle/>
          <a:p>
            <a:fld id="{10895658-EA1F-4910-80AB-4DA76E167475}" type="slidenum">
              <a:rPr lang="en-US" smtClean="0"/>
              <a:t>7</a:t>
            </a:fld>
            <a:endParaRPr lang="en-US"/>
          </a:p>
        </p:txBody>
      </p:sp>
    </p:spTree>
    <p:extLst>
      <p:ext uri="{BB962C8B-B14F-4D97-AF65-F5344CB8AC3E}">
        <p14:creationId xmlns:p14="http://schemas.microsoft.com/office/powerpoint/2010/main" val="2346963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9F873-985D-F5A3-FB77-4A75EC923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F0FE2-E506-FB95-7F30-0A76002B4A8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32403A6-B9AC-5CBB-FD5F-54B83968C3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AE6653-5CAB-B235-882D-524900D57A8A}"/>
              </a:ext>
            </a:extLst>
          </p:cNvPr>
          <p:cNvSpPr>
            <a:spLocks noGrp="1"/>
          </p:cNvSpPr>
          <p:nvPr>
            <p:ph type="sldNum" sz="quarter" idx="5"/>
          </p:nvPr>
        </p:nvSpPr>
        <p:spPr/>
        <p:txBody>
          <a:bodyPr/>
          <a:lstStyle/>
          <a:p>
            <a:fld id="{10895658-EA1F-4910-80AB-4DA76E167475}" type="slidenum">
              <a:rPr lang="en-US" smtClean="0"/>
              <a:t>8</a:t>
            </a:fld>
            <a:endParaRPr lang="en-US"/>
          </a:p>
        </p:txBody>
      </p:sp>
    </p:spTree>
    <p:extLst>
      <p:ext uri="{BB962C8B-B14F-4D97-AF65-F5344CB8AC3E}">
        <p14:creationId xmlns:p14="http://schemas.microsoft.com/office/powerpoint/2010/main" val="3606104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D9D38-80E1-DA66-7063-DB4483130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5736E-0053-82BE-E802-1E6CCDE3A0C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8CFB26B-0209-28B3-A420-60C000002B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2C9262-C80B-4E72-F8A3-CEC7B3A0110A}"/>
              </a:ext>
            </a:extLst>
          </p:cNvPr>
          <p:cNvSpPr>
            <a:spLocks noGrp="1"/>
          </p:cNvSpPr>
          <p:nvPr>
            <p:ph type="sldNum" sz="quarter" idx="5"/>
          </p:nvPr>
        </p:nvSpPr>
        <p:spPr/>
        <p:txBody>
          <a:bodyPr/>
          <a:lstStyle/>
          <a:p>
            <a:fld id="{10895658-EA1F-4910-80AB-4DA76E167475}" type="slidenum">
              <a:rPr lang="en-US" smtClean="0"/>
              <a:t>9</a:t>
            </a:fld>
            <a:endParaRPr lang="en-US"/>
          </a:p>
        </p:txBody>
      </p:sp>
    </p:spTree>
    <p:extLst>
      <p:ext uri="{BB962C8B-B14F-4D97-AF65-F5344CB8AC3E}">
        <p14:creationId xmlns:p14="http://schemas.microsoft.com/office/powerpoint/2010/main" val="3488565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DF125-D463-4B87-C83D-9A83C6E1D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892E2-5BDB-0478-634E-7304200A95B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8CC37A7-3CE4-08FE-00DE-52CE80C39E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B28D97-486E-D554-763A-4FA668561F57}"/>
              </a:ext>
            </a:extLst>
          </p:cNvPr>
          <p:cNvSpPr>
            <a:spLocks noGrp="1"/>
          </p:cNvSpPr>
          <p:nvPr>
            <p:ph type="sldNum" sz="quarter" idx="5"/>
          </p:nvPr>
        </p:nvSpPr>
        <p:spPr/>
        <p:txBody>
          <a:bodyPr/>
          <a:lstStyle/>
          <a:p>
            <a:fld id="{10895658-EA1F-4910-80AB-4DA76E167475}" type="slidenum">
              <a:rPr lang="en-US" smtClean="0"/>
              <a:t>10</a:t>
            </a:fld>
            <a:endParaRPr lang="en-US"/>
          </a:p>
        </p:txBody>
      </p:sp>
    </p:spTree>
    <p:extLst>
      <p:ext uri="{BB962C8B-B14F-4D97-AF65-F5344CB8AC3E}">
        <p14:creationId xmlns:p14="http://schemas.microsoft.com/office/powerpoint/2010/main" val="2079228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E8BDE-C651-6C8C-32A3-EF6D0F2CF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E6336-D273-C227-1AC9-A098BAC2F9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6794775-7F6C-3FD4-7D0E-ECEFE00A70D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A1DCCF-6DB8-E67D-1119-7C98BDE20D34}"/>
              </a:ext>
            </a:extLst>
          </p:cNvPr>
          <p:cNvSpPr>
            <a:spLocks noGrp="1"/>
          </p:cNvSpPr>
          <p:nvPr>
            <p:ph type="sldNum" sz="quarter" idx="5"/>
          </p:nvPr>
        </p:nvSpPr>
        <p:spPr/>
        <p:txBody>
          <a:bodyPr/>
          <a:lstStyle/>
          <a:p>
            <a:fld id="{10895658-EA1F-4910-80AB-4DA76E167475}" type="slidenum">
              <a:rPr lang="en-US" smtClean="0"/>
              <a:t>11</a:t>
            </a:fld>
            <a:endParaRPr lang="en-US"/>
          </a:p>
        </p:txBody>
      </p:sp>
    </p:spTree>
    <p:extLst>
      <p:ext uri="{BB962C8B-B14F-4D97-AF65-F5344CB8AC3E}">
        <p14:creationId xmlns:p14="http://schemas.microsoft.com/office/powerpoint/2010/main" val="2499620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C8CCD-7090-6650-4600-98E80448B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C543D-B4E4-DCBB-2C33-96714531910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6510816-9AFB-F8D9-4063-B1A14093E8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07A40B-9BEF-5A16-50BF-AC49DC7C5333}"/>
              </a:ext>
            </a:extLst>
          </p:cNvPr>
          <p:cNvSpPr>
            <a:spLocks noGrp="1"/>
          </p:cNvSpPr>
          <p:nvPr>
            <p:ph type="sldNum" sz="quarter" idx="5"/>
          </p:nvPr>
        </p:nvSpPr>
        <p:spPr/>
        <p:txBody>
          <a:bodyPr/>
          <a:lstStyle/>
          <a:p>
            <a:fld id="{10895658-EA1F-4910-80AB-4DA76E167475}" type="slidenum">
              <a:rPr lang="en-US" smtClean="0"/>
              <a:t>12</a:t>
            </a:fld>
            <a:endParaRPr lang="en-US"/>
          </a:p>
        </p:txBody>
      </p:sp>
    </p:spTree>
    <p:extLst>
      <p:ext uri="{BB962C8B-B14F-4D97-AF65-F5344CB8AC3E}">
        <p14:creationId xmlns:p14="http://schemas.microsoft.com/office/powerpoint/2010/main" val="4003723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BDAD-2BA1-8474-C270-76A9DDE8D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09C33-79AE-15C6-AC82-8E5B2C5B53B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09E81B5-06B2-99B2-E79E-05EAA33139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5F07F1-4AB4-549D-EEA0-D5A01BD0768C}"/>
              </a:ext>
            </a:extLst>
          </p:cNvPr>
          <p:cNvSpPr>
            <a:spLocks noGrp="1"/>
          </p:cNvSpPr>
          <p:nvPr>
            <p:ph type="sldNum" sz="quarter" idx="5"/>
          </p:nvPr>
        </p:nvSpPr>
        <p:spPr/>
        <p:txBody>
          <a:bodyPr/>
          <a:lstStyle/>
          <a:p>
            <a:fld id="{10895658-EA1F-4910-80AB-4DA76E167475}" type="slidenum">
              <a:rPr lang="en-US" smtClean="0"/>
              <a:t>13</a:t>
            </a:fld>
            <a:endParaRPr lang="en-US"/>
          </a:p>
        </p:txBody>
      </p:sp>
    </p:spTree>
    <p:extLst>
      <p:ext uri="{BB962C8B-B14F-4D97-AF65-F5344CB8AC3E}">
        <p14:creationId xmlns:p14="http://schemas.microsoft.com/office/powerpoint/2010/main" val="2522141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C30BB-1FBF-396F-248F-129CFB75D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4A971-6202-D969-FA75-BA273BA8E66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8171FCB-1A0E-07E1-6991-AA0ED0E4B0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886C46-6883-E613-7705-580DEF231F73}"/>
              </a:ext>
            </a:extLst>
          </p:cNvPr>
          <p:cNvSpPr>
            <a:spLocks noGrp="1"/>
          </p:cNvSpPr>
          <p:nvPr>
            <p:ph type="sldNum" sz="quarter" idx="5"/>
          </p:nvPr>
        </p:nvSpPr>
        <p:spPr/>
        <p:txBody>
          <a:bodyPr/>
          <a:lstStyle/>
          <a:p>
            <a:fld id="{10895658-EA1F-4910-80AB-4DA76E167475}" type="slidenum">
              <a:rPr lang="en-US" smtClean="0"/>
              <a:t>14</a:t>
            </a:fld>
            <a:endParaRPr lang="en-US"/>
          </a:p>
        </p:txBody>
      </p:sp>
    </p:spTree>
    <p:extLst>
      <p:ext uri="{BB962C8B-B14F-4D97-AF65-F5344CB8AC3E}">
        <p14:creationId xmlns:p14="http://schemas.microsoft.com/office/powerpoint/2010/main" val="789723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DB168-3F0C-94B8-A952-3F85055BE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922E5-78AB-7BFC-545C-C41D05A2621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C1CD21D-5D51-8982-69C3-417BFB96D7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311ABF-6E1E-CDCB-3471-64D45988B5D6}"/>
              </a:ext>
            </a:extLst>
          </p:cNvPr>
          <p:cNvSpPr>
            <a:spLocks noGrp="1"/>
          </p:cNvSpPr>
          <p:nvPr>
            <p:ph type="sldNum" sz="quarter" idx="5"/>
          </p:nvPr>
        </p:nvSpPr>
        <p:spPr/>
        <p:txBody>
          <a:bodyPr/>
          <a:lstStyle/>
          <a:p>
            <a:fld id="{10895658-EA1F-4910-80AB-4DA76E167475}" type="slidenum">
              <a:rPr lang="en-US" smtClean="0"/>
              <a:t>15</a:t>
            </a:fld>
            <a:endParaRPr lang="en-US"/>
          </a:p>
        </p:txBody>
      </p:sp>
    </p:spTree>
    <p:extLst>
      <p:ext uri="{BB962C8B-B14F-4D97-AF65-F5344CB8AC3E}">
        <p14:creationId xmlns:p14="http://schemas.microsoft.com/office/powerpoint/2010/main" val="2394783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B832B-08D4-E11F-42B4-D8DD7DED2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2FCAF-AB4C-30F3-657B-D8AEFE6332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1F28387-4E26-8B4E-20D4-990D080CF6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CD6133-9E7C-3C73-C68A-04F21CE1B173}"/>
              </a:ext>
            </a:extLst>
          </p:cNvPr>
          <p:cNvSpPr>
            <a:spLocks noGrp="1"/>
          </p:cNvSpPr>
          <p:nvPr>
            <p:ph type="sldNum" sz="quarter" idx="5"/>
          </p:nvPr>
        </p:nvSpPr>
        <p:spPr/>
        <p:txBody>
          <a:bodyPr/>
          <a:lstStyle/>
          <a:p>
            <a:fld id="{10895658-EA1F-4910-80AB-4DA76E167475}" type="slidenum">
              <a:rPr lang="en-US" smtClean="0"/>
              <a:t>16</a:t>
            </a:fld>
            <a:endParaRPr lang="en-US"/>
          </a:p>
        </p:txBody>
      </p:sp>
    </p:spTree>
    <p:extLst>
      <p:ext uri="{BB962C8B-B14F-4D97-AF65-F5344CB8AC3E}">
        <p14:creationId xmlns:p14="http://schemas.microsoft.com/office/powerpoint/2010/main" val="3527902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C8D1-34E9-F32A-461D-359022CAD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5B65A-4297-3BA7-A4C5-F0332E9345A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CF55DD8-82E1-58D4-FFE5-FA00367B51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A7E67B-B06E-154D-8E49-4FA0EF05CA75}"/>
              </a:ext>
            </a:extLst>
          </p:cNvPr>
          <p:cNvSpPr>
            <a:spLocks noGrp="1"/>
          </p:cNvSpPr>
          <p:nvPr>
            <p:ph type="sldNum" sz="quarter" idx="5"/>
          </p:nvPr>
        </p:nvSpPr>
        <p:spPr/>
        <p:txBody>
          <a:bodyPr/>
          <a:lstStyle/>
          <a:p>
            <a:fld id="{10895658-EA1F-4910-80AB-4DA76E167475}" type="slidenum">
              <a:rPr lang="en-US" smtClean="0"/>
              <a:t>17</a:t>
            </a:fld>
            <a:endParaRPr lang="en-US"/>
          </a:p>
        </p:txBody>
      </p:sp>
    </p:spTree>
    <p:extLst>
      <p:ext uri="{BB962C8B-B14F-4D97-AF65-F5344CB8AC3E}">
        <p14:creationId xmlns:p14="http://schemas.microsoft.com/office/powerpoint/2010/main" val="4182896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F70C7-A96F-4389-64A4-10F3CFED6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A44A4-F26C-F835-0315-D14ED9F7C1E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43E1C7D-7A81-68B4-DF7C-7B3867A677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359C38-A615-11DC-3FA5-A4866CBD470D}"/>
              </a:ext>
            </a:extLst>
          </p:cNvPr>
          <p:cNvSpPr>
            <a:spLocks noGrp="1"/>
          </p:cNvSpPr>
          <p:nvPr>
            <p:ph type="sldNum" sz="quarter" idx="5"/>
          </p:nvPr>
        </p:nvSpPr>
        <p:spPr/>
        <p:txBody>
          <a:bodyPr/>
          <a:lstStyle/>
          <a:p>
            <a:fld id="{10895658-EA1F-4910-80AB-4DA76E167475}" type="slidenum">
              <a:rPr lang="en-US" smtClean="0"/>
              <a:t>18</a:t>
            </a:fld>
            <a:endParaRPr lang="en-US"/>
          </a:p>
        </p:txBody>
      </p:sp>
    </p:spTree>
    <p:extLst>
      <p:ext uri="{BB962C8B-B14F-4D97-AF65-F5344CB8AC3E}">
        <p14:creationId xmlns:p14="http://schemas.microsoft.com/office/powerpoint/2010/main" val="37674281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a:t>Click to add content</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a:t>Click to add text </a:t>
            </a:r>
          </a:p>
          <a:p>
            <a:pPr marL="685800" lvl="1" indent="-228600"/>
            <a:r>
              <a:rPr lang="en-US"/>
              <a:t>Second level</a:t>
            </a:r>
          </a:p>
          <a:p>
            <a:pPr marL="1143000" lvl="2" indent="-228600"/>
            <a:r>
              <a:rPr lang="en-US"/>
              <a:t>Third level</a:t>
            </a:r>
          </a:p>
          <a:p>
            <a:pPr marL="1600200" lvl="3" indent="-228600"/>
            <a:r>
              <a:rPr lang="en-US"/>
              <a:t>Fourth level</a:t>
            </a:r>
          </a:p>
          <a:p>
            <a:pPr marL="2057400" lvl="4" indent="-228600"/>
            <a:r>
              <a:rPr lang="en-US"/>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a:t>Click to add text </a:t>
            </a:r>
          </a:p>
          <a:p>
            <a:pPr lvl="1"/>
            <a:r>
              <a:rPr lang="en-US"/>
              <a:t>Second level</a:t>
            </a:r>
          </a:p>
          <a:p>
            <a:pPr lvl="2"/>
            <a:r>
              <a:rPr lang="en-US"/>
              <a:t>Third level</a:t>
            </a:r>
          </a:p>
          <a:p>
            <a:pPr lvl="3"/>
            <a:r>
              <a:rPr lang="en-US"/>
              <a:t>Fourth level</a:t>
            </a:r>
          </a:p>
          <a:p>
            <a:pPr lvl="4"/>
            <a:r>
              <a:rPr lang="en-US"/>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a:t>Click icon to insert table</a:t>
            </a:r>
          </a:p>
          <a:p>
            <a:endParaRPr lang="en-US"/>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notesSlide" Target="../notesSlides/notesSlide2.xml"/><Relationship Id="rId7" Type="http://schemas.openxmlformats.org/officeDocument/2006/relationships/hyperlink" Target="https://www.cdc.gov/brfss/annual_data/annual_2024.html" TargetMode="External"/><Relationship Id="rId2" Type="http://schemas.openxmlformats.org/officeDocument/2006/relationships/slideLayout" Target="../slideLayouts/slideLayout11.xml"/><Relationship Id="rId1" Type="http://schemas.openxmlformats.org/officeDocument/2006/relationships/themeOverride" Target="../theme/themeOverride1.xml"/><Relationship Id="rId6" Type="http://schemas.openxmlformats.org/officeDocument/2006/relationships/hyperlink" Target="https://lthub.ubc.ca/guides/github-instructor-guide/" TargetMode="External"/><Relationship Id="rId5" Type="http://schemas.openxmlformats.org/officeDocument/2006/relationships/image" Target="../media/image27.png"/><Relationship Id="rId4" Type="http://schemas.openxmlformats.org/officeDocument/2006/relationships/hyperlink" Target="https://github.com/DhanushGWU1995/6101-mid-term-project" TargetMode="External"/><Relationship Id="rId9" Type="http://schemas.openxmlformats.org/officeDocument/2006/relationships/hyperlink" Target="http://thechoice.escp.eu/choose-to-lead/harnessing-ai-to-accelerate-digital-transformation/" TargetMode="Externa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xml"/><Relationship Id="rId7" Type="http://schemas.openxmlformats.org/officeDocument/2006/relationships/diagramColors" Target="../diagrams/colors1.xml"/><Relationship Id="rId2" Type="http://schemas.openxmlformats.org/officeDocument/2006/relationships/slideLayout" Target="../slideLayouts/slideLayout11.xml"/><Relationship Id="rId1" Type="http://schemas.openxmlformats.org/officeDocument/2006/relationships/themeOverride" Target="../theme/themeOverride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5.xml"/><Relationship Id="rId7" Type="http://schemas.openxmlformats.org/officeDocument/2006/relationships/diagramColors" Target="../diagrams/colors3.xml"/><Relationship Id="rId2" Type="http://schemas.openxmlformats.org/officeDocument/2006/relationships/slideLayout" Target="../slideLayouts/slideLayout11.xml"/><Relationship Id="rId1" Type="http://schemas.openxmlformats.org/officeDocument/2006/relationships/themeOverride" Target="../theme/themeOverride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6.xml"/><Relationship Id="rId7" Type="http://schemas.openxmlformats.org/officeDocument/2006/relationships/diagramColors" Target="../diagrams/colors4.xml"/><Relationship Id="rId2" Type="http://schemas.openxmlformats.org/officeDocument/2006/relationships/slideLayout" Target="../slideLayouts/slideLayout11.xml"/><Relationship Id="rId1" Type="http://schemas.openxmlformats.org/officeDocument/2006/relationships/themeOverride" Target="../theme/themeOverride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hemeOverride" Target="../theme/themeOverride9.xml"/><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hemeOverride" Target="../theme/themeOverride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hemeOverride" Target="../theme/themeOverride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hemeOverride" Target="../theme/themeOverride13.xml"/><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themeOverride" Target="../theme/themeOverride1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themeOverride" Target="../theme/themeOverride15.xml"/></Relationships>
</file>

<file path=ppt/slides/_rels/slide19.xml.rels><?xml version="1.0" encoding="UTF-8" standalone="yes"?>
<Relationships xmlns="http://schemas.openxmlformats.org/package/2006/relationships"><Relationship Id="rId2" Type="http://schemas.openxmlformats.org/officeDocument/2006/relationships/hyperlink" Target="https://dhanushgwu1995.github.io/6101-mid-term-project/predic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974771" y="576943"/>
            <a:ext cx="6449786" cy="2785508"/>
          </a:xfrm>
        </p:spPr>
        <p:txBody>
          <a:bodyPr vert="horz" lIns="91440" tIns="45720" rIns="91440" bIns="45720" rtlCol="0" anchor="b">
            <a:normAutofit/>
          </a:bodyPr>
          <a:lstStyle/>
          <a:p>
            <a:r>
              <a:rPr lang="en-US" kern="1200" cap="all" baseline="0">
                <a:ea typeface="+mj-lt"/>
                <a:cs typeface="+mj-lt"/>
              </a:rPr>
              <a:t>Factors </a:t>
            </a:r>
            <a:r>
              <a:rPr lang="en-US">
                <a:ea typeface="+mj-lt"/>
                <a:cs typeface="+mj-lt"/>
              </a:rPr>
              <a:t>linked to the Diagnosis on </a:t>
            </a:r>
            <a:r>
              <a:rPr lang="en-US" kern="1200" cap="all" baseline="0">
                <a:ea typeface="+mj-lt"/>
                <a:cs typeface="+mj-lt"/>
              </a:rPr>
              <a:t>Coronary Heart Disease</a:t>
            </a:r>
            <a:endParaRPr lang="en-US">
              <a:ea typeface="+mj-ea"/>
              <a:cs typeface="+mj-cs"/>
            </a:endParaRPr>
          </a:p>
        </p:txBody>
      </p:sp>
      <p:sp>
        <p:nvSpPr>
          <p:cNvPr id="27" name="Slide Number Placeholder 3">
            <a:extLst>
              <a:ext uri="{FF2B5EF4-FFF2-40B4-BE49-F238E27FC236}">
                <a16:creationId xmlns:a16="http://schemas.microsoft.com/office/drawing/2014/main" id="{F607FBCF-36F4-4947-4B2B-706A74666613}"/>
              </a:ext>
            </a:extLst>
          </p:cNvPr>
          <p:cNvSpPr>
            <a:spLocks noGrp="1"/>
          </p:cNvSpPr>
          <p:nvPr>
            <p:ph type="sldNum" sz="quarter" idx="12"/>
          </p:nvPr>
        </p:nvSpPr>
        <p:spPr>
          <a:xfrm>
            <a:off x="11123295" y="6352847"/>
            <a:ext cx="457200" cy="365125"/>
          </a:xfrm>
        </p:spPr>
        <p:txBody>
          <a:bodyPr/>
          <a:lstStyle/>
          <a:p>
            <a:pPr>
              <a:spcAft>
                <a:spcPts val="600"/>
              </a:spcAft>
            </a:pPr>
            <a:fld id="{B5CEABB6-07DC-46E8-9B57-56EC44A396E5}" type="slidenum">
              <a:rPr lang="en-US" smtClean="0"/>
              <a:pPr>
                <a:spcAft>
                  <a:spcPts val="600"/>
                </a:spcAft>
              </a:pPr>
              <a:t>1</a:t>
            </a:fld>
            <a:endParaRPr lang="en-US"/>
          </a:p>
        </p:txBody>
      </p:sp>
      <p:sp>
        <p:nvSpPr>
          <p:cNvPr id="4" name="TextBox 3">
            <a:extLst>
              <a:ext uri="{FF2B5EF4-FFF2-40B4-BE49-F238E27FC236}">
                <a16:creationId xmlns:a16="http://schemas.microsoft.com/office/drawing/2014/main" id="{802BB08E-C86B-1885-018C-C3A5CD6178B0}"/>
              </a:ext>
            </a:extLst>
          </p:cNvPr>
          <p:cNvSpPr txBox="1"/>
          <p:nvPr/>
        </p:nvSpPr>
        <p:spPr>
          <a:xfrm>
            <a:off x="6109240" y="4502426"/>
            <a:ext cx="5242655" cy="1323439"/>
          </a:xfrm>
          <a:prstGeom prst="rect">
            <a:avLst/>
          </a:prstGeom>
          <a:noFill/>
        </p:spPr>
        <p:txBody>
          <a:bodyPr wrap="square" rtlCol="0">
            <a:spAutoFit/>
          </a:bodyPr>
          <a:lstStyle/>
          <a:p>
            <a:pPr algn="r"/>
            <a:r>
              <a:rPr lang="en-IN" sz="2000" dirty="0">
                <a:solidFill>
                  <a:schemeClr val="bg1"/>
                </a:solidFill>
              </a:rPr>
              <a:t>- DHANUSH MATHIVANAN</a:t>
            </a:r>
          </a:p>
          <a:p>
            <a:pPr algn="r"/>
            <a:r>
              <a:rPr lang="en-IN" sz="2000" dirty="0">
                <a:solidFill>
                  <a:schemeClr val="bg1"/>
                </a:solidFill>
              </a:rPr>
              <a:t>- HENG-JUI CHU</a:t>
            </a:r>
          </a:p>
          <a:p>
            <a:pPr algn="r"/>
            <a:r>
              <a:rPr lang="en-IN" sz="2000" dirty="0">
                <a:solidFill>
                  <a:schemeClr val="bg1"/>
                </a:solidFill>
              </a:rPr>
              <a:t>- NIKHILESH DHAVALE</a:t>
            </a:r>
          </a:p>
          <a:p>
            <a:pPr algn="r"/>
            <a:r>
              <a:rPr lang="en-IN" sz="2000" dirty="0">
                <a:solidFill>
                  <a:schemeClr val="bg1"/>
                </a:solidFill>
              </a:rPr>
              <a:t>- ADITYA KARANDE</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A601022D-572A-7C1A-92DA-958C157F9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E789E-A008-420E-D319-E6AFF1E67923}"/>
              </a:ext>
            </a:extLst>
          </p:cNvPr>
          <p:cNvSpPr>
            <a:spLocks noGrp="1"/>
          </p:cNvSpPr>
          <p:nvPr>
            <p:ph type="title"/>
          </p:nvPr>
        </p:nvSpPr>
        <p:spPr>
          <a:xfrm>
            <a:off x="1552574" y="854358"/>
            <a:ext cx="9866540" cy="1358140"/>
          </a:xfrm>
        </p:spPr>
        <p:txBody>
          <a:bodyPr anchor="t">
            <a:normAutofit/>
          </a:bodyPr>
          <a:lstStyle/>
          <a:p>
            <a:r>
              <a:rPr lang="en-US">
                <a:solidFill>
                  <a:schemeClr val="accent2"/>
                </a:solidFill>
              </a:rPr>
              <a:t>Source links</a:t>
            </a:r>
            <a:endParaRPr lang="en-ZA">
              <a:solidFill>
                <a:schemeClr val="accent2"/>
              </a:solidFill>
            </a:endParaRPr>
          </a:p>
        </p:txBody>
      </p:sp>
      <p:sp>
        <p:nvSpPr>
          <p:cNvPr id="32" name="Content Placeholder 31">
            <a:extLst>
              <a:ext uri="{FF2B5EF4-FFF2-40B4-BE49-F238E27FC236}">
                <a16:creationId xmlns:a16="http://schemas.microsoft.com/office/drawing/2014/main" id="{9FB187C8-3C32-E6AD-C4C7-E849B1E8DFBC}"/>
              </a:ext>
            </a:extLst>
          </p:cNvPr>
          <p:cNvSpPr>
            <a:spLocks noGrp="1"/>
          </p:cNvSpPr>
          <p:nvPr>
            <p:ph sz="half" idx="15"/>
          </p:nvPr>
        </p:nvSpPr>
        <p:spPr>
          <a:xfrm>
            <a:off x="1552575" y="2087586"/>
            <a:ext cx="8648054" cy="4262130"/>
          </a:xfrm>
        </p:spPr>
        <p:txBody>
          <a:bodyPr vert="horz" lIns="91440" tIns="45720" rIns="91440" bIns="45720" rtlCol="0" anchor="t">
            <a:normAutofit/>
          </a:bodyPr>
          <a:lstStyle/>
          <a:p>
            <a:r>
              <a:rPr lang="en-US" sz="2000">
                <a:solidFill>
                  <a:schemeClr val="tx1"/>
                </a:solidFill>
              </a:rPr>
              <a:t>Git Hub: </a:t>
            </a:r>
            <a:r>
              <a:rPr lang="en-US" sz="2000">
                <a:solidFill>
                  <a:srgbClr val="0070C0"/>
                </a:solidFill>
                <a:hlinkClick r:id="rId4">
                  <a:extLst>
                    <a:ext uri="{A12FA001-AC4F-418D-AE19-62706E023703}">
                      <ahyp:hlinkClr xmlns:ahyp="http://schemas.microsoft.com/office/drawing/2018/hyperlinkcolor" val="tx"/>
                    </a:ext>
                  </a:extLst>
                </a:hlinkClick>
              </a:rPr>
              <a:t>6101-mid-term-project   </a:t>
            </a:r>
            <a:r>
              <a:rPr lang="en-US" sz="2000">
                <a:solidFill>
                  <a:schemeClr val="tx1"/>
                </a:solidFill>
              </a:rPr>
              <a:t>   </a:t>
            </a:r>
            <a:endParaRPr lang="en-US" sz="2000">
              <a:solidFill>
                <a:schemeClr val="tx1"/>
              </a:solidFill>
              <a:ea typeface="+mn-lt"/>
              <a:cs typeface="+mn-lt"/>
            </a:endParaRPr>
          </a:p>
          <a:p>
            <a:r>
              <a:rPr lang="en-US">
                <a:solidFill>
                  <a:schemeClr val="tx1"/>
                </a:solidFill>
              </a:rPr>
              <a:t> </a:t>
            </a:r>
          </a:p>
        </p:txBody>
      </p:sp>
      <p:sp>
        <p:nvSpPr>
          <p:cNvPr id="19" name="Text Placeholder 2">
            <a:extLst>
              <a:ext uri="{FF2B5EF4-FFF2-40B4-BE49-F238E27FC236}">
                <a16:creationId xmlns:a16="http://schemas.microsoft.com/office/drawing/2014/main" id="{ED66BE63-4C50-FF83-328D-A70C95790F3F}"/>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21A3A1D0-215C-7D1B-48FE-703D8BE201DC}"/>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2</a:t>
            </a:fld>
            <a:endParaRPr lang="en-US">
              <a:solidFill>
                <a:schemeClr val="tx1"/>
              </a:solidFill>
            </a:endParaRPr>
          </a:p>
        </p:txBody>
      </p:sp>
      <p:pic>
        <p:nvPicPr>
          <p:cNvPr id="3" name="Picture 2">
            <a:extLst>
              <a:ext uri="{FF2B5EF4-FFF2-40B4-BE49-F238E27FC236}">
                <a16:creationId xmlns:a16="http://schemas.microsoft.com/office/drawing/2014/main" id="{BE685E81-1A7E-4140-FE48-33F540B61AD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2209202" y="3551339"/>
            <a:ext cx="2919743" cy="1619056"/>
          </a:xfrm>
          <a:prstGeom prst="rect">
            <a:avLst/>
          </a:prstGeom>
        </p:spPr>
      </p:pic>
      <p:sp>
        <p:nvSpPr>
          <p:cNvPr id="4" name="TextBox 3">
            <a:extLst>
              <a:ext uri="{FF2B5EF4-FFF2-40B4-BE49-F238E27FC236}">
                <a16:creationId xmlns:a16="http://schemas.microsoft.com/office/drawing/2014/main" id="{53191417-A3D5-A9B5-5C20-D893E721DA76}"/>
              </a:ext>
            </a:extLst>
          </p:cNvPr>
          <p:cNvSpPr txBox="1"/>
          <p:nvPr/>
        </p:nvSpPr>
        <p:spPr>
          <a:xfrm>
            <a:off x="6485227" y="2087586"/>
            <a:ext cx="5269147" cy="3477875"/>
          </a:xfrm>
          <a:prstGeom prst="rect">
            <a:avLst/>
          </a:prstGeom>
          <a:noFill/>
        </p:spPr>
        <p:txBody>
          <a:bodyPr wrap="square" lIns="91440" tIns="45720" rIns="91440" bIns="45720" rtlCol="0" anchor="t">
            <a:spAutoFit/>
          </a:bodyPr>
          <a:lstStyle/>
          <a:p>
            <a:r>
              <a:rPr lang="en-US" sz="2000"/>
              <a:t>Dataset Link: </a:t>
            </a:r>
            <a:r>
              <a:rPr lang="en-US" sz="2000">
                <a:hlinkClick r:id="rId7"/>
              </a:rPr>
              <a:t>Behavioral Risk Factor Survelliance System</a:t>
            </a:r>
            <a:endParaRPr lang="en-US" sz="2000"/>
          </a:p>
          <a:p>
            <a:endParaRPr lang="en-US"/>
          </a:p>
          <a:p>
            <a:endParaRPr lang="en-US"/>
          </a:p>
          <a:p>
            <a:endParaRPr lang="en-US"/>
          </a:p>
          <a:p>
            <a:endParaRPr lang="en-US"/>
          </a:p>
          <a:p>
            <a:endParaRPr lang="en-US"/>
          </a:p>
          <a:p>
            <a:endParaRPr lang="en-US"/>
          </a:p>
          <a:p>
            <a:endParaRPr lang="en-US"/>
          </a:p>
          <a:p>
            <a:endParaRPr lang="en-US"/>
          </a:p>
          <a:p>
            <a:endParaRPr lang="en-US"/>
          </a:p>
          <a:p>
            <a:endParaRPr lang="en-IN"/>
          </a:p>
        </p:txBody>
      </p:sp>
      <p:pic>
        <p:nvPicPr>
          <p:cNvPr id="7" name="Picture 6">
            <a:extLst>
              <a:ext uri="{FF2B5EF4-FFF2-40B4-BE49-F238E27FC236}">
                <a16:creationId xmlns:a16="http://schemas.microsoft.com/office/drawing/2014/main" id="{EC37F93F-70EA-F9E2-E1EE-74043A4E11B0}"/>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7154757" y="3428601"/>
            <a:ext cx="3045526" cy="1869647"/>
          </a:xfrm>
          <a:prstGeom prst="rect">
            <a:avLst/>
          </a:prstGeom>
        </p:spPr>
      </p:pic>
    </p:spTree>
    <p:extLst>
      <p:ext uri="{BB962C8B-B14F-4D97-AF65-F5344CB8AC3E}">
        <p14:creationId xmlns:p14="http://schemas.microsoft.com/office/powerpoint/2010/main" val="355137741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95DDDA9-BFED-4601-F961-337819F87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31EAE-0FA9-D0BA-8D29-1914EEBC2CC3}"/>
              </a:ext>
            </a:extLst>
          </p:cNvPr>
          <p:cNvSpPr>
            <a:spLocks noGrp="1"/>
          </p:cNvSpPr>
          <p:nvPr>
            <p:ph type="title"/>
          </p:nvPr>
        </p:nvSpPr>
        <p:spPr/>
        <p:txBody>
          <a:bodyPr anchor="t">
            <a:normAutofit/>
          </a:bodyPr>
          <a:lstStyle/>
          <a:p>
            <a:r>
              <a:rPr lang="en-US">
                <a:solidFill>
                  <a:schemeClr val="accent2"/>
                </a:solidFill>
              </a:rPr>
              <a:t>Agenda</a:t>
            </a:r>
            <a:endParaRPr lang="en-ZA">
              <a:solidFill>
                <a:schemeClr val="accent2"/>
              </a:solidFill>
            </a:endParaRPr>
          </a:p>
        </p:txBody>
      </p:sp>
      <p:sp>
        <p:nvSpPr>
          <p:cNvPr id="19" name="Text Placeholder 2">
            <a:extLst>
              <a:ext uri="{FF2B5EF4-FFF2-40B4-BE49-F238E27FC236}">
                <a16:creationId xmlns:a16="http://schemas.microsoft.com/office/drawing/2014/main" id="{EEC3C797-6105-A9E1-009A-02E7D105DB3D}"/>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515241F5-2873-91DC-1241-49E7C7FB7C22}"/>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3</a:t>
            </a:fld>
            <a:endParaRPr lang="en-US">
              <a:solidFill>
                <a:schemeClr val="tx1"/>
              </a:solidFill>
            </a:endParaRPr>
          </a:p>
        </p:txBody>
      </p:sp>
      <p:graphicFrame>
        <p:nvGraphicFramePr>
          <p:cNvPr id="61" name="Subtitle 2">
            <a:extLst>
              <a:ext uri="{FF2B5EF4-FFF2-40B4-BE49-F238E27FC236}">
                <a16:creationId xmlns:a16="http://schemas.microsoft.com/office/drawing/2014/main" id="{2F59D6C1-603B-5E9B-5ED9-F7AC86B79B86}"/>
              </a:ext>
            </a:extLst>
          </p:cNvPr>
          <p:cNvGraphicFramePr>
            <a:graphicFrameLocks/>
          </p:cNvGraphicFramePr>
          <p:nvPr>
            <p:extLst>
              <p:ext uri="{D42A27DB-BD31-4B8C-83A1-F6EECF244321}">
                <p14:modId xmlns:p14="http://schemas.microsoft.com/office/powerpoint/2010/main" val="2321064973"/>
              </p:ext>
            </p:extLst>
          </p:nvPr>
        </p:nvGraphicFramePr>
        <p:xfrm>
          <a:off x="1307774" y="2254068"/>
          <a:ext cx="10351349" cy="33712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EE1774BC-E7D5-38DD-7201-A861CE32E88F}"/>
              </a:ext>
            </a:extLst>
          </p:cNvPr>
          <p:cNvSpPr txBox="1"/>
          <p:nvPr/>
        </p:nvSpPr>
        <p:spPr>
          <a:xfrm>
            <a:off x="8830600" y="3198167"/>
            <a:ext cx="1427497" cy="461665"/>
          </a:xfrm>
          <a:prstGeom prst="rect">
            <a:avLst/>
          </a:prstGeom>
          <a:noFill/>
        </p:spPr>
        <p:txBody>
          <a:bodyPr wrap="square" rtlCol="0">
            <a:spAutoFit/>
          </a:bodyPr>
          <a:lstStyle/>
          <a:p>
            <a:pPr algn="ctr"/>
            <a:r>
              <a:rPr lang="en-US" sz="1200" b="1" dirty="0"/>
              <a:t>MODEL </a:t>
            </a:r>
          </a:p>
          <a:p>
            <a:pPr algn="ctr"/>
            <a:r>
              <a:rPr lang="en-US" sz="1200" b="1" dirty="0"/>
              <a:t>DEVELOPMENT</a:t>
            </a:r>
            <a:endParaRPr lang="en-IN" sz="1200" b="1" dirty="0"/>
          </a:p>
        </p:txBody>
      </p:sp>
      <p:sp>
        <p:nvSpPr>
          <p:cNvPr id="4" name="TextBox 3">
            <a:extLst>
              <a:ext uri="{FF2B5EF4-FFF2-40B4-BE49-F238E27FC236}">
                <a16:creationId xmlns:a16="http://schemas.microsoft.com/office/drawing/2014/main" id="{5748B5E6-CDF2-01CA-50EB-81B0D056FF74}"/>
              </a:ext>
            </a:extLst>
          </p:cNvPr>
          <p:cNvSpPr txBox="1"/>
          <p:nvPr/>
        </p:nvSpPr>
        <p:spPr>
          <a:xfrm>
            <a:off x="10258097" y="3198167"/>
            <a:ext cx="1611791" cy="461665"/>
          </a:xfrm>
          <a:prstGeom prst="rect">
            <a:avLst/>
          </a:prstGeom>
          <a:noFill/>
        </p:spPr>
        <p:txBody>
          <a:bodyPr wrap="square" rtlCol="0">
            <a:spAutoFit/>
          </a:bodyPr>
          <a:lstStyle/>
          <a:p>
            <a:pPr algn="ctr"/>
            <a:r>
              <a:rPr lang="en-US" sz="1200" b="1" dirty="0"/>
              <a:t>MODEL EVALUATION</a:t>
            </a:r>
            <a:endParaRPr lang="en-IN" sz="1200" b="1" dirty="0"/>
          </a:p>
        </p:txBody>
      </p:sp>
      <p:sp>
        <p:nvSpPr>
          <p:cNvPr id="5" name="TextBox 4">
            <a:extLst>
              <a:ext uri="{FF2B5EF4-FFF2-40B4-BE49-F238E27FC236}">
                <a16:creationId xmlns:a16="http://schemas.microsoft.com/office/drawing/2014/main" id="{AB916017-DB29-9920-60CC-4D08B89A9A11}"/>
              </a:ext>
            </a:extLst>
          </p:cNvPr>
          <p:cNvSpPr txBox="1"/>
          <p:nvPr/>
        </p:nvSpPr>
        <p:spPr>
          <a:xfrm>
            <a:off x="4582510" y="5062071"/>
            <a:ext cx="1629103" cy="276999"/>
          </a:xfrm>
          <a:prstGeom prst="rect">
            <a:avLst/>
          </a:prstGeom>
          <a:noFill/>
        </p:spPr>
        <p:txBody>
          <a:bodyPr wrap="square" rtlCol="0">
            <a:spAutoFit/>
          </a:bodyPr>
          <a:lstStyle/>
          <a:p>
            <a:r>
              <a:rPr lang="en-US" sz="1200" b="1" dirty="0"/>
              <a:t>WEB APP</a:t>
            </a:r>
            <a:endParaRPr lang="en-IN" sz="1400" b="1" dirty="0"/>
          </a:p>
        </p:txBody>
      </p:sp>
    </p:spTree>
    <p:extLst>
      <p:ext uri="{BB962C8B-B14F-4D97-AF65-F5344CB8AC3E}">
        <p14:creationId xmlns:p14="http://schemas.microsoft.com/office/powerpoint/2010/main" val="94919572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EAC2E21-6C9E-4953-B38C-70CD2ACD1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C7CBC-A8AB-2F9A-6201-453D5BE862B4}"/>
              </a:ext>
            </a:extLst>
          </p:cNvPr>
          <p:cNvSpPr>
            <a:spLocks noGrp="1"/>
          </p:cNvSpPr>
          <p:nvPr>
            <p:ph type="title"/>
          </p:nvPr>
        </p:nvSpPr>
        <p:spPr>
          <a:xfrm>
            <a:off x="1552574" y="896111"/>
            <a:ext cx="9866540" cy="1358140"/>
          </a:xfrm>
        </p:spPr>
        <p:txBody>
          <a:bodyPr anchor="t">
            <a:normAutofit/>
          </a:bodyPr>
          <a:lstStyle/>
          <a:p>
            <a:r>
              <a:rPr lang="en-US">
                <a:solidFill>
                  <a:schemeClr val="accent2"/>
                </a:solidFill>
                <a:ea typeface="+mj-lt"/>
                <a:cs typeface="+mj-lt"/>
              </a:rPr>
              <a:t>Proposal and Objectives</a:t>
            </a:r>
            <a:endParaRPr lang="en-US"/>
          </a:p>
        </p:txBody>
      </p:sp>
      <p:sp>
        <p:nvSpPr>
          <p:cNvPr id="19" name="Text Placeholder 2">
            <a:extLst>
              <a:ext uri="{FF2B5EF4-FFF2-40B4-BE49-F238E27FC236}">
                <a16:creationId xmlns:a16="http://schemas.microsoft.com/office/drawing/2014/main" id="{4B0CA373-EA74-00EC-D773-19723F83603D}"/>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6163A98D-143E-7172-EF35-4E04FA8AF3BA}"/>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4</a:t>
            </a:fld>
            <a:endParaRPr lang="en-US">
              <a:solidFill>
                <a:schemeClr val="tx1"/>
              </a:solidFill>
            </a:endParaRPr>
          </a:p>
        </p:txBody>
      </p:sp>
      <p:graphicFrame>
        <p:nvGraphicFramePr>
          <p:cNvPr id="46" name="Content Placeholder 4">
            <a:extLst>
              <a:ext uri="{FF2B5EF4-FFF2-40B4-BE49-F238E27FC236}">
                <a16:creationId xmlns:a16="http://schemas.microsoft.com/office/drawing/2014/main" id="{069DCB7A-1995-BAE2-CF74-252DD3355BF3}"/>
              </a:ext>
            </a:extLst>
          </p:cNvPr>
          <p:cNvGraphicFramePr>
            <a:graphicFrameLocks noGrp="1"/>
          </p:cNvGraphicFramePr>
          <p:nvPr>
            <p:ph sz="half" idx="15"/>
            <p:extLst>
              <p:ext uri="{D42A27DB-BD31-4B8C-83A1-F6EECF244321}">
                <p14:modId xmlns:p14="http://schemas.microsoft.com/office/powerpoint/2010/main" val="2551614735"/>
              </p:ext>
            </p:extLst>
          </p:nvPr>
        </p:nvGraphicFramePr>
        <p:xfrm>
          <a:off x="1552575" y="2085283"/>
          <a:ext cx="8356855" cy="4032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074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5B1ED87B-70F1-85EC-39C1-904566590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D6FDB-394E-423B-F8F4-F3C6AD9B6980}"/>
              </a:ext>
            </a:extLst>
          </p:cNvPr>
          <p:cNvSpPr>
            <a:spLocks noGrp="1"/>
          </p:cNvSpPr>
          <p:nvPr>
            <p:ph type="title"/>
          </p:nvPr>
        </p:nvSpPr>
        <p:spPr>
          <a:xfrm>
            <a:off x="1552574" y="854358"/>
            <a:ext cx="9866540" cy="1358140"/>
          </a:xfrm>
        </p:spPr>
        <p:txBody>
          <a:bodyPr anchor="t">
            <a:normAutofit/>
          </a:bodyPr>
          <a:lstStyle/>
          <a:p>
            <a:r>
              <a:rPr lang="en-US">
                <a:solidFill>
                  <a:schemeClr val="accent2"/>
                </a:solidFill>
              </a:rPr>
              <a:t>Project workflow process diagram</a:t>
            </a:r>
            <a:endParaRPr lang="en-ZA">
              <a:solidFill>
                <a:schemeClr val="accent2"/>
              </a:solidFill>
            </a:endParaRPr>
          </a:p>
        </p:txBody>
      </p:sp>
      <p:sp>
        <p:nvSpPr>
          <p:cNvPr id="32" name="Content Placeholder 31">
            <a:extLst>
              <a:ext uri="{FF2B5EF4-FFF2-40B4-BE49-F238E27FC236}">
                <a16:creationId xmlns:a16="http://schemas.microsoft.com/office/drawing/2014/main" id="{7C7D2DBF-B674-3402-0AE7-BD2FFEB13059}"/>
              </a:ext>
            </a:extLst>
          </p:cNvPr>
          <p:cNvSpPr>
            <a:spLocks noGrp="1"/>
          </p:cNvSpPr>
          <p:nvPr>
            <p:ph sz="half" idx="15"/>
          </p:nvPr>
        </p:nvSpPr>
        <p:spPr>
          <a:xfrm>
            <a:off x="1552575" y="3037490"/>
            <a:ext cx="1818697" cy="3312226"/>
          </a:xfrm>
        </p:spPr>
        <p:txBody>
          <a:bodyPr vert="horz" lIns="91440" tIns="45720" rIns="91440" bIns="45720" rtlCol="0" anchor="t">
            <a:normAutofit/>
          </a:bodyPr>
          <a:lstStyle/>
          <a:p>
            <a:endParaRPr lang="en-US">
              <a:solidFill>
                <a:schemeClr val="tx1"/>
              </a:solidFill>
              <a:ea typeface="+mn-lt"/>
              <a:cs typeface="+mn-lt"/>
            </a:endParaRPr>
          </a:p>
          <a:p>
            <a:pPr>
              <a:buChar char="•"/>
            </a:pPr>
            <a:endParaRPr lang="en-US" sz="2000">
              <a:solidFill>
                <a:schemeClr val="tx1"/>
              </a:solidFill>
              <a:ea typeface="+mn-lt"/>
              <a:cs typeface="+mn-lt"/>
            </a:endParaRPr>
          </a:p>
          <a:p>
            <a:r>
              <a:rPr lang="en-US">
                <a:solidFill>
                  <a:schemeClr val="tx1"/>
                </a:solidFill>
              </a:rPr>
              <a:t> </a:t>
            </a:r>
          </a:p>
        </p:txBody>
      </p:sp>
      <p:sp>
        <p:nvSpPr>
          <p:cNvPr id="19" name="Text Placeholder 2">
            <a:extLst>
              <a:ext uri="{FF2B5EF4-FFF2-40B4-BE49-F238E27FC236}">
                <a16:creationId xmlns:a16="http://schemas.microsoft.com/office/drawing/2014/main" id="{42A5BA85-4468-4AD2-19E9-89399FD09C5E}"/>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F1F89968-86AA-802B-C581-A3025705F8FA}"/>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5</a:t>
            </a:fld>
            <a:endParaRPr lang="en-US">
              <a:solidFill>
                <a:schemeClr val="tx1"/>
              </a:solidFill>
            </a:endParaRPr>
          </a:p>
        </p:txBody>
      </p:sp>
      <p:graphicFrame>
        <p:nvGraphicFramePr>
          <p:cNvPr id="4" name="Diagram 3">
            <a:extLst>
              <a:ext uri="{FF2B5EF4-FFF2-40B4-BE49-F238E27FC236}">
                <a16:creationId xmlns:a16="http://schemas.microsoft.com/office/drawing/2014/main" id="{3131DB3D-3648-4372-16F5-ADEBD99E23FC}"/>
              </a:ext>
            </a:extLst>
          </p:cNvPr>
          <p:cNvGraphicFramePr/>
          <p:nvPr>
            <p:extLst>
              <p:ext uri="{D42A27DB-BD31-4B8C-83A1-F6EECF244321}">
                <p14:modId xmlns:p14="http://schemas.microsoft.com/office/powerpoint/2010/main" val="1014500516"/>
              </p:ext>
            </p:extLst>
          </p:nvPr>
        </p:nvGraphicFramePr>
        <p:xfrm>
          <a:off x="1209780" y="1661267"/>
          <a:ext cx="10552128" cy="5727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3693958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E9210674-2E58-84C1-43B2-E1910EEB2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643BD-ED25-4F9C-CAB5-CF1A07B81B23}"/>
              </a:ext>
            </a:extLst>
          </p:cNvPr>
          <p:cNvSpPr>
            <a:spLocks noGrp="1"/>
          </p:cNvSpPr>
          <p:nvPr>
            <p:ph type="title"/>
          </p:nvPr>
        </p:nvSpPr>
        <p:spPr>
          <a:xfrm>
            <a:off x="1405429" y="234248"/>
            <a:ext cx="9866540" cy="1358140"/>
          </a:xfrm>
        </p:spPr>
        <p:txBody>
          <a:bodyPr anchor="t">
            <a:normAutofit/>
          </a:bodyPr>
          <a:lstStyle/>
          <a:p>
            <a:r>
              <a:rPr lang="en-US" dirty="0">
                <a:solidFill>
                  <a:schemeClr val="accent2"/>
                </a:solidFill>
              </a:rPr>
              <a:t>Dataset overview</a:t>
            </a:r>
            <a:endParaRPr lang="en-ZA" dirty="0">
              <a:solidFill>
                <a:schemeClr val="accent2"/>
              </a:solidFill>
            </a:endParaRPr>
          </a:p>
        </p:txBody>
      </p:sp>
      <p:sp>
        <p:nvSpPr>
          <p:cNvPr id="32" name="Content Placeholder 31">
            <a:extLst>
              <a:ext uri="{FF2B5EF4-FFF2-40B4-BE49-F238E27FC236}">
                <a16:creationId xmlns:a16="http://schemas.microsoft.com/office/drawing/2014/main" id="{823BC63C-728C-0564-C380-2B190EEFF1DD}"/>
              </a:ext>
            </a:extLst>
          </p:cNvPr>
          <p:cNvSpPr>
            <a:spLocks noGrp="1"/>
          </p:cNvSpPr>
          <p:nvPr>
            <p:ph sz="half" idx="15"/>
          </p:nvPr>
        </p:nvSpPr>
        <p:spPr>
          <a:xfrm>
            <a:off x="1500022" y="1145627"/>
            <a:ext cx="10574756" cy="5318235"/>
          </a:xfrm>
        </p:spPr>
        <p:txBody>
          <a:bodyPr vert="horz" lIns="91440" tIns="45720" rIns="91440" bIns="45720" rtlCol="0" anchor="t">
            <a:normAutofit/>
          </a:bodyPr>
          <a:lstStyle/>
          <a:p>
            <a:r>
              <a:rPr lang="en-US" dirty="0">
                <a:solidFill>
                  <a:schemeClr val="tx1"/>
                </a:solidFill>
              </a:rPr>
              <a:t>The BRFSS 2024 dataset includes </a:t>
            </a:r>
            <a:r>
              <a:rPr lang="en-US" b="1" dirty="0">
                <a:solidFill>
                  <a:schemeClr val="tx1"/>
                </a:solidFill>
              </a:rPr>
              <a:t>457,671 </a:t>
            </a:r>
            <a:r>
              <a:rPr lang="en-US" dirty="0">
                <a:solidFill>
                  <a:schemeClr val="tx1"/>
                </a:solidFill>
              </a:rPr>
              <a:t>records. We analyze key CHD predictors—</a:t>
            </a:r>
            <a:r>
              <a:rPr lang="en-US" b="1" dirty="0">
                <a:solidFill>
                  <a:schemeClr val="tx1"/>
                </a:solidFill>
              </a:rPr>
              <a:t>Age, Sex, Smoking, Diabetes, Exercise, General Health, and BMI</a:t>
            </a:r>
            <a:r>
              <a:rPr lang="en-US" dirty="0">
                <a:solidFill>
                  <a:schemeClr val="tx1"/>
                </a:solidFill>
              </a:rPr>
              <a:t>. Our EDA includes cleaning, class balance checks, and statistical tests. These results guide the development of two predictive models: Random Forest and Decision Tree.</a:t>
            </a:r>
          </a:p>
          <a:p>
            <a:pPr marL="285750" indent="-285750">
              <a:buChar char="•"/>
            </a:pPr>
            <a:endParaRPr lang="en-US" sz="1400" dirty="0">
              <a:solidFill>
                <a:schemeClr val="tx1"/>
              </a:solidFill>
            </a:endParaRPr>
          </a:p>
          <a:p>
            <a:pPr marL="285750" indent="-285750">
              <a:buChar char="•"/>
            </a:pPr>
            <a:endParaRPr lang="en-US" sz="1400" dirty="0">
              <a:solidFill>
                <a:schemeClr val="tx1"/>
              </a:solidFill>
            </a:endParaRPr>
          </a:p>
          <a:p>
            <a:r>
              <a:rPr lang="en-US" sz="2400" dirty="0">
                <a:solidFill>
                  <a:schemeClr val="tx1"/>
                </a:solidFill>
              </a:rPr>
              <a:t>Raw Data Transformation Process:</a:t>
            </a:r>
          </a:p>
          <a:p>
            <a:endParaRPr lang="en-US" sz="2400" dirty="0">
              <a:solidFill>
                <a:schemeClr val="tx1"/>
              </a:solidFill>
            </a:endParaRPr>
          </a:p>
          <a:p>
            <a:endParaRPr lang="en-US" sz="1400" dirty="0">
              <a:solidFill>
                <a:schemeClr val="tx1"/>
              </a:solidFill>
            </a:endParaRPr>
          </a:p>
          <a:p>
            <a:pPr marL="285750" indent="-285750">
              <a:buChar char="•"/>
            </a:pPr>
            <a:endParaRPr lang="en-US" sz="2600" dirty="0">
              <a:solidFill>
                <a:schemeClr val="tx1"/>
              </a:solidFill>
            </a:endParaRPr>
          </a:p>
          <a:p>
            <a:r>
              <a:rPr lang="en-US" sz="2000" dirty="0">
                <a:solidFill>
                  <a:schemeClr val="tx1"/>
                </a:solidFill>
              </a:rPr>
              <a:t>   </a:t>
            </a:r>
            <a:endParaRPr lang="en-US" sz="2000" dirty="0">
              <a:solidFill>
                <a:schemeClr val="tx1"/>
              </a:solidFill>
              <a:ea typeface="+mn-lt"/>
              <a:cs typeface="+mn-lt"/>
            </a:endParaRPr>
          </a:p>
          <a:p>
            <a:r>
              <a:rPr lang="en-US" dirty="0">
                <a:solidFill>
                  <a:schemeClr val="tx1"/>
                </a:solidFill>
              </a:rPr>
              <a:t> </a:t>
            </a:r>
          </a:p>
        </p:txBody>
      </p:sp>
      <p:sp>
        <p:nvSpPr>
          <p:cNvPr id="19" name="Text Placeholder 2">
            <a:extLst>
              <a:ext uri="{FF2B5EF4-FFF2-40B4-BE49-F238E27FC236}">
                <a16:creationId xmlns:a16="http://schemas.microsoft.com/office/drawing/2014/main" id="{C8F8AA25-1264-8253-35E7-01E1598B3BF2}"/>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864C2231-6E85-7D8C-9FD8-56FBA3F4008D}"/>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6</a:t>
            </a:fld>
            <a:endParaRPr lang="en-US">
              <a:solidFill>
                <a:schemeClr val="tx1"/>
              </a:solidFill>
            </a:endParaRPr>
          </a:p>
        </p:txBody>
      </p:sp>
      <p:graphicFrame>
        <p:nvGraphicFramePr>
          <p:cNvPr id="3" name="Diagram 2">
            <a:extLst>
              <a:ext uri="{FF2B5EF4-FFF2-40B4-BE49-F238E27FC236}">
                <a16:creationId xmlns:a16="http://schemas.microsoft.com/office/drawing/2014/main" id="{F3D756EE-A5CD-436D-4CAA-4FD570D2CB80}"/>
              </a:ext>
            </a:extLst>
          </p:cNvPr>
          <p:cNvGraphicFramePr/>
          <p:nvPr>
            <p:extLst>
              <p:ext uri="{D42A27DB-BD31-4B8C-83A1-F6EECF244321}">
                <p14:modId xmlns:p14="http://schemas.microsoft.com/office/powerpoint/2010/main" val="1912507433"/>
              </p:ext>
            </p:extLst>
          </p:nvPr>
        </p:nvGraphicFramePr>
        <p:xfrm>
          <a:off x="1806430" y="1737995"/>
          <a:ext cx="10574756" cy="56034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3891015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260ACD5C-AB94-C4DB-CA2D-B19A5BBA4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DE939-1C5D-5AA3-1346-29CD95E457B1}"/>
              </a:ext>
            </a:extLst>
          </p:cNvPr>
          <p:cNvSpPr>
            <a:spLocks noGrp="1"/>
          </p:cNvSpPr>
          <p:nvPr>
            <p:ph type="title"/>
          </p:nvPr>
        </p:nvSpPr>
        <p:spPr>
          <a:xfrm>
            <a:off x="1485355" y="549558"/>
            <a:ext cx="9866540" cy="1358140"/>
          </a:xfrm>
        </p:spPr>
        <p:txBody>
          <a:bodyPr anchor="t">
            <a:normAutofit/>
          </a:bodyPr>
          <a:lstStyle/>
          <a:p>
            <a:r>
              <a:rPr lang="en-US" dirty="0">
                <a:solidFill>
                  <a:schemeClr val="accent2"/>
                </a:solidFill>
              </a:rPr>
              <a:t>SMART QUESTION </a:t>
            </a:r>
          </a:p>
        </p:txBody>
      </p:sp>
      <p:sp>
        <p:nvSpPr>
          <p:cNvPr id="19" name="Text Placeholder 2">
            <a:extLst>
              <a:ext uri="{FF2B5EF4-FFF2-40B4-BE49-F238E27FC236}">
                <a16:creationId xmlns:a16="http://schemas.microsoft.com/office/drawing/2014/main" id="{04A228F8-A897-6584-0B10-64E98CA03002}"/>
              </a:ext>
            </a:extLst>
          </p:cNvPr>
          <p:cNvSpPr>
            <a:spLocks noGrp="1"/>
          </p:cNvSpPr>
          <p:nvPr>
            <p:ph type="body" sz="quarter" idx="14"/>
          </p:nvPr>
        </p:nvSpPr>
        <p:spPr>
          <a:xfrm>
            <a:off x="1380251" y="1467296"/>
            <a:ext cx="10612052" cy="1108335"/>
          </a:xfrm>
        </p:spPr>
        <p:txBody>
          <a:bodyPr vert="horz" lIns="91440" tIns="45720" rIns="91440" bIns="45720" rtlCol="0" anchor="t">
            <a:normAutofit/>
          </a:bodyPr>
          <a:lstStyle/>
          <a:p>
            <a:pPr marL="0" indent="0">
              <a:buNone/>
            </a:pPr>
            <a:r>
              <a:rPr lang="en-US" sz="2000" b="1" dirty="0">
                <a:solidFill>
                  <a:schemeClr val="tx1"/>
                </a:solidFill>
              </a:rPr>
              <a:t>How do Age, Sex, Smoking_Status, Diabetes_Status, Exercise_Past_30_Days, and General_Health_Status affect the likelihood of having Coronary_Heart_Disease?</a:t>
            </a:r>
          </a:p>
        </p:txBody>
      </p:sp>
      <p:sp>
        <p:nvSpPr>
          <p:cNvPr id="6" name="Slide Number Placeholder 5">
            <a:extLst>
              <a:ext uri="{FF2B5EF4-FFF2-40B4-BE49-F238E27FC236}">
                <a16:creationId xmlns:a16="http://schemas.microsoft.com/office/drawing/2014/main" id="{5B8DE527-5688-B42A-7C62-D095A6714FA1}"/>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7</a:t>
            </a:fld>
            <a:endParaRPr lang="en-US">
              <a:solidFill>
                <a:schemeClr val="tx1"/>
              </a:solidFill>
            </a:endParaRPr>
          </a:p>
        </p:txBody>
      </p:sp>
      <p:sp>
        <p:nvSpPr>
          <p:cNvPr id="7" name="文字方塊 6">
            <a:extLst>
              <a:ext uri="{FF2B5EF4-FFF2-40B4-BE49-F238E27FC236}">
                <a16:creationId xmlns:a16="http://schemas.microsoft.com/office/drawing/2014/main" id="{0DC07BCE-0C34-328C-0E31-17070FBEF7F2}"/>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
        <p:nvSpPr>
          <p:cNvPr id="3" name="TextBox 2">
            <a:extLst>
              <a:ext uri="{FF2B5EF4-FFF2-40B4-BE49-F238E27FC236}">
                <a16:creationId xmlns:a16="http://schemas.microsoft.com/office/drawing/2014/main" id="{D66DF8F6-630C-9724-25BD-CA1AECE9AE9F}"/>
              </a:ext>
            </a:extLst>
          </p:cNvPr>
          <p:cNvSpPr txBox="1"/>
          <p:nvPr/>
        </p:nvSpPr>
        <p:spPr>
          <a:xfrm>
            <a:off x="1808018" y="2691245"/>
            <a:ext cx="8790709" cy="3416320"/>
          </a:xfrm>
          <a:prstGeom prst="rect">
            <a:avLst/>
          </a:prstGeom>
          <a:noFill/>
        </p:spPr>
        <p:txBody>
          <a:bodyPr wrap="square" rtlCol="0">
            <a:spAutoFit/>
          </a:bodyPr>
          <a:lstStyle/>
          <a:p>
            <a:pPr lvl="0" eaLnBrk="0" fontAlgn="base" hangingPunct="0">
              <a:spcBef>
                <a:spcPct val="0"/>
              </a:spcBef>
              <a:spcAft>
                <a:spcPct val="0"/>
              </a:spcAft>
            </a:pPr>
            <a:r>
              <a:rPr lang="en-US" altLang="en-US" dirty="0">
                <a:latin typeface="Arial" panose="020B0604020202020204" pitchFamily="34" charset="0"/>
              </a:rPr>
              <a:t>PURPOSE : </a:t>
            </a:r>
          </a:p>
          <a:p>
            <a:pPr lvl="0" eaLnBrk="0" fontAlgn="base" hangingPunct="0">
              <a:lnSpc>
                <a:spcPct val="250000"/>
              </a:lnSpc>
              <a:spcBef>
                <a:spcPct val="0"/>
              </a:spcBef>
              <a:spcAft>
                <a:spcPct val="0"/>
              </a:spcAft>
              <a:buFontTx/>
              <a:buChar char="•"/>
            </a:pPr>
            <a:r>
              <a:rPr lang="en-US" altLang="en-US" dirty="0">
                <a:latin typeface="Arial" panose="020B0604020202020204" pitchFamily="34" charset="0"/>
              </a:rPr>
              <a:t>Identify which demographic and behavioral factors most strongly influence CHD</a:t>
            </a:r>
          </a:p>
          <a:p>
            <a:pPr lvl="0" eaLnBrk="0" fontAlgn="base" hangingPunct="0">
              <a:lnSpc>
                <a:spcPct val="250000"/>
              </a:lnSpc>
              <a:spcBef>
                <a:spcPct val="0"/>
              </a:spcBef>
              <a:spcAft>
                <a:spcPct val="0"/>
              </a:spcAft>
              <a:buFontTx/>
              <a:buChar char="•"/>
            </a:pPr>
            <a:r>
              <a:rPr lang="en-US" altLang="en-US" dirty="0">
                <a:latin typeface="Arial" panose="020B0604020202020204" pitchFamily="34" charset="0"/>
              </a:rPr>
              <a:t>Compare the strength of relationships between predictors and CHD</a:t>
            </a:r>
          </a:p>
          <a:p>
            <a:pPr lvl="0" eaLnBrk="0" fontAlgn="base" hangingPunct="0">
              <a:lnSpc>
                <a:spcPct val="250000"/>
              </a:lnSpc>
              <a:spcBef>
                <a:spcPct val="0"/>
              </a:spcBef>
              <a:spcAft>
                <a:spcPct val="0"/>
              </a:spcAft>
              <a:buFontTx/>
              <a:buChar char="•"/>
            </a:pPr>
            <a:r>
              <a:rPr lang="en-US" altLang="en-US" dirty="0">
                <a:latin typeface="Arial" panose="020B0604020202020204" pitchFamily="34" charset="0"/>
              </a:rPr>
              <a:t>Prepare reliable inputs for machine learning models</a:t>
            </a:r>
          </a:p>
          <a:p>
            <a:pPr lvl="0" eaLnBrk="0" fontAlgn="base" hangingPunct="0">
              <a:lnSpc>
                <a:spcPct val="250000"/>
              </a:lnSpc>
              <a:spcBef>
                <a:spcPct val="0"/>
              </a:spcBef>
              <a:spcAft>
                <a:spcPct val="0"/>
              </a:spcAft>
              <a:buFontTx/>
              <a:buChar char="•"/>
            </a:pPr>
            <a:r>
              <a:rPr lang="en-US" altLang="en-US" dirty="0">
                <a:latin typeface="Arial" panose="020B0604020202020204" pitchFamily="34" charset="0"/>
              </a:rPr>
              <a:t>Support targeted public health interventions</a:t>
            </a:r>
          </a:p>
          <a:p>
            <a:endParaRPr lang="en-IN" dirty="0"/>
          </a:p>
        </p:txBody>
      </p:sp>
    </p:spTree>
    <p:extLst>
      <p:ext uri="{BB962C8B-B14F-4D97-AF65-F5344CB8AC3E}">
        <p14:creationId xmlns:p14="http://schemas.microsoft.com/office/powerpoint/2010/main" val="46258709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D6E3BE18-A426-A1FB-4224-A777116B2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4A0B4-B373-42D9-4A9E-67D7C66AC4C3}"/>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highlight>
                  <a:srgbClr val="F8F0E3"/>
                </a:highlight>
              </a:rPr>
              <a:t>RANDOM FOREST MODEL</a:t>
            </a:r>
            <a:endParaRPr lang="en-US" dirty="0">
              <a:solidFill>
                <a:schemeClr val="tx1"/>
              </a:solidFill>
              <a:highlight>
                <a:srgbClr val="F8F0E3"/>
              </a:highlight>
            </a:endParaRPr>
          </a:p>
        </p:txBody>
      </p:sp>
      <p:sp>
        <p:nvSpPr>
          <p:cNvPr id="6" name="Slide Number Placeholder 5">
            <a:extLst>
              <a:ext uri="{FF2B5EF4-FFF2-40B4-BE49-F238E27FC236}">
                <a16:creationId xmlns:a16="http://schemas.microsoft.com/office/drawing/2014/main" id="{844F5E5A-7470-E432-3BCE-0A6BB2256341}"/>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8</a:t>
            </a:fld>
            <a:endParaRPr lang="en-US">
              <a:solidFill>
                <a:schemeClr val="tx1"/>
              </a:solidFill>
            </a:endParaRPr>
          </a:p>
        </p:txBody>
      </p:sp>
      <p:sp>
        <p:nvSpPr>
          <p:cNvPr id="7" name="文字方塊 6">
            <a:extLst>
              <a:ext uri="{FF2B5EF4-FFF2-40B4-BE49-F238E27FC236}">
                <a16:creationId xmlns:a16="http://schemas.microsoft.com/office/drawing/2014/main" id="{A587761E-F7E7-E496-8F57-EA304D5A0BEA}"/>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
        <p:nvSpPr>
          <p:cNvPr id="3" name="Rectangle 1">
            <a:extLst>
              <a:ext uri="{FF2B5EF4-FFF2-40B4-BE49-F238E27FC236}">
                <a16:creationId xmlns:a16="http://schemas.microsoft.com/office/drawing/2014/main" id="{28DAB013-9A25-A201-2746-E37CFF77FDE9}"/>
              </a:ext>
            </a:extLst>
          </p:cNvPr>
          <p:cNvSpPr>
            <a:spLocks noGrp="1" noChangeArrowheads="1"/>
          </p:cNvSpPr>
          <p:nvPr>
            <p:ph type="body" sz="quarter" idx="14"/>
          </p:nvPr>
        </p:nvSpPr>
        <p:spPr bwMode="auto">
          <a:xfrm>
            <a:off x="1552575" y="-310882"/>
            <a:ext cx="10292583" cy="8956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b="1" dirty="0">
              <a:solidFill>
                <a:schemeClr val="tx1"/>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b="1"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Built using </a:t>
            </a:r>
            <a:r>
              <a:rPr kumimoji="0" lang="en-US" altLang="en-US" b="1" i="0" u="none" strike="noStrike" cap="none" normalizeH="0" baseline="0" dirty="0">
                <a:ln>
                  <a:noFill/>
                </a:ln>
                <a:solidFill>
                  <a:schemeClr val="tx1"/>
                </a:solidFill>
                <a:effectLst/>
              </a:rPr>
              <a:t>ranger on cleaned dataset with key predictors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Predictors:  </a:t>
            </a:r>
            <a:r>
              <a:rPr kumimoji="0" lang="en-US" altLang="en-US" sz="1800" i="0" u="none" strike="noStrike" cap="none" normalizeH="0" baseline="0" dirty="0">
                <a:ln>
                  <a:noFill/>
                </a:ln>
                <a:solidFill>
                  <a:schemeClr val="tx1"/>
                </a:solidFill>
                <a:effectLst/>
              </a:rPr>
              <a:t>Age, Sex, Smoking Status, Diabetes Status, Exercise, General Health, BMI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rPr>
              <a:t>70/30 stratified train–test split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rPr>
              <a:t>Model configured with:   </a:t>
            </a: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1"/>
                </a:solidFill>
                <a:latin typeface="Arial" panose="020B0604020202020204" pitchFamily="34" charset="0"/>
              </a:rPr>
              <a:t>500 trees</a:t>
            </a:r>
          </a:p>
          <a:p>
            <a:pPr marL="285750" lvl="0" indent="-285750" eaLnBrk="0" fontAlgn="base" hangingPunct="0">
              <a:spcBef>
                <a:spcPct val="0"/>
              </a:spcBef>
              <a:spcAft>
                <a:spcPct val="0"/>
              </a:spcAft>
              <a:buFont typeface="Arial" panose="020B0604020202020204" pitchFamily="34" charset="0"/>
              <a:buChar char="•"/>
            </a:pPr>
            <a:r>
              <a:rPr lang="en-US" altLang="en-US" dirty="0" err="1">
                <a:solidFill>
                  <a:schemeClr val="tx1"/>
                </a:solidFill>
                <a:latin typeface="Arial" panose="020B0604020202020204" pitchFamily="34" charset="0"/>
              </a:rPr>
              <a:t>Mtry</a:t>
            </a:r>
            <a:r>
              <a:rPr lang="en-US" altLang="en-US" dirty="0">
                <a:solidFill>
                  <a:schemeClr val="tx1"/>
                </a:solidFill>
                <a:latin typeface="Arial" panose="020B0604020202020204" pitchFamily="34" charset="0"/>
              </a:rPr>
              <a:t> = √p</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1"/>
                </a:solidFill>
                <a:latin typeface="Arial" panose="020B0604020202020204" pitchFamily="34" charset="0"/>
              </a:rPr>
              <a:t>Permutation importance</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1"/>
                </a:solidFill>
                <a:latin typeface="Arial" panose="020B0604020202020204" pitchFamily="34" charset="0"/>
              </a:rPr>
              <a:t>Min node size = 5</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1"/>
                </a:solidFill>
                <a:latin typeface="Arial" panose="020B0604020202020204" pitchFamily="34" charset="0"/>
              </a:rPr>
              <a:t>Probability outputs enabled</a:t>
            </a:r>
          </a:p>
          <a:p>
            <a:pPr marL="0" lvl="0" indent="0" eaLnBrk="0" fontAlgn="base" hangingPunct="0">
              <a:spcBef>
                <a:spcPct val="0"/>
              </a:spcBef>
              <a:spcAft>
                <a:spcPct val="0"/>
              </a:spcAft>
              <a:buNone/>
            </a:pPr>
            <a:endParaRPr lang="en-US" altLang="en-US" b="1" dirty="0">
              <a:solidFill>
                <a:schemeClr val="tx1"/>
              </a:solidFill>
              <a:latin typeface="Arial" panose="020B0604020202020204" pitchFamily="34" charset="0"/>
            </a:endParaRPr>
          </a:p>
          <a:p>
            <a:pPr marL="0" lvl="0" indent="0" eaLnBrk="0" fontAlgn="base" hangingPunct="0">
              <a:spcBef>
                <a:spcPct val="0"/>
              </a:spcBef>
              <a:spcAft>
                <a:spcPct val="0"/>
              </a:spcAft>
              <a:buNone/>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b="1" dirty="0">
              <a:solidFill>
                <a:schemeClr val="tx1"/>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b="1" dirty="0">
              <a:solidFill>
                <a:schemeClr val="tx1"/>
              </a:solidFill>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3065391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4891388B-B788-26CE-BB39-D9D5DEBC68D0}"/>
            </a:ext>
          </a:extLst>
        </p:cNvPr>
        <p:cNvGrpSpPr/>
        <p:nvPr/>
      </p:nvGrpSpPr>
      <p:grpSpPr>
        <a:xfrm>
          <a:off x="0" y="0"/>
          <a:ext cx="0" cy="0"/>
          <a:chOff x="0" y="0"/>
          <a:chExt cx="0" cy="0"/>
        </a:xfrm>
      </p:grpSpPr>
      <p:sp>
        <p:nvSpPr>
          <p:cNvPr id="19" name="Text Placeholder 2">
            <a:extLst>
              <a:ext uri="{FF2B5EF4-FFF2-40B4-BE49-F238E27FC236}">
                <a16:creationId xmlns:a16="http://schemas.microsoft.com/office/drawing/2014/main" id="{32F98937-77E4-F940-42E8-B34E72C996D9}"/>
              </a:ext>
            </a:extLst>
          </p:cNvPr>
          <p:cNvSpPr>
            <a:spLocks noGrp="1"/>
          </p:cNvSpPr>
          <p:nvPr>
            <p:ph type="body" sz="quarter" idx="14"/>
          </p:nvPr>
        </p:nvSpPr>
        <p:spPr>
          <a:xfrm>
            <a:off x="1678699" y="3031691"/>
            <a:ext cx="7795578" cy="1541290"/>
          </a:xfrm>
        </p:spPr>
        <p:txBody>
          <a:bodyPr vert="horz" lIns="91440" tIns="45720" rIns="91440" bIns="45720" rtlCol="0" anchor="t">
            <a:normAutofit/>
          </a:bodyPr>
          <a:lstStyle/>
          <a:p>
            <a:pPr marL="0" indent="0">
              <a:buNone/>
            </a:pPr>
            <a:r>
              <a:rPr lang="en-US" b="1" dirty="0">
                <a:solidFill>
                  <a:schemeClr val="tx1"/>
                </a:solidFill>
              </a:rPr>
              <a:t>Key Insights:</a:t>
            </a:r>
            <a:endParaRPr lang="en-US" dirty="0">
              <a:solidFill>
                <a:schemeClr val="tx1"/>
              </a:solidFill>
            </a:endParaRPr>
          </a:p>
          <a:p>
            <a:r>
              <a:rPr lang="en-US" dirty="0">
                <a:solidFill>
                  <a:schemeClr val="tx1"/>
                </a:solidFill>
              </a:rPr>
              <a:t>Top predictors: </a:t>
            </a:r>
            <a:r>
              <a:rPr lang="en-US" b="1" dirty="0">
                <a:solidFill>
                  <a:schemeClr val="tx1"/>
                </a:solidFill>
              </a:rPr>
              <a:t>Age</a:t>
            </a:r>
            <a:r>
              <a:rPr lang="en-US" dirty="0">
                <a:solidFill>
                  <a:schemeClr val="tx1"/>
                </a:solidFill>
              </a:rPr>
              <a:t>, </a:t>
            </a:r>
            <a:r>
              <a:rPr lang="en-US" b="1" dirty="0">
                <a:solidFill>
                  <a:schemeClr val="tx1"/>
                </a:solidFill>
              </a:rPr>
              <a:t>General Health</a:t>
            </a:r>
            <a:r>
              <a:rPr lang="en-US" dirty="0">
                <a:solidFill>
                  <a:schemeClr val="tx1"/>
                </a:solidFill>
              </a:rPr>
              <a:t>, </a:t>
            </a:r>
            <a:r>
              <a:rPr lang="en-US" b="1" dirty="0">
                <a:solidFill>
                  <a:schemeClr val="tx1"/>
                </a:solidFill>
              </a:rPr>
              <a:t>Diabetes Status</a:t>
            </a:r>
            <a:endParaRPr lang="en-US" dirty="0">
              <a:solidFill>
                <a:schemeClr val="tx1"/>
              </a:solidFill>
            </a:endParaRPr>
          </a:p>
          <a:p>
            <a:r>
              <a:rPr lang="en-US" dirty="0">
                <a:solidFill>
                  <a:schemeClr val="tx1"/>
                </a:solidFill>
              </a:rPr>
              <a:t>Random Forest provides </a:t>
            </a:r>
            <a:r>
              <a:rPr lang="en-US" b="1" dirty="0">
                <a:solidFill>
                  <a:schemeClr val="tx1"/>
                </a:solidFill>
              </a:rPr>
              <a:t>higher predictive power vs Decision Tree</a:t>
            </a:r>
          </a:p>
          <a:p>
            <a:r>
              <a:rPr lang="en-US" dirty="0">
                <a:solidFill>
                  <a:schemeClr val="tx1">
                    <a:lumMod val="95000"/>
                    <a:lumOff val="5000"/>
                  </a:schemeClr>
                </a:solidFill>
              </a:rPr>
              <a:t>Well-suited for identifying high-risk CHD individuals</a:t>
            </a:r>
          </a:p>
          <a:p>
            <a:endParaRPr lang="en-US" b="1" dirty="0">
              <a:solidFill>
                <a:schemeClr val="tx1"/>
              </a:solidFill>
            </a:endParaRPr>
          </a:p>
        </p:txBody>
      </p:sp>
      <p:sp>
        <p:nvSpPr>
          <p:cNvPr id="6" name="Slide Number Placeholder 5">
            <a:extLst>
              <a:ext uri="{FF2B5EF4-FFF2-40B4-BE49-F238E27FC236}">
                <a16:creationId xmlns:a16="http://schemas.microsoft.com/office/drawing/2014/main" id="{80D9A5B0-0E63-CB8D-9E7B-E0FF7966750E}"/>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9</a:t>
            </a:fld>
            <a:endParaRPr lang="en-US">
              <a:solidFill>
                <a:schemeClr val="tx1"/>
              </a:solidFill>
            </a:endParaRPr>
          </a:p>
        </p:txBody>
      </p:sp>
      <p:sp>
        <p:nvSpPr>
          <p:cNvPr id="7" name="文字方塊 6">
            <a:extLst>
              <a:ext uri="{FF2B5EF4-FFF2-40B4-BE49-F238E27FC236}">
                <a16:creationId xmlns:a16="http://schemas.microsoft.com/office/drawing/2014/main" id="{07232C82-2A54-58D0-E9EA-D3DDD5AB5761}"/>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
        <p:nvSpPr>
          <p:cNvPr id="4" name="TextBox 3">
            <a:extLst>
              <a:ext uri="{FF2B5EF4-FFF2-40B4-BE49-F238E27FC236}">
                <a16:creationId xmlns:a16="http://schemas.microsoft.com/office/drawing/2014/main" id="{A73F51C9-C4E2-90E8-5BF3-EC5F321E2E79}"/>
              </a:ext>
            </a:extLst>
          </p:cNvPr>
          <p:cNvSpPr txBox="1"/>
          <p:nvPr/>
        </p:nvSpPr>
        <p:spPr>
          <a:xfrm>
            <a:off x="1678699" y="1277365"/>
            <a:ext cx="5361710" cy="1754326"/>
          </a:xfrm>
          <a:prstGeom prst="rect">
            <a:avLst/>
          </a:prstGeom>
          <a:noFill/>
        </p:spPr>
        <p:txBody>
          <a:bodyPr wrap="square" rtlCol="0">
            <a:spAutoFit/>
          </a:bodyPr>
          <a:lstStyle/>
          <a:p>
            <a:r>
              <a:rPr lang="en-US" b="1" dirty="0"/>
              <a:t>Performance:</a:t>
            </a:r>
          </a:p>
          <a:p>
            <a:r>
              <a:rPr lang="en-US" dirty="0"/>
              <a:t>Accuracy: ~</a:t>
            </a:r>
            <a:r>
              <a:rPr lang="en-US" b="1" dirty="0"/>
              <a:t>0.77</a:t>
            </a:r>
          </a:p>
          <a:p>
            <a:r>
              <a:rPr lang="en-US" dirty="0"/>
              <a:t>AUC: ~</a:t>
            </a:r>
            <a:r>
              <a:rPr lang="en-US" b="1" dirty="0"/>
              <a:t>0.84</a:t>
            </a:r>
          </a:p>
          <a:p>
            <a:r>
              <a:rPr lang="en-US" dirty="0"/>
              <a:t>Balanced sensitivity &amp; specificity</a:t>
            </a:r>
          </a:p>
          <a:p>
            <a:r>
              <a:rPr lang="en-US" dirty="0"/>
              <a:t>Good calibration (OOB Brier Score = </a:t>
            </a:r>
            <a:r>
              <a:rPr lang="en-US" b="1" dirty="0"/>
              <a:t>0.162</a:t>
            </a:r>
            <a:r>
              <a:rPr lang="en-US" dirty="0"/>
              <a:t>)</a:t>
            </a:r>
          </a:p>
          <a:p>
            <a:endParaRPr lang="en-IN" dirty="0"/>
          </a:p>
        </p:txBody>
      </p:sp>
    </p:spTree>
    <p:extLst>
      <p:ext uri="{BB962C8B-B14F-4D97-AF65-F5344CB8AC3E}">
        <p14:creationId xmlns:p14="http://schemas.microsoft.com/office/powerpoint/2010/main" val="639103986"/>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3E93FAB0-FDD8-F356-5B36-82C159E64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9C418-E18D-C788-BADA-310E8981B53C}"/>
              </a:ext>
            </a:extLst>
          </p:cNvPr>
          <p:cNvSpPr>
            <a:spLocks noGrp="1"/>
          </p:cNvSpPr>
          <p:nvPr>
            <p:ph type="title"/>
          </p:nvPr>
        </p:nvSpPr>
        <p:spPr>
          <a:xfrm>
            <a:off x="1552574" y="854358"/>
            <a:ext cx="9866540" cy="1358140"/>
          </a:xfrm>
        </p:spPr>
        <p:txBody>
          <a:bodyPr anchor="t">
            <a:normAutofit/>
          </a:bodyPr>
          <a:lstStyle/>
          <a:p>
            <a:r>
              <a:rPr lang="en-US" dirty="0" err="1">
                <a:solidFill>
                  <a:schemeClr val="accent2"/>
                </a:solidFill>
              </a:rPr>
              <a:t>RAnDOM</a:t>
            </a:r>
            <a:r>
              <a:rPr lang="en-US" dirty="0">
                <a:solidFill>
                  <a:schemeClr val="accent2"/>
                </a:solidFill>
              </a:rPr>
              <a:t> FOREST : ROC AND FEATURE IMPORTANCE</a:t>
            </a:r>
          </a:p>
        </p:txBody>
      </p:sp>
      <p:sp>
        <p:nvSpPr>
          <p:cNvPr id="19" name="Text Placeholder 2">
            <a:extLst>
              <a:ext uri="{FF2B5EF4-FFF2-40B4-BE49-F238E27FC236}">
                <a16:creationId xmlns:a16="http://schemas.microsoft.com/office/drawing/2014/main" id="{EFD050B6-BD2D-E6FD-B6CE-D813C30EC60E}"/>
              </a:ext>
            </a:extLst>
          </p:cNvPr>
          <p:cNvSpPr>
            <a:spLocks noGrp="1"/>
          </p:cNvSpPr>
          <p:nvPr>
            <p:ph type="body" sz="quarter" idx="14"/>
          </p:nvPr>
        </p:nvSpPr>
        <p:spPr>
          <a:xfrm>
            <a:off x="1198179" y="2212498"/>
            <a:ext cx="8135007" cy="4276717"/>
          </a:xfrm>
        </p:spPr>
        <p:txBody>
          <a:bodyPr vert="horz" lIns="91440" tIns="45720" rIns="91440" bIns="45720" rtlCol="0" anchor="t">
            <a:normAutofit/>
          </a:bodyPr>
          <a:lstStyle/>
          <a:p>
            <a:pPr marL="0" indent="0">
              <a:buNone/>
            </a:pPr>
            <a:r>
              <a:rPr lang="en-US" b="1" dirty="0">
                <a:solidFill>
                  <a:schemeClr val="tx1"/>
                </a:solidFill>
              </a:rPr>
              <a:t>ROC Results:</a:t>
            </a:r>
            <a:endParaRPr lang="en-US" dirty="0">
              <a:solidFill>
                <a:schemeClr val="tx1"/>
              </a:solidFill>
            </a:endParaRPr>
          </a:p>
          <a:p>
            <a:pPr>
              <a:buFont typeface="Arial" panose="020B0604020202020204" pitchFamily="34" charset="0"/>
              <a:buChar char="•"/>
            </a:pPr>
            <a:r>
              <a:rPr lang="en-US" dirty="0">
                <a:solidFill>
                  <a:schemeClr val="tx1"/>
                </a:solidFill>
              </a:rPr>
              <a:t>ROC curve significantly above diagonal</a:t>
            </a:r>
          </a:p>
          <a:p>
            <a:pPr>
              <a:buFont typeface="Arial" panose="020B0604020202020204" pitchFamily="34" charset="0"/>
              <a:buChar char="•"/>
            </a:pPr>
            <a:r>
              <a:rPr lang="en-US" dirty="0">
                <a:solidFill>
                  <a:schemeClr val="tx1"/>
                </a:solidFill>
              </a:rPr>
              <a:t>Random Forest shows strong discrimination between CHD vs Non-CHD</a:t>
            </a:r>
          </a:p>
          <a:p>
            <a:pPr>
              <a:buFont typeface="Arial" panose="020B0604020202020204" pitchFamily="34" charset="0"/>
              <a:buChar char="•"/>
            </a:pPr>
            <a:r>
              <a:rPr lang="en-US" dirty="0">
                <a:solidFill>
                  <a:schemeClr val="tx1"/>
                </a:solidFill>
              </a:rPr>
              <a:t>AUC = 0.837</a:t>
            </a:r>
          </a:p>
          <a:p>
            <a:endParaRPr lang="en-US" b="1" dirty="0">
              <a:solidFill>
                <a:schemeClr val="tx1"/>
              </a:solidFill>
            </a:endParaRPr>
          </a:p>
          <a:p>
            <a:pPr marL="0" indent="0">
              <a:buNone/>
            </a:pPr>
            <a:r>
              <a:rPr lang="en-IN" b="1" dirty="0">
                <a:solidFill>
                  <a:schemeClr val="tx1"/>
                </a:solidFill>
              </a:rPr>
              <a:t>Variable Importance (Permutation):</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Age</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General Health Status</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Diabetes Status</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Sex</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Smoking</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BMI</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Exercise_Past_30_Days</a:t>
            </a:r>
          </a:p>
          <a:p>
            <a:pPr marL="0" indent="0">
              <a:buNone/>
            </a:pPr>
            <a:endParaRPr lang="en-IN" dirty="0">
              <a:solidFill>
                <a:schemeClr val="tx1"/>
              </a:solidFill>
            </a:endParaRPr>
          </a:p>
          <a:p>
            <a:pPr marL="0" indent="0">
              <a:buNone/>
            </a:pPr>
            <a:endParaRPr lang="en-IN" b="1" dirty="0">
              <a:solidFill>
                <a:schemeClr val="tx1"/>
              </a:solidFill>
            </a:endParaRPr>
          </a:p>
          <a:p>
            <a:pPr marL="0" indent="0">
              <a:buNone/>
            </a:pPr>
            <a:endParaRPr lang="en-IN" b="1" dirty="0">
              <a:solidFill>
                <a:schemeClr val="tx1"/>
              </a:solidFill>
            </a:endParaRPr>
          </a:p>
          <a:p>
            <a:pPr marL="0" indent="0">
              <a:buNone/>
            </a:pPr>
            <a:endParaRPr lang="en-US" dirty="0">
              <a:solidFill>
                <a:schemeClr val="tx1"/>
              </a:solidFill>
            </a:endParaRPr>
          </a:p>
          <a:p>
            <a:endParaRPr lang="en-US" b="1" dirty="0">
              <a:solidFill>
                <a:schemeClr val="tx1"/>
              </a:solidFill>
            </a:endParaRPr>
          </a:p>
        </p:txBody>
      </p:sp>
      <p:sp>
        <p:nvSpPr>
          <p:cNvPr id="6" name="Slide Number Placeholder 5">
            <a:extLst>
              <a:ext uri="{FF2B5EF4-FFF2-40B4-BE49-F238E27FC236}">
                <a16:creationId xmlns:a16="http://schemas.microsoft.com/office/drawing/2014/main" id="{74E7E6BF-AD38-3D1D-3DFE-7DE9AC7BC386}"/>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10</a:t>
            </a:fld>
            <a:endParaRPr lang="en-US">
              <a:solidFill>
                <a:schemeClr val="tx1"/>
              </a:solidFill>
            </a:endParaRPr>
          </a:p>
        </p:txBody>
      </p:sp>
      <p:sp>
        <p:nvSpPr>
          <p:cNvPr id="7" name="文字方塊 6">
            <a:extLst>
              <a:ext uri="{FF2B5EF4-FFF2-40B4-BE49-F238E27FC236}">
                <a16:creationId xmlns:a16="http://schemas.microsoft.com/office/drawing/2014/main" id="{3F80219D-4FAB-E64E-1548-1A39584EDB92}"/>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
        <p:nvSpPr>
          <p:cNvPr id="8" name="TextBox 7">
            <a:extLst>
              <a:ext uri="{FF2B5EF4-FFF2-40B4-BE49-F238E27FC236}">
                <a16:creationId xmlns:a16="http://schemas.microsoft.com/office/drawing/2014/main" id="{C5D8E54F-514F-B734-8A9B-A287381022CE}"/>
              </a:ext>
            </a:extLst>
          </p:cNvPr>
          <p:cNvSpPr txBox="1"/>
          <p:nvPr/>
        </p:nvSpPr>
        <p:spPr>
          <a:xfrm>
            <a:off x="5587778" y="3972317"/>
            <a:ext cx="5831336" cy="2031325"/>
          </a:xfrm>
          <a:prstGeom prst="rect">
            <a:avLst/>
          </a:prstGeom>
          <a:noFill/>
        </p:spPr>
        <p:txBody>
          <a:bodyPr wrap="square" rtlCol="0">
            <a:spAutoFit/>
          </a:bodyPr>
          <a:lstStyle/>
          <a:p>
            <a:r>
              <a:rPr lang="en-US" b="1" dirty="0"/>
              <a:t>Interpretation:</a:t>
            </a:r>
            <a:endParaRPr lang="en-US" dirty="0"/>
          </a:p>
          <a:p>
            <a:pPr marL="285750" indent="-285750">
              <a:buFont typeface="Arial" panose="020B0604020202020204" pitchFamily="34" charset="0"/>
              <a:buChar char="•"/>
            </a:pPr>
            <a:r>
              <a:rPr lang="en-US" dirty="0"/>
              <a:t>Age dominates prediction</a:t>
            </a:r>
          </a:p>
          <a:p>
            <a:pPr marL="285750" indent="-285750">
              <a:buFont typeface="Arial" panose="020B0604020202020204" pitchFamily="34" charset="0"/>
              <a:buChar char="•"/>
            </a:pPr>
            <a:r>
              <a:rPr lang="en-US" dirty="0"/>
              <a:t>Health status &amp; diabetes add meaningful predictive power</a:t>
            </a:r>
          </a:p>
          <a:p>
            <a:pPr marL="285750" indent="-285750">
              <a:buFont typeface="Arial" panose="020B0604020202020204" pitchFamily="34" charset="0"/>
              <a:buChar char="•"/>
            </a:pPr>
            <a:r>
              <a:rPr lang="en-US" dirty="0"/>
              <a:t>Lifestyle factors provide additional improvement but smaller impact</a:t>
            </a:r>
          </a:p>
          <a:p>
            <a:endParaRPr lang="en-IN" dirty="0"/>
          </a:p>
        </p:txBody>
      </p:sp>
    </p:spTree>
    <p:extLst>
      <p:ext uri="{BB962C8B-B14F-4D97-AF65-F5344CB8AC3E}">
        <p14:creationId xmlns:p14="http://schemas.microsoft.com/office/powerpoint/2010/main" val="2507165062"/>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512486EC-30F4-6FE9-FB71-5A584B33A73F}"/>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D0A2692-00D6-B91D-E74D-FFCACBE798B4}"/>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11</a:t>
            </a:fld>
            <a:endParaRPr lang="en-US">
              <a:solidFill>
                <a:schemeClr val="tx1"/>
              </a:solidFill>
            </a:endParaRPr>
          </a:p>
        </p:txBody>
      </p:sp>
      <p:sp>
        <p:nvSpPr>
          <p:cNvPr id="7" name="文字方塊 6">
            <a:extLst>
              <a:ext uri="{FF2B5EF4-FFF2-40B4-BE49-F238E27FC236}">
                <a16:creationId xmlns:a16="http://schemas.microsoft.com/office/drawing/2014/main" id="{14531CD1-111C-A360-7886-CF5CAB6FE4AF}"/>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pic>
        <p:nvPicPr>
          <p:cNvPr id="10" name="Picture 9">
            <a:extLst>
              <a:ext uri="{FF2B5EF4-FFF2-40B4-BE49-F238E27FC236}">
                <a16:creationId xmlns:a16="http://schemas.microsoft.com/office/drawing/2014/main" id="{C0EA7A39-185B-366F-CF64-3755F716371C}"/>
              </a:ext>
            </a:extLst>
          </p:cNvPr>
          <p:cNvPicPr>
            <a:picLocks noChangeAspect="1"/>
          </p:cNvPicPr>
          <p:nvPr/>
        </p:nvPicPr>
        <p:blipFill>
          <a:blip r:embed="rId4"/>
          <a:stretch>
            <a:fillRect/>
          </a:stretch>
        </p:blipFill>
        <p:spPr>
          <a:xfrm>
            <a:off x="2457134" y="1142801"/>
            <a:ext cx="7296466" cy="4974219"/>
          </a:xfrm>
          <a:prstGeom prst="rect">
            <a:avLst/>
          </a:prstGeom>
        </p:spPr>
      </p:pic>
    </p:spTree>
    <p:extLst>
      <p:ext uri="{BB962C8B-B14F-4D97-AF65-F5344CB8AC3E}">
        <p14:creationId xmlns:p14="http://schemas.microsoft.com/office/powerpoint/2010/main" val="403528087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431A0BD4-3E73-D94D-9FAA-64BD324C5F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ADA8B-1D4F-189E-2634-233B2446FCE8}"/>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Decision TREE MODEL (CART)  </a:t>
            </a:r>
          </a:p>
        </p:txBody>
      </p:sp>
      <p:sp>
        <p:nvSpPr>
          <p:cNvPr id="6" name="Slide Number Placeholder 5">
            <a:extLst>
              <a:ext uri="{FF2B5EF4-FFF2-40B4-BE49-F238E27FC236}">
                <a16:creationId xmlns:a16="http://schemas.microsoft.com/office/drawing/2014/main" id="{6DEC82EA-7B35-EE64-3016-FD51B345FA57}"/>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12</a:t>
            </a:fld>
            <a:endParaRPr lang="en-US">
              <a:solidFill>
                <a:schemeClr val="tx1"/>
              </a:solidFill>
            </a:endParaRPr>
          </a:p>
        </p:txBody>
      </p:sp>
      <p:sp>
        <p:nvSpPr>
          <p:cNvPr id="7" name="文字方塊 6">
            <a:extLst>
              <a:ext uri="{FF2B5EF4-FFF2-40B4-BE49-F238E27FC236}">
                <a16:creationId xmlns:a16="http://schemas.microsoft.com/office/drawing/2014/main" id="{3D9A84F1-DBD6-19B6-D93E-611D8C14FA32}"/>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grpSp>
        <p:nvGrpSpPr>
          <p:cNvPr id="10" name="Group 9">
            <a:extLst>
              <a:ext uri="{FF2B5EF4-FFF2-40B4-BE49-F238E27FC236}">
                <a16:creationId xmlns:a16="http://schemas.microsoft.com/office/drawing/2014/main" id="{6683B33F-19FC-D6E3-1E4B-3F3B0C1FA0AA}"/>
              </a:ext>
            </a:extLst>
          </p:cNvPr>
          <p:cNvGrpSpPr/>
          <p:nvPr/>
        </p:nvGrpSpPr>
        <p:grpSpPr>
          <a:xfrm>
            <a:off x="1672936" y="1745674"/>
            <a:ext cx="9591909" cy="4697168"/>
            <a:chOff x="1672936" y="1745673"/>
            <a:chExt cx="9591909" cy="5078313"/>
          </a:xfrm>
        </p:grpSpPr>
        <p:sp>
          <p:nvSpPr>
            <p:cNvPr id="8" name="TextBox 7">
              <a:extLst>
                <a:ext uri="{FF2B5EF4-FFF2-40B4-BE49-F238E27FC236}">
                  <a16:creationId xmlns:a16="http://schemas.microsoft.com/office/drawing/2014/main" id="{DBFAB2D7-8C4C-250C-0713-AE7B3C3DD512}"/>
                </a:ext>
              </a:extLst>
            </p:cNvPr>
            <p:cNvSpPr txBox="1"/>
            <p:nvPr/>
          </p:nvSpPr>
          <p:spPr>
            <a:xfrm>
              <a:off x="1672936" y="1745673"/>
              <a:ext cx="4894155" cy="5078313"/>
            </a:xfrm>
            <a:prstGeom prst="rect">
              <a:avLst/>
            </a:prstGeom>
            <a:noFill/>
          </p:spPr>
          <p:txBody>
            <a:bodyPr wrap="square" rtlCol="0">
              <a:spAutoFit/>
            </a:bodyPr>
            <a:lstStyle/>
            <a:p>
              <a:pPr lvl="0" eaLnBrk="0" fontAlgn="base" hangingPunct="0">
                <a:spcBef>
                  <a:spcPct val="0"/>
                </a:spcBef>
                <a:spcAft>
                  <a:spcPct val="0"/>
                </a:spcAft>
              </a:pPr>
              <a:r>
                <a:rPr lang="en-US" altLang="en-US" b="1" dirty="0"/>
                <a:t>Built using rpart with tuning</a:t>
              </a:r>
            </a:p>
            <a:p>
              <a:pPr marL="285750" lvl="0" indent="-285750" eaLnBrk="0" fontAlgn="base" hangingPunct="0">
                <a:spcBef>
                  <a:spcPct val="0"/>
                </a:spcBef>
                <a:spcAft>
                  <a:spcPct val="0"/>
                </a:spcAft>
                <a:buFont typeface="Arial" panose="020B0604020202020204" pitchFamily="34" charset="0"/>
                <a:buChar char="•"/>
              </a:pPr>
              <a:r>
                <a:rPr lang="en-US" altLang="en-US" dirty="0"/>
                <a:t>Predictors identical to Random Forest model</a:t>
              </a:r>
            </a:p>
            <a:p>
              <a:pPr marL="285750" lvl="0" indent="-285750" eaLnBrk="0" fontAlgn="base" hangingPunct="0">
                <a:spcBef>
                  <a:spcPct val="0"/>
                </a:spcBef>
                <a:spcAft>
                  <a:spcPct val="0"/>
                </a:spcAft>
                <a:buFont typeface="Arial" panose="020B0604020202020204" pitchFamily="34" charset="0"/>
                <a:buChar char="•"/>
              </a:pPr>
              <a:r>
                <a:rPr lang="en-US" altLang="en-US" dirty="0"/>
                <a:t>Model control parameters:</a:t>
              </a:r>
            </a:p>
            <a:p>
              <a:pPr marL="285750" lvl="0" indent="-285750" eaLnBrk="0" fontAlgn="base" hangingPunct="0">
                <a:spcBef>
                  <a:spcPct val="0"/>
                </a:spcBef>
                <a:spcAft>
                  <a:spcPct val="0"/>
                </a:spcAft>
                <a:buFont typeface="Arial" panose="020B0604020202020204" pitchFamily="34" charset="0"/>
                <a:buChar char="•"/>
              </a:pPr>
              <a:r>
                <a:rPr lang="en-US" altLang="en-US" dirty="0"/>
                <a:t>cp = 0.001</a:t>
              </a:r>
            </a:p>
            <a:p>
              <a:pPr marL="285750" lvl="0" indent="-285750" eaLnBrk="0" fontAlgn="base" hangingPunct="0">
                <a:spcBef>
                  <a:spcPct val="0"/>
                </a:spcBef>
                <a:spcAft>
                  <a:spcPct val="0"/>
                </a:spcAft>
                <a:buFont typeface="Arial" panose="020B0604020202020204" pitchFamily="34" charset="0"/>
                <a:buChar char="•"/>
              </a:pPr>
              <a:r>
                <a:rPr lang="en-US" altLang="en-US" dirty="0"/>
                <a:t>minsplit = 20</a:t>
              </a:r>
            </a:p>
            <a:p>
              <a:pPr marL="285750" lvl="0" indent="-285750" eaLnBrk="0" fontAlgn="base" hangingPunct="0">
                <a:spcBef>
                  <a:spcPct val="0"/>
                </a:spcBef>
                <a:spcAft>
                  <a:spcPct val="0"/>
                </a:spcAft>
                <a:buFont typeface="Arial" panose="020B0604020202020204" pitchFamily="34" charset="0"/>
                <a:buChar char="•"/>
              </a:pPr>
              <a:r>
                <a:rPr lang="en-US" altLang="en-US" dirty="0"/>
                <a:t>minbucket = 10</a:t>
              </a:r>
            </a:p>
            <a:p>
              <a:pPr marL="285750" lvl="0" indent="-285750" eaLnBrk="0" fontAlgn="base" hangingPunct="0">
                <a:spcBef>
                  <a:spcPct val="0"/>
                </a:spcBef>
                <a:spcAft>
                  <a:spcPct val="0"/>
                </a:spcAft>
                <a:buFont typeface="Arial" panose="020B0604020202020204" pitchFamily="34" charset="0"/>
                <a:buChar char="•"/>
              </a:pPr>
              <a:r>
                <a:rPr lang="en-US" altLang="en-US" dirty="0"/>
                <a:t>maxdepth = 10</a:t>
              </a:r>
            </a:p>
            <a:p>
              <a:pPr lvl="0" eaLnBrk="0" fontAlgn="base" hangingPunct="0">
                <a:spcBef>
                  <a:spcPct val="0"/>
                </a:spcBef>
                <a:spcAft>
                  <a:spcPct val="0"/>
                </a:spcAft>
                <a:buFontTx/>
                <a:buChar char="•"/>
              </a:pPr>
              <a:endParaRPr lang="en-US" altLang="en-US" b="1" dirty="0"/>
            </a:p>
            <a:p>
              <a:pPr lvl="0" eaLnBrk="0" fontAlgn="base" hangingPunct="0">
                <a:spcBef>
                  <a:spcPct val="0"/>
                </a:spcBef>
                <a:spcAft>
                  <a:spcPct val="0"/>
                </a:spcAft>
                <a:buFontTx/>
                <a:buChar char="•"/>
              </a:pPr>
              <a:endParaRPr lang="en-US" altLang="en-US" b="1" dirty="0"/>
            </a:p>
            <a:p>
              <a:r>
                <a:rPr lang="en-US" b="1" dirty="0"/>
                <a:t>Pruning:</a:t>
              </a:r>
              <a:endParaRPr lang="en-US" dirty="0"/>
            </a:p>
            <a:p>
              <a:pPr marL="285750" indent="-285750">
                <a:buFont typeface="Arial" panose="020B0604020202020204" pitchFamily="34" charset="0"/>
                <a:buChar char="•"/>
              </a:pPr>
              <a:r>
                <a:rPr lang="en-US" dirty="0"/>
                <a:t>Optimal CP selected based on minimum cross-validation error</a:t>
              </a:r>
            </a:p>
            <a:p>
              <a:pPr marL="285750" indent="-285750">
                <a:buFont typeface="Arial" panose="020B0604020202020204" pitchFamily="34" charset="0"/>
                <a:buChar char="•"/>
              </a:pPr>
              <a:r>
                <a:rPr lang="en-US" dirty="0"/>
                <a:t>Final pruned tree improves generalization and interpretability</a:t>
              </a:r>
            </a:p>
            <a:p>
              <a:pPr lvl="0" eaLnBrk="0" fontAlgn="base" hangingPunct="0">
                <a:spcBef>
                  <a:spcPct val="0"/>
                </a:spcBef>
                <a:spcAft>
                  <a:spcPct val="0"/>
                </a:spcAft>
              </a:pPr>
              <a:endParaRPr lang="en-US" altLang="en-US" b="1" dirty="0"/>
            </a:p>
            <a:p>
              <a:pPr lvl="0" eaLnBrk="0" fontAlgn="base" hangingPunct="0">
                <a:spcBef>
                  <a:spcPct val="0"/>
                </a:spcBef>
                <a:spcAft>
                  <a:spcPct val="0"/>
                </a:spcAft>
              </a:pPr>
              <a:endParaRPr lang="en-US" altLang="en-US" b="1" dirty="0">
                <a:latin typeface="Arial" panose="020B0604020202020204" pitchFamily="34" charset="0"/>
              </a:endParaRPr>
            </a:p>
            <a:p>
              <a:endParaRPr lang="en-IN" b="1" dirty="0"/>
            </a:p>
          </p:txBody>
        </p:sp>
        <p:sp>
          <p:nvSpPr>
            <p:cNvPr id="9" name="TextBox 8">
              <a:extLst>
                <a:ext uri="{FF2B5EF4-FFF2-40B4-BE49-F238E27FC236}">
                  <a16:creationId xmlns:a16="http://schemas.microsoft.com/office/drawing/2014/main" id="{6AA7D07A-EBBC-0B3F-CAB1-64A3005A338E}"/>
                </a:ext>
              </a:extLst>
            </p:cNvPr>
            <p:cNvSpPr txBox="1"/>
            <p:nvPr/>
          </p:nvSpPr>
          <p:spPr>
            <a:xfrm>
              <a:off x="6567091" y="1745673"/>
              <a:ext cx="4697754" cy="2031325"/>
            </a:xfrm>
            <a:prstGeom prst="rect">
              <a:avLst/>
            </a:prstGeom>
            <a:noFill/>
          </p:spPr>
          <p:txBody>
            <a:bodyPr wrap="square" rtlCol="0">
              <a:spAutoFit/>
            </a:bodyPr>
            <a:lstStyle/>
            <a:p>
              <a:r>
                <a:rPr lang="en-US" b="1" dirty="0"/>
                <a:t>Interpretation Highlights:</a:t>
              </a:r>
              <a:endParaRPr lang="en-US" dirty="0"/>
            </a:p>
            <a:p>
              <a:pPr marL="285750" indent="-285750">
                <a:buFont typeface="Arial" panose="020B0604020202020204" pitchFamily="34" charset="0"/>
                <a:buChar char="•"/>
              </a:pPr>
              <a:r>
                <a:rPr lang="en-US" dirty="0"/>
                <a:t>First split: Age</a:t>
              </a:r>
            </a:p>
            <a:p>
              <a:pPr marL="285750" indent="-285750">
                <a:buFont typeface="Arial" panose="020B0604020202020204" pitchFamily="34" charset="0"/>
                <a:buChar char="•"/>
              </a:pPr>
              <a:r>
                <a:rPr lang="en-US" dirty="0"/>
                <a:t>Second major split: General Health</a:t>
              </a:r>
            </a:p>
            <a:p>
              <a:pPr marL="285750" indent="-285750">
                <a:buFont typeface="Arial" panose="020B0604020202020204" pitchFamily="34" charset="0"/>
                <a:buChar char="•"/>
              </a:pPr>
              <a:r>
                <a:rPr lang="en-US" dirty="0"/>
                <a:t>Diabetes and BMI appear in deeper splits</a:t>
              </a:r>
            </a:p>
            <a:p>
              <a:pPr marL="285750" indent="-285750">
                <a:buFont typeface="Arial" panose="020B0604020202020204" pitchFamily="34" charset="0"/>
                <a:buChar char="•"/>
              </a:pPr>
              <a:r>
                <a:rPr lang="en-US" dirty="0"/>
                <a:t>Highly interpretable model for clinicians</a:t>
              </a:r>
            </a:p>
            <a:p>
              <a:endParaRPr lang="en-IN" dirty="0"/>
            </a:p>
          </p:txBody>
        </p:sp>
      </p:grpSp>
    </p:spTree>
    <p:extLst>
      <p:ext uri="{BB962C8B-B14F-4D97-AF65-F5344CB8AC3E}">
        <p14:creationId xmlns:p14="http://schemas.microsoft.com/office/powerpoint/2010/main" val="184460665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EEB17E95-0152-1BE5-6D08-1839AB4D4D27}"/>
            </a:ext>
          </a:extLst>
        </p:cNvPr>
        <p:cNvGrpSpPr/>
        <p:nvPr/>
      </p:nvGrpSpPr>
      <p:grpSpPr>
        <a:xfrm>
          <a:off x="0" y="0"/>
          <a:ext cx="0" cy="0"/>
          <a:chOff x="0" y="0"/>
          <a:chExt cx="0" cy="0"/>
        </a:xfrm>
      </p:grpSpPr>
      <p:sp>
        <p:nvSpPr>
          <p:cNvPr id="19" name="Text Placeholder 2">
            <a:extLst>
              <a:ext uri="{FF2B5EF4-FFF2-40B4-BE49-F238E27FC236}">
                <a16:creationId xmlns:a16="http://schemas.microsoft.com/office/drawing/2014/main" id="{4D6D3C8A-2542-2BC1-2C10-FD9912197297}"/>
              </a:ext>
            </a:extLst>
          </p:cNvPr>
          <p:cNvSpPr>
            <a:spLocks noGrp="1"/>
          </p:cNvSpPr>
          <p:nvPr>
            <p:ph type="body" sz="quarter" idx="14"/>
          </p:nvPr>
        </p:nvSpPr>
        <p:spPr>
          <a:xfrm>
            <a:off x="1432803" y="731572"/>
            <a:ext cx="7049045" cy="4618193"/>
          </a:xfrm>
        </p:spPr>
        <p:txBody>
          <a:bodyPr vert="horz" lIns="91440" tIns="45720" rIns="91440" bIns="45720" rtlCol="0" anchor="t">
            <a:normAutofit fontScale="92500" lnSpcReduction="20000"/>
          </a:bodyPr>
          <a:lstStyle/>
          <a:p>
            <a:pPr marL="0" indent="0">
              <a:buNone/>
            </a:pPr>
            <a:r>
              <a:rPr lang="en-IN" b="1" dirty="0">
                <a:solidFill>
                  <a:schemeClr val="tx1"/>
                </a:solidFill>
              </a:rPr>
              <a:t>Performance Metrics</a:t>
            </a:r>
            <a:r>
              <a:rPr lang="en-IN" dirty="0">
                <a:solidFill>
                  <a:schemeClr val="tx1"/>
                </a:solidFill>
              </a:rPr>
              <a:t>:</a:t>
            </a:r>
          </a:p>
          <a:p>
            <a:pPr>
              <a:buFont typeface="Arial" panose="020B0604020202020204" pitchFamily="34" charset="0"/>
              <a:buChar char="•"/>
            </a:pPr>
            <a:r>
              <a:rPr lang="en-IN" dirty="0">
                <a:solidFill>
                  <a:schemeClr val="tx1"/>
                </a:solidFill>
              </a:rPr>
              <a:t>Accuracy: ~0.77</a:t>
            </a:r>
          </a:p>
          <a:p>
            <a:pPr>
              <a:buFont typeface="Arial" panose="020B0604020202020204" pitchFamily="34" charset="0"/>
              <a:buChar char="•"/>
            </a:pPr>
            <a:r>
              <a:rPr lang="en-IN" dirty="0">
                <a:solidFill>
                  <a:schemeClr val="tx1"/>
                </a:solidFill>
              </a:rPr>
              <a:t>Sensitivity: ~0.79</a:t>
            </a:r>
          </a:p>
          <a:p>
            <a:pPr>
              <a:buFont typeface="Arial" panose="020B0604020202020204" pitchFamily="34" charset="0"/>
              <a:buChar char="•"/>
            </a:pPr>
            <a:r>
              <a:rPr lang="en-IN" dirty="0">
                <a:solidFill>
                  <a:schemeClr val="tx1"/>
                </a:solidFill>
              </a:rPr>
              <a:t>Specificity: ~0.74</a:t>
            </a:r>
          </a:p>
          <a:p>
            <a:pPr>
              <a:buFont typeface="Arial" panose="020B0604020202020204" pitchFamily="34" charset="0"/>
              <a:buChar char="•"/>
            </a:pPr>
            <a:r>
              <a:rPr lang="en-IN" dirty="0">
                <a:solidFill>
                  <a:schemeClr val="tx1"/>
                </a:solidFill>
              </a:rPr>
              <a:t>Precision: ~0.72</a:t>
            </a:r>
          </a:p>
          <a:p>
            <a:pPr>
              <a:buFont typeface="Arial" panose="020B0604020202020204" pitchFamily="34" charset="0"/>
              <a:buChar char="•"/>
            </a:pPr>
            <a:r>
              <a:rPr lang="en-IN" dirty="0">
                <a:solidFill>
                  <a:schemeClr val="tx1"/>
                </a:solidFill>
              </a:rPr>
              <a:t>AUC: ~0.82</a:t>
            </a:r>
          </a:p>
          <a:p>
            <a:endParaRPr lang="en-IN" dirty="0">
              <a:solidFill>
                <a:schemeClr val="tx1"/>
              </a:solidFill>
            </a:endParaRPr>
          </a:p>
          <a:p>
            <a:pPr marL="0" indent="0">
              <a:buNone/>
            </a:pPr>
            <a:r>
              <a:rPr lang="en-US" b="1" dirty="0">
                <a:solidFill>
                  <a:schemeClr val="tx1"/>
                </a:solidFill>
              </a:rPr>
              <a:t>ROC Curve:</a:t>
            </a:r>
            <a:endParaRPr lang="en-US" dirty="0">
              <a:solidFill>
                <a:schemeClr val="tx1"/>
              </a:solidFill>
            </a:endParaRPr>
          </a:p>
          <a:p>
            <a:pPr>
              <a:buFont typeface="Arial" panose="020B0604020202020204" pitchFamily="34" charset="0"/>
              <a:buChar char="•"/>
            </a:pPr>
            <a:r>
              <a:rPr lang="en-US" dirty="0">
                <a:solidFill>
                  <a:schemeClr val="tx1"/>
                </a:solidFill>
              </a:rPr>
              <a:t>Strong separation between CHD vs Non-CHD</a:t>
            </a:r>
          </a:p>
          <a:p>
            <a:pPr>
              <a:buFont typeface="Arial" panose="020B0604020202020204" pitchFamily="34" charset="0"/>
              <a:buChar char="•"/>
            </a:pPr>
            <a:r>
              <a:rPr lang="en-US" dirty="0">
                <a:solidFill>
                  <a:schemeClr val="tx1"/>
                </a:solidFill>
              </a:rPr>
              <a:t>Slightly lower performance vs Random Forest but still robust</a:t>
            </a:r>
          </a:p>
          <a:p>
            <a:pPr marL="0" indent="0">
              <a:buNone/>
            </a:pPr>
            <a:endParaRPr lang="en-IN" dirty="0">
              <a:solidFill>
                <a:schemeClr val="tx1"/>
              </a:solidFill>
            </a:endParaRPr>
          </a:p>
          <a:p>
            <a:pPr marL="0" indent="0">
              <a:buNone/>
            </a:pPr>
            <a:r>
              <a:rPr lang="en-US" b="1" dirty="0">
                <a:solidFill>
                  <a:schemeClr val="tx1"/>
                </a:solidFill>
              </a:rPr>
              <a:t>Takeaways:</a:t>
            </a:r>
            <a:endParaRPr lang="en-US" dirty="0">
              <a:solidFill>
                <a:schemeClr val="tx1"/>
              </a:solidFill>
            </a:endParaRPr>
          </a:p>
          <a:p>
            <a:pPr>
              <a:buFont typeface="Arial" panose="020B0604020202020204" pitchFamily="34" charset="0"/>
              <a:buChar char="•"/>
            </a:pPr>
            <a:r>
              <a:rPr lang="en-US" dirty="0">
                <a:solidFill>
                  <a:schemeClr val="tx1"/>
                </a:solidFill>
              </a:rPr>
              <a:t>Decision Tree is simpler, interpretable, and visually intuitive</a:t>
            </a:r>
          </a:p>
          <a:p>
            <a:pPr>
              <a:buFont typeface="Arial" panose="020B0604020202020204" pitchFamily="34" charset="0"/>
              <a:buChar char="•"/>
            </a:pPr>
            <a:r>
              <a:rPr lang="en-US" dirty="0">
                <a:solidFill>
                  <a:schemeClr val="tx1"/>
                </a:solidFill>
              </a:rPr>
              <a:t>Slightly lower predictive power than Random Forest</a:t>
            </a:r>
          </a:p>
          <a:p>
            <a:pPr>
              <a:buFont typeface="Arial" panose="020B0604020202020204" pitchFamily="34" charset="0"/>
              <a:buChar char="•"/>
            </a:pPr>
            <a:r>
              <a:rPr lang="en-US" dirty="0">
                <a:solidFill>
                  <a:schemeClr val="tx1"/>
                </a:solidFill>
              </a:rPr>
              <a:t>Useful for explaining CHD risk rules to non-technical audiences</a:t>
            </a:r>
          </a:p>
          <a:p>
            <a:pPr marL="285750" indent="-285750">
              <a:buFont typeface="Arial" panose="020B0604020202020204" pitchFamily="34" charset="0"/>
              <a:buChar char="•"/>
            </a:pPr>
            <a:endParaRPr lang="en-IN" dirty="0">
              <a:solidFill>
                <a:schemeClr val="tx1"/>
              </a:solidFill>
            </a:endParaRPr>
          </a:p>
          <a:p>
            <a:pPr marL="0" indent="0">
              <a:buNone/>
            </a:pPr>
            <a:endParaRPr lang="en-US" b="1" dirty="0">
              <a:solidFill>
                <a:schemeClr val="tx1"/>
              </a:solidFill>
            </a:endParaRPr>
          </a:p>
        </p:txBody>
      </p:sp>
      <p:sp>
        <p:nvSpPr>
          <p:cNvPr id="6" name="Slide Number Placeholder 5">
            <a:extLst>
              <a:ext uri="{FF2B5EF4-FFF2-40B4-BE49-F238E27FC236}">
                <a16:creationId xmlns:a16="http://schemas.microsoft.com/office/drawing/2014/main" id="{726A92CA-487D-579A-0D66-1B1CA0CF2B98}"/>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13</a:t>
            </a:fld>
            <a:endParaRPr lang="en-US">
              <a:solidFill>
                <a:schemeClr val="tx1"/>
              </a:solidFill>
            </a:endParaRPr>
          </a:p>
        </p:txBody>
      </p:sp>
      <p:sp>
        <p:nvSpPr>
          <p:cNvPr id="7" name="文字方塊 6">
            <a:extLst>
              <a:ext uri="{FF2B5EF4-FFF2-40B4-BE49-F238E27FC236}">
                <a16:creationId xmlns:a16="http://schemas.microsoft.com/office/drawing/2014/main" id="{8075E993-4957-C39A-73E9-3AD6C2E99544}"/>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807905050"/>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D53C2758-1185-D80A-3BF5-E956EFD4F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75B6-39E1-743B-6A10-FB41B00D498C}"/>
              </a:ext>
            </a:extLst>
          </p:cNvPr>
          <p:cNvSpPr>
            <a:spLocks noGrp="1"/>
          </p:cNvSpPr>
          <p:nvPr>
            <p:ph type="title"/>
          </p:nvPr>
        </p:nvSpPr>
        <p:spPr>
          <a:xfrm>
            <a:off x="1552574" y="854358"/>
            <a:ext cx="9866540" cy="690663"/>
          </a:xfrm>
        </p:spPr>
        <p:txBody>
          <a:bodyPr anchor="t">
            <a:normAutofit fontScale="90000"/>
          </a:bodyPr>
          <a:lstStyle/>
          <a:p>
            <a:r>
              <a:rPr lang="en-US" dirty="0">
                <a:solidFill>
                  <a:schemeClr val="accent2"/>
                </a:solidFill>
              </a:rPr>
              <a:t>Model comparison </a:t>
            </a:r>
            <a:br>
              <a:rPr lang="en-US" dirty="0">
                <a:solidFill>
                  <a:schemeClr val="accent2"/>
                </a:solidFill>
              </a:rPr>
            </a:br>
            <a:r>
              <a:rPr lang="en-IN" dirty="0"/>
              <a:t>ee</a:t>
            </a:r>
            <a:br>
              <a:rPr lang="en-IN" dirty="0"/>
            </a:br>
            <a:endParaRPr lang="en-US" dirty="0">
              <a:solidFill>
                <a:schemeClr val="accent2"/>
              </a:solidFill>
            </a:endParaRPr>
          </a:p>
        </p:txBody>
      </p:sp>
      <p:sp>
        <p:nvSpPr>
          <p:cNvPr id="6" name="Slide Number Placeholder 5">
            <a:extLst>
              <a:ext uri="{FF2B5EF4-FFF2-40B4-BE49-F238E27FC236}">
                <a16:creationId xmlns:a16="http://schemas.microsoft.com/office/drawing/2014/main" id="{59078782-59C6-1503-FF83-C4DCE4E03807}"/>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14</a:t>
            </a:fld>
            <a:endParaRPr lang="en-US">
              <a:solidFill>
                <a:schemeClr val="tx1"/>
              </a:solidFill>
            </a:endParaRPr>
          </a:p>
        </p:txBody>
      </p:sp>
      <p:sp>
        <p:nvSpPr>
          <p:cNvPr id="7" name="文字方塊 6">
            <a:extLst>
              <a:ext uri="{FF2B5EF4-FFF2-40B4-BE49-F238E27FC236}">
                <a16:creationId xmlns:a16="http://schemas.microsoft.com/office/drawing/2014/main" id="{179B4697-C025-FC0F-8D64-E90AC022C0C1}"/>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
        <p:nvSpPr>
          <p:cNvPr id="3" name="TextBox 2">
            <a:extLst>
              <a:ext uri="{FF2B5EF4-FFF2-40B4-BE49-F238E27FC236}">
                <a16:creationId xmlns:a16="http://schemas.microsoft.com/office/drawing/2014/main" id="{69F35B1E-6218-CC07-F62B-1BBFB6A6A0DF}"/>
              </a:ext>
            </a:extLst>
          </p:cNvPr>
          <p:cNvSpPr txBox="1"/>
          <p:nvPr/>
        </p:nvSpPr>
        <p:spPr>
          <a:xfrm>
            <a:off x="1552574" y="1965858"/>
            <a:ext cx="7966841" cy="369332"/>
          </a:xfrm>
          <a:prstGeom prst="rect">
            <a:avLst/>
          </a:prstGeom>
          <a:noFill/>
        </p:spPr>
        <p:txBody>
          <a:bodyPr wrap="square" rtlCol="0">
            <a:spAutoFit/>
          </a:bodyPr>
          <a:lstStyle/>
          <a:p>
            <a:r>
              <a:rPr lang="en-US" dirty="0"/>
              <a:t>Decision Tree VS Random Forest </a:t>
            </a:r>
            <a:endParaRPr lang="en-IN" dirty="0"/>
          </a:p>
        </p:txBody>
      </p:sp>
      <p:graphicFrame>
        <p:nvGraphicFramePr>
          <p:cNvPr id="4" name="Table 3">
            <a:extLst>
              <a:ext uri="{FF2B5EF4-FFF2-40B4-BE49-F238E27FC236}">
                <a16:creationId xmlns:a16="http://schemas.microsoft.com/office/drawing/2014/main" id="{162D2141-F698-3F62-9EFB-6629D39066EC}"/>
              </a:ext>
            </a:extLst>
          </p:cNvPr>
          <p:cNvGraphicFramePr>
            <a:graphicFrameLocks noGrp="1"/>
          </p:cNvGraphicFramePr>
          <p:nvPr>
            <p:extLst>
              <p:ext uri="{D42A27DB-BD31-4B8C-83A1-F6EECF244321}">
                <p14:modId xmlns:p14="http://schemas.microsoft.com/office/powerpoint/2010/main" val="852159108"/>
              </p:ext>
            </p:extLst>
          </p:nvPr>
        </p:nvGraphicFramePr>
        <p:xfrm>
          <a:off x="1552574" y="2485168"/>
          <a:ext cx="10668000" cy="2218740"/>
        </p:xfrm>
        <a:graphic>
          <a:graphicData uri="http://schemas.openxmlformats.org/drawingml/2006/table">
            <a:tbl>
              <a:tblPr/>
              <a:tblGrid>
                <a:gridCol w="2264979">
                  <a:extLst>
                    <a:ext uri="{9D8B030D-6E8A-4147-A177-3AD203B41FA5}">
                      <a16:colId xmlns:a16="http://schemas.microsoft.com/office/drawing/2014/main" val="3385504844"/>
                    </a:ext>
                  </a:extLst>
                </a:gridCol>
                <a:gridCol w="2175642">
                  <a:extLst>
                    <a:ext uri="{9D8B030D-6E8A-4147-A177-3AD203B41FA5}">
                      <a16:colId xmlns:a16="http://schemas.microsoft.com/office/drawing/2014/main" val="1321296292"/>
                    </a:ext>
                  </a:extLst>
                </a:gridCol>
                <a:gridCol w="2490951">
                  <a:extLst>
                    <a:ext uri="{9D8B030D-6E8A-4147-A177-3AD203B41FA5}">
                      <a16:colId xmlns:a16="http://schemas.microsoft.com/office/drawing/2014/main" val="2150456442"/>
                    </a:ext>
                  </a:extLst>
                </a:gridCol>
                <a:gridCol w="3736428">
                  <a:extLst>
                    <a:ext uri="{9D8B030D-6E8A-4147-A177-3AD203B41FA5}">
                      <a16:colId xmlns:a16="http://schemas.microsoft.com/office/drawing/2014/main" val="566680213"/>
                    </a:ext>
                  </a:extLst>
                </a:gridCol>
              </a:tblGrid>
              <a:tr h="369790">
                <a:tc>
                  <a:txBody>
                    <a:bodyPr/>
                    <a:lstStyle/>
                    <a:p>
                      <a:pPr>
                        <a:buNone/>
                      </a:pPr>
                      <a:r>
                        <a:rPr lang="en-IN"/>
                        <a:t>Metric</a:t>
                      </a:r>
                    </a:p>
                  </a:txBody>
                  <a:tcPr anchor="ctr">
                    <a:lnL>
                      <a:noFill/>
                    </a:lnL>
                    <a:lnR>
                      <a:noFill/>
                    </a:lnR>
                    <a:lnT>
                      <a:noFill/>
                    </a:lnT>
                    <a:lnB>
                      <a:noFill/>
                    </a:lnB>
                    <a:noFill/>
                  </a:tcPr>
                </a:tc>
                <a:tc>
                  <a:txBody>
                    <a:bodyPr/>
                    <a:lstStyle/>
                    <a:p>
                      <a:pPr>
                        <a:buNone/>
                      </a:pPr>
                      <a:r>
                        <a:rPr lang="en-IN" dirty="0"/>
                        <a:t>Random Forest</a:t>
                      </a:r>
                    </a:p>
                  </a:txBody>
                  <a:tcPr anchor="ctr">
                    <a:lnL>
                      <a:noFill/>
                    </a:lnL>
                    <a:lnR>
                      <a:noFill/>
                    </a:lnR>
                    <a:lnT>
                      <a:noFill/>
                    </a:lnT>
                    <a:lnB>
                      <a:noFill/>
                    </a:lnB>
                    <a:noFill/>
                  </a:tcPr>
                </a:tc>
                <a:tc>
                  <a:txBody>
                    <a:bodyPr/>
                    <a:lstStyle/>
                    <a:p>
                      <a:pPr>
                        <a:buNone/>
                      </a:pPr>
                      <a:r>
                        <a:rPr lang="en-IN" dirty="0"/>
                        <a:t>Decision Tree</a:t>
                      </a:r>
                    </a:p>
                  </a:txBody>
                  <a:tcPr anchor="ctr">
                    <a:lnL>
                      <a:noFill/>
                    </a:lnL>
                    <a:lnR>
                      <a:noFill/>
                    </a:lnR>
                    <a:lnT>
                      <a:noFill/>
                    </a:lnT>
                    <a:lnB>
                      <a:noFill/>
                    </a:lnB>
                    <a:noFill/>
                  </a:tcPr>
                </a:tc>
                <a:tc>
                  <a:txBody>
                    <a:bodyPr/>
                    <a:lstStyle/>
                    <a:p>
                      <a:pPr>
                        <a:buNone/>
                      </a:pPr>
                      <a:r>
                        <a:rPr lang="en-IN"/>
                        <a:t>Comparison</a:t>
                      </a:r>
                    </a:p>
                  </a:txBody>
                  <a:tcPr anchor="ctr">
                    <a:lnL>
                      <a:noFill/>
                    </a:lnL>
                    <a:lnR>
                      <a:noFill/>
                    </a:lnR>
                    <a:lnT>
                      <a:noFill/>
                    </a:lnT>
                    <a:lnB>
                      <a:noFill/>
                    </a:lnB>
                    <a:noFill/>
                  </a:tcPr>
                </a:tc>
                <a:extLst>
                  <a:ext uri="{0D108BD9-81ED-4DB2-BD59-A6C34878D82A}">
                    <a16:rowId xmlns:a16="http://schemas.microsoft.com/office/drawing/2014/main" val="2055170105"/>
                  </a:ext>
                </a:extLst>
              </a:tr>
              <a:tr h="369790">
                <a:tc>
                  <a:txBody>
                    <a:bodyPr/>
                    <a:lstStyle/>
                    <a:p>
                      <a:pPr>
                        <a:buNone/>
                      </a:pPr>
                      <a:r>
                        <a:rPr lang="en-IN" b="1"/>
                        <a:t>Accuracy</a:t>
                      </a:r>
                      <a:endParaRPr lang="en-IN"/>
                    </a:p>
                  </a:txBody>
                  <a:tcPr anchor="ctr">
                    <a:lnL>
                      <a:noFill/>
                    </a:lnL>
                    <a:lnR>
                      <a:noFill/>
                    </a:lnR>
                    <a:lnT>
                      <a:noFill/>
                    </a:lnT>
                    <a:lnB>
                      <a:noFill/>
                    </a:lnB>
                    <a:noFill/>
                  </a:tcPr>
                </a:tc>
                <a:tc>
                  <a:txBody>
                    <a:bodyPr/>
                    <a:lstStyle/>
                    <a:p>
                      <a:pPr>
                        <a:buNone/>
                      </a:pPr>
                      <a:r>
                        <a:rPr lang="en-IN" dirty="0"/>
                        <a:t>0.77</a:t>
                      </a:r>
                    </a:p>
                  </a:txBody>
                  <a:tcPr anchor="ctr">
                    <a:lnL>
                      <a:noFill/>
                    </a:lnL>
                    <a:lnR>
                      <a:noFill/>
                    </a:lnR>
                    <a:lnT>
                      <a:noFill/>
                    </a:lnT>
                    <a:lnB>
                      <a:noFill/>
                    </a:lnB>
                    <a:noFill/>
                  </a:tcPr>
                </a:tc>
                <a:tc>
                  <a:txBody>
                    <a:bodyPr/>
                    <a:lstStyle/>
                    <a:p>
                      <a:pPr>
                        <a:buNone/>
                      </a:pPr>
                      <a:r>
                        <a:rPr lang="en-IN"/>
                        <a:t>0.77</a:t>
                      </a:r>
                    </a:p>
                  </a:txBody>
                  <a:tcPr anchor="ctr">
                    <a:lnL>
                      <a:noFill/>
                    </a:lnL>
                    <a:lnR>
                      <a:noFill/>
                    </a:lnR>
                    <a:lnT>
                      <a:noFill/>
                    </a:lnT>
                    <a:lnB>
                      <a:noFill/>
                    </a:lnB>
                    <a:noFill/>
                  </a:tcPr>
                </a:tc>
                <a:tc>
                  <a:txBody>
                    <a:bodyPr/>
                    <a:lstStyle/>
                    <a:p>
                      <a:pPr>
                        <a:buNone/>
                      </a:pPr>
                      <a:r>
                        <a:rPr lang="en-IN"/>
                        <a:t>Similar</a:t>
                      </a:r>
                    </a:p>
                  </a:txBody>
                  <a:tcPr anchor="ctr">
                    <a:lnL>
                      <a:noFill/>
                    </a:lnL>
                    <a:lnR>
                      <a:noFill/>
                    </a:lnR>
                    <a:lnT>
                      <a:noFill/>
                    </a:lnT>
                    <a:lnB>
                      <a:noFill/>
                    </a:lnB>
                    <a:noFill/>
                  </a:tcPr>
                </a:tc>
                <a:extLst>
                  <a:ext uri="{0D108BD9-81ED-4DB2-BD59-A6C34878D82A}">
                    <a16:rowId xmlns:a16="http://schemas.microsoft.com/office/drawing/2014/main" val="3156590846"/>
                  </a:ext>
                </a:extLst>
              </a:tr>
              <a:tr h="369790">
                <a:tc>
                  <a:txBody>
                    <a:bodyPr/>
                    <a:lstStyle/>
                    <a:p>
                      <a:pPr>
                        <a:buNone/>
                      </a:pPr>
                      <a:r>
                        <a:rPr lang="en-IN" b="1"/>
                        <a:t>AUC</a:t>
                      </a:r>
                      <a:endParaRPr lang="en-IN"/>
                    </a:p>
                  </a:txBody>
                  <a:tcPr anchor="ctr">
                    <a:lnL>
                      <a:noFill/>
                    </a:lnL>
                    <a:lnR>
                      <a:noFill/>
                    </a:lnR>
                    <a:lnT>
                      <a:noFill/>
                    </a:lnT>
                    <a:lnB>
                      <a:noFill/>
                    </a:lnB>
                    <a:noFill/>
                  </a:tcPr>
                </a:tc>
                <a:tc>
                  <a:txBody>
                    <a:bodyPr/>
                    <a:lstStyle/>
                    <a:p>
                      <a:pPr>
                        <a:buNone/>
                      </a:pPr>
                      <a:r>
                        <a:rPr lang="en-IN" b="1"/>
                        <a:t>0.84</a:t>
                      </a:r>
                      <a:endParaRPr lang="en-IN"/>
                    </a:p>
                  </a:txBody>
                  <a:tcPr anchor="ctr">
                    <a:lnL>
                      <a:noFill/>
                    </a:lnL>
                    <a:lnR>
                      <a:noFill/>
                    </a:lnR>
                    <a:lnT>
                      <a:noFill/>
                    </a:lnT>
                    <a:lnB>
                      <a:noFill/>
                    </a:lnB>
                    <a:noFill/>
                  </a:tcPr>
                </a:tc>
                <a:tc>
                  <a:txBody>
                    <a:bodyPr/>
                    <a:lstStyle/>
                    <a:p>
                      <a:pPr>
                        <a:buNone/>
                      </a:pPr>
                      <a:r>
                        <a:rPr lang="en-IN"/>
                        <a:t>0.82</a:t>
                      </a:r>
                    </a:p>
                  </a:txBody>
                  <a:tcPr anchor="ctr">
                    <a:lnL>
                      <a:noFill/>
                    </a:lnL>
                    <a:lnR>
                      <a:noFill/>
                    </a:lnR>
                    <a:lnT>
                      <a:noFill/>
                    </a:lnT>
                    <a:lnB>
                      <a:noFill/>
                    </a:lnB>
                    <a:noFill/>
                  </a:tcPr>
                </a:tc>
                <a:tc>
                  <a:txBody>
                    <a:bodyPr/>
                    <a:lstStyle/>
                    <a:p>
                      <a:pPr>
                        <a:buNone/>
                      </a:pPr>
                      <a:r>
                        <a:rPr lang="en-IN"/>
                        <a:t>RF better</a:t>
                      </a:r>
                    </a:p>
                  </a:txBody>
                  <a:tcPr anchor="ctr">
                    <a:lnL>
                      <a:noFill/>
                    </a:lnL>
                    <a:lnR>
                      <a:noFill/>
                    </a:lnR>
                    <a:lnT>
                      <a:noFill/>
                    </a:lnT>
                    <a:lnB>
                      <a:noFill/>
                    </a:lnB>
                    <a:noFill/>
                  </a:tcPr>
                </a:tc>
                <a:extLst>
                  <a:ext uri="{0D108BD9-81ED-4DB2-BD59-A6C34878D82A}">
                    <a16:rowId xmlns:a16="http://schemas.microsoft.com/office/drawing/2014/main" val="2441175799"/>
                  </a:ext>
                </a:extLst>
              </a:tr>
              <a:tr h="369790">
                <a:tc>
                  <a:txBody>
                    <a:bodyPr/>
                    <a:lstStyle/>
                    <a:p>
                      <a:pPr>
                        <a:buNone/>
                      </a:pPr>
                      <a:r>
                        <a:rPr lang="en-IN" b="1"/>
                        <a:t>Sensitivity</a:t>
                      </a:r>
                      <a:endParaRPr lang="en-IN"/>
                    </a:p>
                  </a:txBody>
                  <a:tcPr anchor="ctr">
                    <a:lnL>
                      <a:noFill/>
                    </a:lnL>
                    <a:lnR>
                      <a:noFill/>
                    </a:lnR>
                    <a:lnT>
                      <a:noFill/>
                    </a:lnT>
                    <a:lnB>
                      <a:noFill/>
                    </a:lnB>
                    <a:noFill/>
                  </a:tcPr>
                </a:tc>
                <a:tc>
                  <a:txBody>
                    <a:bodyPr/>
                    <a:lstStyle/>
                    <a:p>
                      <a:pPr>
                        <a:buNone/>
                      </a:pPr>
                      <a:r>
                        <a:rPr lang="en-IN" dirty="0"/>
                        <a:t>Slightly higher</a:t>
                      </a:r>
                    </a:p>
                  </a:txBody>
                  <a:tcPr anchor="ctr">
                    <a:lnL>
                      <a:noFill/>
                    </a:lnL>
                    <a:lnR>
                      <a:noFill/>
                    </a:lnR>
                    <a:lnT>
                      <a:noFill/>
                    </a:lnT>
                    <a:lnB>
                      <a:noFill/>
                    </a:lnB>
                    <a:noFill/>
                  </a:tcPr>
                </a:tc>
                <a:tc>
                  <a:txBody>
                    <a:bodyPr/>
                    <a:lstStyle/>
                    <a:p>
                      <a:pPr>
                        <a:buNone/>
                      </a:pPr>
                      <a:r>
                        <a:rPr lang="en-IN"/>
                        <a:t>Slightly lower</a:t>
                      </a:r>
                    </a:p>
                  </a:txBody>
                  <a:tcPr anchor="ctr">
                    <a:lnL>
                      <a:noFill/>
                    </a:lnL>
                    <a:lnR>
                      <a:noFill/>
                    </a:lnR>
                    <a:lnT>
                      <a:noFill/>
                    </a:lnT>
                    <a:lnB>
                      <a:noFill/>
                    </a:lnB>
                    <a:noFill/>
                  </a:tcPr>
                </a:tc>
                <a:tc>
                  <a:txBody>
                    <a:bodyPr/>
                    <a:lstStyle/>
                    <a:p>
                      <a:pPr>
                        <a:buNone/>
                      </a:pPr>
                      <a:r>
                        <a:rPr lang="en-IN"/>
                        <a:t>RF advantage</a:t>
                      </a:r>
                    </a:p>
                  </a:txBody>
                  <a:tcPr anchor="ctr">
                    <a:lnL>
                      <a:noFill/>
                    </a:lnL>
                    <a:lnR>
                      <a:noFill/>
                    </a:lnR>
                    <a:lnT>
                      <a:noFill/>
                    </a:lnT>
                    <a:lnB>
                      <a:noFill/>
                    </a:lnB>
                    <a:noFill/>
                  </a:tcPr>
                </a:tc>
                <a:extLst>
                  <a:ext uri="{0D108BD9-81ED-4DB2-BD59-A6C34878D82A}">
                    <a16:rowId xmlns:a16="http://schemas.microsoft.com/office/drawing/2014/main" val="3082392802"/>
                  </a:ext>
                </a:extLst>
              </a:tr>
              <a:tr h="369790">
                <a:tc>
                  <a:txBody>
                    <a:bodyPr/>
                    <a:lstStyle/>
                    <a:p>
                      <a:pPr>
                        <a:buNone/>
                      </a:pPr>
                      <a:r>
                        <a:rPr lang="en-IN" b="1"/>
                        <a:t>Specificity</a:t>
                      </a:r>
                      <a:endParaRPr lang="en-IN"/>
                    </a:p>
                  </a:txBody>
                  <a:tcPr anchor="ctr">
                    <a:lnL>
                      <a:noFill/>
                    </a:lnL>
                    <a:lnR>
                      <a:noFill/>
                    </a:lnR>
                    <a:lnT>
                      <a:noFill/>
                    </a:lnT>
                    <a:lnB>
                      <a:noFill/>
                    </a:lnB>
                    <a:noFill/>
                  </a:tcPr>
                </a:tc>
                <a:tc>
                  <a:txBody>
                    <a:bodyPr/>
                    <a:lstStyle/>
                    <a:p>
                      <a:pPr>
                        <a:buNone/>
                      </a:pPr>
                      <a:r>
                        <a:rPr lang="en-IN"/>
                        <a:t>Higher</a:t>
                      </a:r>
                    </a:p>
                  </a:txBody>
                  <a:tcPr anchor="ctr">
                    <a:lnL>
                      <a:noFill/>
                    </a:lnL>
                    <a:lnR>
                      <a:noFill/>
                    </a:lnR>
                    <a:lnT>
                      <a:noFill/>
                    </a:lnT>
                    <a:lnB>
                      <a:noFill/>
                    </a:lnB>
                    <a:noFill/>
                  </a:tcPr>
                </a:tc>
                <a:tc>
                  <a:txBody>
                    <a:bodyPr/>
                    <a:lstStyle/>
                    <a:p>
                      <a:pPr>
                        <a:buNone/>
                      </a:pPr>
                      <a:r>
                        <a:rPr lang="en-IN"/>
                        <a:t>Lower</a:t>
                      </a:r>
                    </a:p>
                  </a:txBody>
                  <a:tcPr anchor="ctr">
                    <a:lnL>
                      <a:noFill/>
                    </a:lnL>
                    <a:lnR>
                      <a:noFill/>
                    </a:lnR>
                    <a:lnT>
                      <a:noFill/>
                    </a:lnT>
                    <a:lnB>
                      <a:noFill/>
                    </a:lnB>
                    <a:noFill/>
                  </a:tcPr>
                </a:tc>
                <a:tc>
                  <a:txBody>
                    <a:bodyPr/>
                    <a:lstStyle/>
                    <a:p>
                      <a:pPr>
                        <a:buNone/>
                      </a:pPr>
                      <a:r>
                        <a:rPr lang="en-IN"/>
                        <a:t>RF advantage</a:t>
                      </a:r>
                    </a:p>
                  </a:txBody>
                  <a:tcPr anchor="ctr">
                    <a:lnL>
                      <a:noFill/>
                    </a:lnL>
                    <a:lnR>
                      <a:noFill/>
                    </a:lnR>
                    <a:lnT>
                      <a:noFill/>
                    </a:lnT>
                    <a:lnB>
                      <a:noFill/>
                    </a:lnB>
                    <a:noFill/>
                  </a:tcPr>
                </a:tc>
                <a:extLst>
                  <a:ext uri="{0D108BD9-81ED-4DB2-BD59-A6C34878D82A}">
                    <a16:rowId xmlns:a16="http://schemas.microsoft.com/office/drawing/2014/main" val="59907051"/>
                  </a:ext>
                </a:extLst>
              </a:tr>
              <a:tr h="369790">
                <a:tc>
                  <a:txBody>
                    <a:bodyPr/>
                    <a:lstStyle/>
                    <a:p>
                      <a:pPr>
                        <a:buNone/>
                      </a:pPr>
                      <a:r>
                        <a:rPr lang="en-IN" b="1"/>
                        <a:t>Interpretability</a:t>
                      </a:r>
                      <a:endParaRPr lang="en-IN"/>
                    </a:p>
                  </a:txBody>
                  <a:tcPr anchor="ctr">
                    <a:lnL>
                      <a:noFill/>
                    </a:lnL>
                    <a:lnR>
                      <a:noFill/>
                    </a:lnR>
                    <a:lnT>
                      <a:noFill/>
                    </a:lnT>
                    <a:lnB>
                      <a:noFill/>
                    </a:lnB>
                    <a:noFill/>
                  </a:tcPr>
                </a:tc>
                <a:tc>
                  <a:txBody>
                    <a:bodyPr/>
                    <a:lstStyle/>
                    <a:p>
                      <a:pPr>
                        <a:buNone/>
                      </a:pPr>
                      <a:r>
                        <a:rPr lang="en-IN"/>
                        <a:t>Low</a:t>
                      </a:r>
                    </a:p>
                  </a:txBody>
                  <a:tcPr anchor="ctr">
                    <a:lnL>
                      <a:noFill/>
                    </a:lnL>
                    <a:lnR>
                      <a:noFill/>
                    </a:lnR>
                    <a:lnT>
                      <a:noFill/>
                    </a:lnT>
                    <a:lnB>
                      <a:noFill/>
                    </a:lnB>
                    <a:noFill/>
                  </a:tcPr>
                </a:tc>
                <a:tc>
                  <a:txBody>
                    <a:bodyPr/>
                    <a:lstStyle/>
                    <a:p>
                      <a:pPr>
                        <a:buNone/>
                      </a:pPr>
                      <a:r>
                        <a:rPr lang="en-IN" b="1"/>
                        <a:t>High</a:t>
                      </a:r>
                      <a:endParaRPr lang="en-IN"/>
                    </a:p>
                  </a:txBody>
                  <a:tcPr anchor="ctr">
                    <a:lnL>
                      <a:noFill/>
                    </a:lnL>
                    <a:lnR>
                      <a:noFill/>
                    </a:lnR>
                    <a:lnT>
                      <a:noFill/>
                    </a:lnT>
                    <a:lnB>
                      <a:noFill/>
                    </a:lnB>
                    <a:noFill/>
                  </a:tcPr>
                </a:tc>
                <a:tc>
                  <a:txBody>
                    <a:bodyPr/>
                    <a:lstStyle/>
                    <a:p>
                      <a:pPr>
                        <a:buNone/>
                      </a:pPr>
                      <a:r>
                        <a:rPr lang="en-IN" dirty="0"/>
                        <a:t>DT advantage</a:t>
                      </a:r>
                    </a:p>
                  </a:txBody>
                  <a:tcPr anchor="ctr">
                    <a:lnL>
                      <a:noFill/>
                    </a:lnL>
                    <a:lnR>
                      <a:noFill/>
                    </a:lnR>
                    <a:lnT>
                      <a:noFill/>
                    </a:lnT>
                    <a:lnB>
                      <a:noFill/>
                    </a:lnB>
                    <a:noFill/>
                  </a:tcPr>
                </a:tc>
                <a:extLst>
                  <a:ext uri="{0D108BD9-81ED-4DB2-BD59-A6C34878D82A}">
                    <a16:rowId xmlns:a16="http://schemas.microsoft.com/office/drawing/2014/main" val="3903108304"/>
                  </a:ext>
                </a:extLst>
              </a:tr>
            </a:tbl>
          </a:graphicData>
        </a:graphic>
      </p:graphicFrame>
    </p:spTree>
    <p:extLst>
      <p:ext uri="{BB962C8B-B14F-4D97-AF65-F5344CB8AC3E}">
        <p14:creationId xmlns:p14="http://schemas.microsoft.com/office/powerpoint/2010/main" val="353650404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3724D379-0329-B6FC-5FAD-5195E3D28C48}"/>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44D9CAE-1A74-1987-9B88-F3F3910E407E}"/>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15</a:t>
            </a:fld>
            <a:endParaRPr lang="en-US">
              <a:solidFill>
                <a:schemeClr val="tx1"/>
              </a:solidFill>
            </a:endParaRPr>
          </a:p>
        </p:txBody>
      </p:sp>
      <p:sp>
        <p:nvSpPr>
          <p:cNvPr id="7" name="文字方塊 6">
            <a:extLst>
              <a:ext uri="{FF2B5EF4-FFF2-40B4-BE49-F238E27FC236}">
                <a16:creationId xmlns:a16="http://schemas.microsoft.com/office/drawing/2014/main" id="{BEC07896-1A79-7884-E12C-2E40A1A74C25}"/>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pic>
        <p:nvPicPr>
          <p:cNvPr id="4" name="Picture 3">
            <a:extLst>
              <a:ext uri="{FF2B5EF4-FFF2-40B4-BE49-F238E27FC236}">
                <a16:creationId xmlns:a16="http://schemas.microsoft.com/office/drawing/2014/main" id="{8988CA68-353D-2516-6F01-24BF0DD3A8F7}"/>
              </a:ext>
            </a:extLst>
          </p:cNvPr>
          <p:cNvPicPr>
            <a:picLocks noChangeAspect="1"/>
          </p:cNvPicPr>
          <p:nvPr/>
        </p:nvPicPr>
        <p:blipFill>
          <a:blip r:embed="rId4"/>
          <a:stretch>
            <a:fillRect/>
          </a:stretch>
        </p:blipFill>
        <p:spPr>
          <a:xfrm>
            <a:off x="1996265" y="1425534"/>
            <a:ext cx="9127030" cy="5113378"/>
          </a:xfrm>
          <a:prstGeom prst="rect">
            <a:avLst/>
          </a:prstGeom>
        </p:spPr>
      </p:pic>
      <p:sp>
        <p:nvSpPr>
          <p:cNvPr id="10" name="TextBox 9">
            <a:extLst>
              <a:ext uri="{FF2B5EF4-FFF2-40B4-BE49-F238E27FC236}">
                <a16:creationId xmlns:a16="http://schemas.microsoft.com/office/drawing/2014/main" id="{C121B139-FB9B-9500-F8D9-E8ABC9FA43FF}"/>
              </a:ext>
            </a:extLst>
          </p:cNvPr>
          <p:cNvSpPr txBox="1"/>
          <p:nvPr/>
        </p:nvSpPr>
        <p:spPr>
          <a:xfrm>
            <a:off x="1859631" y="604942"/>
            <a:ext cx="7917514" cy="769441"/>
          </a:xfrm>
          <a:prstGeom prst="rect">
            <a:avLst/>
          </a:prstGeom>
          <a:noFill/>
        </p:spPr>
        <p:txBody>
          <a:bodyPr wrap="square" rtlCol="0">
            <a:spAutoFit/>
          </a:bodyPr>
          <a:lstStyle/>
          <a:p>
            <a:r>
              <a:rPr lang="en-US" sz="4400" b="1" dirty="0">
                <a:solidFill>
                  <a:schemeClr val="accent2"/>
                </a:solidFill>
              </a:rPr>
              <a:t>ROC ANALYSIS</a:t>
            </a:r>
            <a:endParaRPr lang="en-IN" sz="4400" b="1" dirty="0"/>
          </a:p>
        </p:txBody>
      </p:sp>
    </p:spTree>
    <p:extLst>
      <p:ext uri="{BB962C8B-B14F-4D97-AF65-F5344CB8AC3E}">
        <p14:creationId xmlns:p14="http://schemas.microsoft.com/office/powerpoint/2010/main" val="2091275684"/>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FD2C16BA-6810-4B59-357C-E4F3C74CB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CA84C-B0A1-6044-1410-29ED5AE23D89}"/>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summary</a:t>
            </a:r>
            <a:endParaRPr lang="en-ZA" dirty="0">
              <a:solidFill>
                <a:schemeClr val="accent2"/>
              </a:solidFill>
            </a:endParaRPr>
          </a:p>
        </p:txBody>
      </p:sp>
      <p:sp>
        <p:nvSpPr>
          <p:cNvPr id="19" name="Text Placeholder 2">
            <a:extLst>
              <a:ext uri="{FF2B5EF4-FFF2-40B4-BE49-F238E27FC236}">
                <a16:creationId xmlns:a16="http://schemas.microsoft.com/office/drawing/2014/main" id="{48A31944-91A9-DB3D-4790-224E47517441}"/>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78A44317-3ADD-14C8-F318-AB011044DF6E}"/>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16</a:t>
            </a:fld>
            <a:endParaRPr lang="en-US">
              <a:solidFill>
                <a:schemeClr val="tx1"/>
              </a:solidFill>
            </a:endParaRPr>
          </a:p>
        </p:txBody>
      </p:sp>
      <p:sp>
        <p:nvSpPr>
          <p:cNvPr id="8" name="TextBox 7">
            <a:extLst>
              <a:ext uri="{FF2B5EF4-FFF2-40B4-BE49-F238E27FC236}">
                <a16:creationId xmlns:a16="http://schemas.microsoft.com/office/drawing/2014/main" id="{2A72379C-344A-BB84-777B-658E34B04175}"/>
              </a:ext>
            </a:extLst>
          </p:cNvPr>
          <p:cNvSpPr txBox="1"/>
          <p:nvPr/>
        </p:nvSpPr>
        <p:spPr>
          <a:xfrm>
            <a:off x="1552574" y="1716825"/>
            <a:ext cx="9866540" cy="4524315"/>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b="1" dirty="0">
                <a:latin typeface="Arial" panose="020B0604020202020204" pitchFamily="34" charset="0"/>
              </a:rPr>
              <a:t>Age and CHD:</a:t>
            </a:r>
            <a:r>
              <a:rPr lang="en-US" altLang="en-US" dirty="0">
                <a:latin typeface="Arial" panose="020B0604020202020204" pitchFamily="34" charset="0"/>
              </a:rPr>
              <a:t> CHD risk increases sharply with age, and statistical tests confirm a strong association. Age is the strongest predictor in both models.</a:t>
            </a:r>
          </a:p>
          <a:p>
            <a:pPr lvl="0" eaLnBrk="0" fontAlgn="base" hangingPunct="0">
              <a:spcBef>
                <a:spcPct val="0"/>
              </a:spcBef>
              <a:spcAft>
                <a:spcPct val="0"/>
              </a:spcAft>
              <a:buFontTx/>
              <a:buChar char="•"/>
            </a:pPr>
            <a:r>
              <a:rPr lang="en-US" altLang="en-US" b="1" dirty="0">
                <a:latin typeface="Arial" panose="020B0604020202020204" pitchFamily="34" charset="0"/>
              </a:rPr>
              <a:t>Smoking and CHD:</a:t>
            </a:r>
            <a:r>
              <a:rPr lang="en-US" altLang="en-US" dirty="0">
                <a:latin typeface="Arial" panose="020B0604020202020204" pitchFamily="34" charset="0"/>
              </a:rPr>
              <a:t> A very strong association exists between smoking status and CHD, with smokers significantly more likely to have the disease.</a:t>
            </a:r>
          </a:p>
          <a:p>
            <a:pPr lvl="0" eaLnBrk="0" fontAlgn="base" hangingPunct="0">
              <a:spcBef>
                <a:spcPct val="0"/>
              </a:spcBef>
              <a:spcAft>
                <a:spcPct val="0"/>
              </a:spcAft>
              <a:buFontTx/>
              <a:buChar char="•"/>
            </a:pPr>
            <a:r>
              <a:rPr lang="en-US" altLang="en-US" b="1" dirty="0">
                <a:latin typeface="Arial" panose="020B0604020202020204" pitchFamily="34" charset="0"/>
              </a:rPr>
              <a:t>General Health and CHD:</a:t>
            </a:r>
            <a:r>
              <a:rPr lang="en-US" altLang="en-US" dirty="0">
                <a:latin typeface="Arial" panose="020B0604020202020204" pitchFamily="34" charset="0"/>
              </a:rPr>
              <a:t> Individuals reporting fair or poor general health show substantially higher CHD rates, making general health one of the top predictors.</a:t>
            </a:r>
          </a:p>
          <a:p>
            <a:pPr lvl="0" eaLnBrk="0" fontAlgn="base" hangingPunct="0">
              <a:spcBef>
                <a:spcPct val="0"/>
              </a:spcBef>
              <a:spcAft>
                <a:spcPct val="0"/>
              </a:spcAft>
              <a:buFontTx/>
              <a:buChar char="•"/>
            </a:pPr>
            <a:r>
              <a:rPr lang="en-US" altLang="en-US" b="1" dirty="0">
                <a:latin typeface="Arial" panose="020B0604020202020204" pitchFamily="34" charset="0"/>
              </a:rPr>
              <a:t>Exercise and CHD:</a:t>
            </a:r>
            <a:r>
              <a:rPr lang="en-US" altLang="en-US" dirty="0">
                <a:latin typeface="Arial" panose="020B0604020202020204" pitchFamily="34" charset="0"/>
              </a:rPr>
              <a:t> Lack of exercise is significantly linked to higher CHD prevalence, underscoring the role of physical activity in cardiovascular health.</a:t>
            </a:r>
          </a:p>
          <a:p>
            <a:pPr lvl="0" eaLnBrk="0" fontAlgn="base" hangingPunct="0">
              <a:spcBef>
                <a:spcPct val="0"/>
              </a:spcBef>
              <a:spcAft>
                <a:spcPct val="0"/>
              </a:spcAft>
              <a:buFontTx/>
              <a:buChar char="•"/>
            </a:pPr>
            <a:r>
              <a:rPr lang="en-US" altLang="en-US" b="1" dirty="0">
                <a:latin typeface="Arial" panose="020B0604020202020204" pitchFamily="34" charset="0"/>
              </a:rPr>
              <a:t>BMI and CHD:</a:t>
            </a:r>
            <a:r>
              <a:rPr lang="en-US" altLang="en-US" dirty="0">
                <a:latin typeface="Arial" panose="020B0604020202020204" pitchFamily="34" charset="0"/>
              </a:rPr>
              <a:t> Individuals with CHD tend to have higher BMI values, as confirmed by statistical testing.</a:t>
            </a:r>
          </a:p>
          <a:p>
            <a:pPr lvl="0" eaLnBrk="0" fontAlgn="base" hangingPunct="0">
              <a:spcBef>
                <a:spcPct val="0"/>
              </a:spcBef>
              <a:spcAft>
                <a:spcPct val="0"/>
              </a:spcAft>
              <a:buFontTx/>
              <a:buChar char="•"/>
            </a:pPr>
            <a:r>
              <a:rPr lang="en-US" altLang="en-US" b="1" dirty="0">
                <a:latin typeface="Arial" panose="020B0604020202020204" pitchFamily="34" charset="0"/>
              </a:rPr>
              <a:t>Diabetes and CHD:</a:t>
            </a:r>
            <a:r>
              <a:rPr lang="en-US" altLang="en-US" dirty="0">
                <a:latin typeface="Arial" panose="020B0604020202020204" pitchFamily="34" charset="0"/>
              </a:rPr>
              <a:t> A strong association exists between diabetes and CHD, with diabetic individuals showing much higher disease prevalence.</a:t>
            </a:r>
          </a:p>
          <a:p>
            <a:pPr lvl="0" eaLnBrk="0" fontAlgn="base" hangingPunct="0">
              <a:spcBef>
                <a:spcPct val="0"/>
              </a:spcBef>
              <a:spcAft>
                <a:spcPct val="0"/>
              </a:spcAft>
              <a:buFontTx/>
              <a:buChar char="•"/>
            </a:pPr>
            <a:r>
              <a:rPr lang="en-US" altLang="en-US" b="1" dirty="0">
                <a:latin typeface="Arial" panose="020B0604020202020204" pitchFamily="34" charset="0"/>
              </a:rPr>
              <a:t>Model Insights:</a:t>
            </a:r>
            <a:r>
              <a:rPr lang="en-US" altLang="en-US" dirty="0">
                <a:latin typeface="Arial" panose="020B0604020202020204" pitchFamily="34" charset="0"/>
              </a:rPr>
              <a:t> Both Random Forest and Decision Tree models identify Age, General Health Status, and Diabetes Status as the most important predictors of CHD, with Random Forest achieving slightly better predictive performance (AUC ≈ 0.84).</a:t>
            </a:r>
          </a:p>
          <a:p>
            <a:endParaRPr lang="en-IN" dirty="0"/>
          </a:p>
        </p:txBody>
      </p:sp>
    </p:spTree>
    <p:extLst>
      <p:ext uri="{BB962C8B-B14F-4D97-AF65-F5344CB8AC3E}">
        <p14:creationId xmlns:p14="http://schemas.microsoft.com/office/powerpoint/2010/main" val="2786978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9508D22-39DD-6ED2-1790-07F8B00E9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C0C8D-6E98-A606-B1E6-9FBF83BD168A}"/>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Conclusion</a:t>
            </a:r>
          </a:p>
        </p:txBody>
      </p:sp>
      <p:sp>
        <p:nvSpPr>
          <p:cNvPr id="19" name="Text Placeholder 2">
            <a:extLst>
              <a:ext uri="{FF2B5EF4-FFF2-40B4-BE49-F238E27FC236}">
                <a16:creationId xmlns:a16="http://schemas.microsoft.com/office/drawing/2014/main" id="{44321EB9-DAE3-1BCF-783F-3D896BDB30B6}"/>
              </a:ext>
            </a:extLst>
          </p:cNvPr>
          <p:cNvSpPr>
            <a:spLocks noGrp="1"/>
          </p:cNvSpPr>
          <p:nvPr>
            <p:ph type="body" sz="quarter" idx="14"/>
          </p:nvPr>
        </p:nvSpPr>
        <p:spPr>
          <a:xfrm>
            <a:off x="1713955" y="2106694"/>
            <a:ext cx="9866540" cy="4432218"/>
          </a:xfrm>
        </p:spPr>
        <p:txBody>
          <a:bodyPr vert="horz" lIns="91440" tIns="45720" rIns="91440" bIns="45720" rtlCol="0" anchor="t">
            <a:normAutofit/>
          </a:bodyPr>
          <a:lstStyle/>
          <a:p>
            <a:pPr marL="0" indent="0">
              <a:lnSpc>
                <a:spcPct val="200000"/>
              </a:lnSpc>
              <a:buNone/>
            </a:pPr>
            <a:r>
              <a:rPr lang="en-US" dirty="0">
                <a:solidFill>
                  <a:schemeClr val="tx1"/>
                </a:solidFill>
              </a:rPr>
              <a:t>• Key factors linked to CHD include </a:t>
            </a:r>
            <a:r>
              <a:rPr lang="en-US" b="1" dirty="0">
                <a:solidFill>
                  <a:schemeClr val="tx1"/>
                </a:solidFill>
              </a:rPr>
              <a:t>Age, General Health, Diabetes, Smoking</a:t>
            </a:r>
            <a:r>
              <a:rPr lang="en-US" dirty="0">
                <a:solidFill>
                  <a:schemeClr val="tx1"/>
                </a:solidFill>
              </a:rPr>
              <a:t>, and </a:t>
            </a:r>
            <a:r>
              <a:rPr lang="en-US" b="1" dirty="0">
                <a:solidFill>
                  <a:schemeClr val="tx1"/>
                </a:solidFill>
              </a:rPr>
              <a:t>BMI</a:t>
            </a:r>
            <a:r>
              <a:rPr lang="en-US" dirty="0">
                <a:solidFill>
                  <a:schemeClr val="tx1"/>
                </a:solidFill>
              </a:rPr>
              <a:t>.</a:t>
            </a:r>
            <a:br>
              <a:rPr lang="en-US" dirty="0">
                <a:solidFill>
                  <a:schemeClr val="tx1"/>
                </a:solidFill>
              </a:rPr>
            </a:br>
            <a:r>
              <a:rPr lang="en-US" dirty="0">
                <a:solidFill>
                  <a:schemeClr val="tx1"/>
                </a:solidFill>
              </a:rPr>
              <a:t>• Statistical tests confirm each predictor’s strong association with CHD.</a:t>
            </a:r>
            <a:br>
              <a:rPr lang="en-US" dirty="0">
                <a:solidFill>
                  <a:schemeClr val="tx1"/>
                </a:solidFill>
              </a:rPr>
            </a:br>
            <a:r>
              <a:rPr lang="en-US" dirty="0">
                <a:solidFill>
                  <a:schemeClr val="tx1"/>
                </a:solidFill>
              </a:rPr>
              <a:t>• Both models perform well, with </a:t>
            </a:r>
            <a:r>
              <a:rPr lang="en-US" b="1" dirty="0">
                <a:solidFill>
                  <a:schemeClr val="tx1"/>
                </a:solidFill>
              </a:rPr>
              <a:t>Random Forest</a:t>
            </a:r>
            <a:r>
              <a:rPr lang="en-US" dirty="0">
                <a:solidFill>
                  <a:schemeClr val="tx1"/>
                </a:solidFill>
              </a:rPr>
              <a:t> showing slightly higher accuracy and AUC.</a:t>
            </a:r>
            <a:br>
              <a:rPr lang="en-US" dirty="0">
                <a:solidFill>
                  <a:schemeClr val="tx1"/>
                </a:solidFill>
              </a:rPr>
            </a:br>
            <a:r>
              <a:rPr lang="en-US" dirty="0">
                <a:solidFill>
                  <a:schemeClr val="tx1"/>
                </a:solidFill>
              </a:rPr>
              <a:t>• </a:t>
            </a:r>
            <a:r>
              <a:rPr lang="en-US" b="1" dirty="0">
                <a:solidFill>
                  <a:schemeClr val="tx1"/>
                </a:solidFill>
              </a:rPr>
              <a:t>Age, General Health, and Diabetes</a:t>
            </a:r>
            <a:r>
              <a:rPr lang="en-US" dirty="0">
                <a:solidFill>
                  <a:schemeClr val="tx1"/>
                </a:solidFill>
              </a:rPr>
              <a:t> consistently emerge as the strongest predictors.</a:t>
            </a:r>
            <a:br>
              <a:rPr lang="en-US" dirty="0">
                <a:solidFill>
                  <a:schemeClr val="tx1"/>
                </a:solidFill>
              </a:rPr>
            </a:br>
            <a:r>
              <a:rPr lang="en-US" dirty="0">
                <a:solidFill>
                  <a:schemeClr val="tx1"/>
                </a:solidFill>
              </a:rPr>
              <a:t>• Findings highlight the value of early screening and lifestyle-focused interventions</a:t>
            </a:r>
            <a:endParaRPr lang="en-US" b="1" dirty="0">
              <a:solidFill>
                <a:schemeClr val="tx1"/>
              </a:solidFill>
            </a:endParaRPr>
          </a:p>
        </p:txBody>
      </p:sp>
      <p:sp>
        <p:nvSpPr>
          <p:cNvPr id="6" name="Slide Number Placeholder 5">
            <a:extLst>
              <a:ext uri="{FF2B5EF4-FFF2-40B4-BE49-F238E27FC236}">
                <a16:creationId xmlns:a16="http://schemas.microsoft.com/office/drawing/2014/main" id="{003E3403-61AC-3C41-B8ED-6742550B6E67}"/>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17</a:t>
            </a:fld>
            <a:endParaRPr lang="en-US">
              <a:solidFill>
                <a:schemeClr val="tx1"/>
              </a:solidFill>
            </a:endParaRPr>
          </a:p>
        </p:txBody>
      </p:sp>
      <p:sp>
        <p:nvSpPr>
          <p:cNvPr id="7" name="文字方塊 6">
            <a:extLst>
              <a:ext uri="{FF2B5EF4-FFF2-40B4-BE49-F238E27FC236}">
                <a16:creationId xmlns:a16="http://schemas.microsoft.com/office/drawing/2014/main" id="{461BE631-3309-CEFC-4B29-0473B96E0F20}"/>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2374074378"/>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315B1552-21C4-F995-0784-B2CD5AAF29A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643A10D-9D25-34EB-3DCB-34DE6815A44B}"/>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18</a:t>
            </a:fld>
            <a:endParaRPr lang="en-US">
              <a:solidFill>
                <a:schemeClr val="tx1"/>
              </a:solidFill>
            </a:endParaRPr>
          </a:p>
        </p:txBody>
      </p:sp>
      <p:sp>
        <p:nvSpPr>
          <p:cNvPr id="7" name="文字方塊 6">
            <a:extLst>
              <a:ext uri="{FF2B5EF4-FFF2-40B4-BE49-F238E27FC236}">
                <a16:creationId xmlns:a16="http://schemas.microsoft.com/office/drawing/2014/main" id="{08E39922-D999-B39F-06BF-373EC35FC268}"/>
              </a:ext>
            </a:extLst>
          </p:cNvPr>
          <p:cNvSpPr txBox="1"/>
          <p:nvPr/>
        </p:nvSpPr>
        <p:spPr>
          <a:xfrm>
            <a:off x="420414" y="3310759"/>
            <a:ext cx="184731" cy="369332"/>
          </a:xfrm>
          <a:prstGeom prst="rect">
            <a:avLst/>
          </a:prstGeom>
          <a:noFill/>
        </p:spPr>
        <p:txBody>
          <a:bodyPr wrap="none" rtlCol="0">
            <a:spAutoFit/>
          </a:bodyPr>
          <a:lstStyle/>
          <a:p>
            <a:endParaRPr kumimoji="1" lang="zh-TW" altLang="en-US"/>
          </a:p>
        </p:txBody>
      </p:sp>
      <p:sp>
        <p:nvSpPr>
          <p:cNvPr id="3" name="TextBox 2">
            <a:extLst>
              <a:ext uri="{FF2B5EF4-FFF2-40B4-BE49-F238E27FC236}">
                <a16:creationId xmlns:a16="http://schemas.microsoft.com/office/drawing/2014/main" id="{E7B41610-5473-F886-A01D-67D4C56A3F12}"/>
              </a:ext>
            </a:extLst>
          </p:cNvPr>
          <p:cNvSpPr txBox="1"/>
          <p:nvPr/>
        </p:nvSpPr>
        <p:spPr>
          <a:xfrm>
            <a:off x="1576074" y="655941"/>
            <a:ext cx="6842712" cy="769441"/>
          </a:xfrm>
          <a:prstGeom prst="rect">
            <a:avLst/>
          </a:prstGeom>
          <a:noFill/>
        </p:spPr>
        <p:txBody>
          <a:bodyPr wrap="square" rtlCol="0">
            <a:spAutoFit/>
          </a:bodyPr>
          <a:lstStyle/>
          <a:p>
            <a:r>
              <a:rPr lang="en-US" sz="4400" b="1" dirty="0">
                <a:solidFill>
                  <a:schemeClr val="accent2"/>
                </a:solidFill>
                <a:latin typeface="+mj-lt"/>
              </a:rPr>
              <a:t>LIMITATIONS</a:t>
            </a:r>
            <a:endParaRPr lang="en-IN" sz="4400" b="1" dirty="0">
              <a:latin typeface="+mj-lt"/>
            </a:endParaRPr>
          </a:p>
        </p:txBody>
      </p:sp>
      <p:sp>
        <p:nvSpPr>
          <p:cNvPr id="5" name="Rectangle 1">
            <a:extLst>
              <a:ext uri="{FF2B5EF4-FFF2-40B4-BE49-F238E27FC236}">
                <a16:creationId xmlns:a16="http://schemas.microsoft.com/office/drawing/2014/main" id="{2EFA758A-3F33-D139-AD2B-5ECB04D29722}"/>
              </a:ext>
            </a:extLst>
          </p:cNvPr>
          <p:cNvSpPr>
            <a:spLocks noChangeArrowheads="1"/>
          </p:cNvSpPr>
          <p:nvPr/>
        </p:nvSpPr>
        <p:spPr bwMode="auto">
          <a:xfrm>
            <a:off x="1502502" y="1741098"/>
            <a:ext cx="886069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a limited set of predictors from a much larger dataset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BRFSS is self-reported and cross-sectional (no causality)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Missing values removed, reducing sample size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hyperparameter tuning or cross-validation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CHD treated as simple Yes/No, no severity measures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067159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Web App: CHD Prediction Tool</a:t>
            </a:r>
          </a:p>
        </p:txBody>
      </p:sp>
      <p:sp>
        <p:nvSpPr>
          <p:cNvPr id="3" name="Content Placeholder 2"/>
          <p:cNvSpPr>
            <a:spLocks noGrp="1"/>
          </p:cNvSpPr>
          <p:nvPr>
            <p:ph sz="half" idx="14"/>
          </p:nvPr>
        </p:nvSpPr>
        <p:spPr/>
        <p:txBody>
          <a:bodyPr>
            <a:normAutofit lnSpcReduction="10000"/>
          </a:bodyPr>
          <a:lstStyle/>
          <a:p>
            <a:r>
              <a:rPr dirty="0"/>
              <a:t>• URL: </a:t>
            </a:r>
            <a:r>
              <a:rPr lang="en-IN" dirty="0">
                <a:hlinkClick r:id="rId2"/>
              </a:rPr>
              <a:t>WEB PAGE LINK</a:t>
            </a:r>
            <a:endParaRPr dirty="0"/>
          </a:p>
          <a:p>
            <a:r>
              <a:rPr dirty="0"/>
              <a:t>• User inputs health factors → model predicts CHD</a:t>
            </a:r>
          </a:p>
          <a:p>
            <a:r>
              <a:rPr dirty="0"/>
              <a:t>• Built for awareness and quick risk estimation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40FC31-6C1E-4C9A-1D74-D375C07B1A93}"/>
              </a:ext>
            </a:extLst>
          </p:cNvPr>
          <p:cNvSpPr>
            <a:spLocks noGrp="1"/>
          </p:cNvSpPr>
          <p:nvPr>
            <p:ph type="sldNum" sz="quarter" idx="12"/>
          </p:nvPr>
        </p:nvSpPr>
        <p:spPr/>
        <p:txBody>
          <a:bodyPr/>
          <a:lstStyle/>
          <a:p>
            <a:fld id="{B5CEABB6-07DC-46E8-9B57-56EC44A396E5}" type="slidenum">
              <a:rPr lang="en-US" smtClean="0"/>
              <a:pPr/>
              <a:t>20</a:t>
            </a:fld>
            <a:endParaRPr lang="en-US"/>
          </a:p>
        </p:txBody>
      </p:sp>
      <p:pic>
        <p:nvPicPr>
          <p:cNvPr id="5" name="Picture 2">
            <a:extLst>
              <a:ext uri="{FF2B5EF4-FFF2-40B4-BE49-F238E27FC236}">
                <a16:creationId xmlns:a16="http://schemas.microsoft.com/office/drawing/2014/main" id="{70127D2D-A9DF-3612-1FA4-1588ADDA1158}"/>
              </a:ext>
            </a:extLst>
          </p:cNvPr>
          <p:cNvPicPr>
            <a:picLocks noGrp="1" noChangeAspect="1" noChangeArrowheads="1"/>
          </p:cNvPicPr>
          <p:nvPr>
            <p:ph type="tbl" sz="quarter" idx="13"/>
          </p:nvPr>
        </p:nvPicPr>
        <p:blipFill>
          <a:blip r:embed="rId2">
            <a:extLst>
              <a:ext uri="{28A0092B-C50C-407E-A947-70E740481C1C}">
                <a14:useLocalDpi xmlns:a14="http://schemas.microsoft.com/office/drawing/2010/main" val="0"/>
              </a:ext>
            </a:extLst>
          </a:blip>
          <a:srcRect/>
          <a:stretch>
            <a:fillRect/>
          </a:stretch>
        </p:blipFill>
        <p:spPr bwMode="auto">
          <a:xfrm>
            <a:off x="2174656" y="101983"/>
            <a:ext cx="6654033" cy="6654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0527798"/>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2.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3.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4.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5.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6.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7.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8.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9.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0.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1.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2.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3.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4.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5.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6916C7-CF68-49BE-86B9-A47B40A856AE}">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1950151-0FE0-482F-ADBD-EE52BFC46C9C}">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AD375C2-2973-4C8B-9800-5B5271D300BD}">
  <ds:schemaRefs>
    <ds:schemaRef ds:uri="http://schemas.microsoft.com/sharepoint/v3/contenttype/forms"/>
  </ds:schemaRefs>
</ds:datastoreItem>
</file>

<file path=customXml/itemProps3.xml><?xml version="1.0" encoding="utf-8"?>
<ds:datastoreItem xmlns:ds="http://schemas.openxmlformats.org/officeDocument/2006/customXml" ds:itemID="{559B7A9F-83D5-4264-91C0-B309A9EDBFB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294</TotalTime>
  <Words>1169</Words>
  <Application>Microsoft Office PowerPoint</Application>
  <PresentationFormat>Widescreen</PresentationFormat>
  <Paragraphs>252</Paragraphs>
  <Slides>20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Avenir Next LT Pro</vt:lpstr>
      <vt:lpstr>Calibri</vt:lpstr>
      <vt:lpstr>Wingdings</vt:lpstr>
      <vt:lpstr>Custom</vt:lpstr>
      <vt:lpstr>Factors linked to the Diagnosis on Coronary Heart Disease</vt:lpstr>
      <vt:lpstr>Source links</vt:lpstr>
      <vt:lpstr>Agenda</vt:lpstr>
      <vt:lpstr>Proposal and Objectives</vt:lpstr>
      <vt:lpstr>Project workflow process diagram</vt:lpstr>
      <vt:lpstr>Dataset overview</vt:lpstr>
      <vt:lpstr>SMART QUESTION </vt:lpstr>
      <vt:lpstr>RANDOM FOREST MODEL</vt:lpstr>
      <vt:lpstr>PowerPoint Presentation</vt:lpstr>
      <vt:lpstr>RAnDOM FOREST : ROC AND FEATURE IMPORTANCE</vt:lpstr>
      <vt:lpstr>PowerPoint Presentation</vt:lpstr>
      <vt:lpstr>Decision TREE MODEL (CART)  </vt:lpstr>
      <vt:lpstr>PowerPoint Presentation</vt:lpstr>
      <vt:lpstr>Model comparison  ee </vt:lpstr>
      <vt:lpstr>PowerPoint Presentation</vt:lpstr>
      <vt:lpstr>summary</vt:lpstr>
      <vt:lpstr>Conclusion</vt:lpstr>
      <vt:lpstr>PowerPoint Presentation</vt:lpstr>
      <vt:lpstr>Web App: CHD Prediction Tool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Aditya Karande</cp:lastModifiedBy>
  <cp:revision>16</cp:revision>
  <dcterms:created xsi:type="dcterms:W3CDTF">2025-10-11T16:45:44Z</dcterms:created>
  <dcterms:modified xsi:type="dcterms:W3CDTF">2025-12-01T06:09:43Z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