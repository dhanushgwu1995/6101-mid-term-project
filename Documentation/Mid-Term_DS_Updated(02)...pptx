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7"/>
  </p:notesMasterIdLst>
  <p:handoutMasterIdLst>
    <p:handoutMasterId r:id="rId18"/>
  </p:handoutMasterIdLst>
  <p:sldIdLst>
    <p:sldId id="256" r:id="rId5"/>
    <p:sldId id="295" r:id="rId6"/>
    <p:sldId id="293" r:id="rId7"/>
    <p:sldId id="296" r:id="rId8"/>
    <p:sldId id="298" r:id="rId9"/>
    <p:sldId id="305" r:id="rId10"/>
    <p:sldId id="308" r:id="rId11"/>
    <p:sldId id="307" r:id="rId12"/>
    <p:sldId id="309" r:id="rId13"/>
    <p:sldId id="310" r:id="rId14"/>
    <p:sldId id="311" r:id="rId15"/>
    <p:sldId id="31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2" userDrawn="1">
          <p15:clr>
            <a:srgbClr val="A4A3A4"/>
          </p15:clr>
        </p15:guide>
        <p15:guide id="2" pos="3144" userDrawn="1">
          <p15:clr>
            <a:srgbClr val="A4A3A4"/>
          </p15:clr>
        </p15:guide>
        <p15:guide id="3" orient="horz" pos="9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0E3"/>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C4D7AD-E056-9ABD-338B-D95A2B370A06}" v="227" dt="2025-10-11T21:47:28.815"/>
    <p1510:client id="{7BE00F38-01E9-FDA0-D9F8-C574C5314D64}" v="145" dt="2025-10-13T02:33:35.249"/>
    <p1510:client id="{C2A8FDF2-8472-A4D4-A203-6AD8F66B70D4}" v="307" dt="2025-10-11T22:59:30.835"/>
  </p1510:revLst>
</p1510:revInfo>
</file>

<file path=ppt/tableStyles.xml><?xml version="1.0" encoding="utf-8"?>
<a:tblStyleLst xmlns:a="http://schemas.openxmlformats.org/drawingml/2006/main" def="{C4B1156A-380E-4F78-BDF5-A606A8083BF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204" autoAdjust="0"/>
  </p:normalViewPr>
  <p:slideViewPr>
    <p:cSldViewPr snapToGrid="0">
      <p:cViewPr varScale="1">
        <p:scale>
          <a:sx n="77" d="100"/>
          <a:sy n="77" d="100"/>
        </p:scale>
        <p:origin x="912" y="58"/>
      </p:cViewPr>
      <p:guideLst>
        <p:guide orient="horz" pos="792"/>
        <p:guide pos="3144"/>
        <p:guide orient="horz" pos="960"/>
      </p:guideLst>
    </p:cSldViewPr>
  </p:slideViewPr>
  <p:outlineViewPr>
    <p:cViewPr>
      <p:scale>
        <a:sx n="33" d="100"/>
        <a:sy n="33" d="100"/>
      </p:scale>
      <p:origin x="0" y="-11942"/>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8" d="100"/>
          <a:sy n="58" d="100"/>
        </p:scale>
        <p:origin x="3240" y="5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diagrams/_rels/data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svg"/><Relationship Id="rId7" Type="http://schemas.openxmlformats.org/officeDocument/2006/relationships/image" Target="../media/image42.svg"/><Relationship Id="rId2" Type="http://schemas.openxmlformats.org/officeDocument/2006/relationships/image" Target="../media/image37.png"/><Relationship Id="rId1" Type="http://schemas.openxmlformats.org/officeDocument/2006/relationships/hyperlink" Target="https://www.cdc.gov/brfss/annual_data/annual_2024.html." TargetMode="External"/><Relationship Id="rId6" Type="http://schemas.openxmlformats.org/officeDocument/2006/relationships/image" Target="../media/image41.png"/><Relationship Id="rId5" Type="http://schemas.openxmlformats.org/officeDocument/2006/relationships/image" Target="../media/image40.svg"/><Relationship Id="rId4" Type="http://schemas.openxmlformats.org/officeDocument/2006/relationships/image" Target="../media/image39.png"/><Relationship Id="rId9" Type="http://schemas.openxmlformats.org/officeDocument/2006/relationships/image" Target="../media/image4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diagrams/_rels/drawing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9.png"/><Relationship Id="rId7" Type="http://schemas.openxmlformats.org/officeDocument/2006/relationships/hyperlink" Target="https://www.cdc.gov/brfss/annual_data/annual_2024.html." TargetMode="External"/><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 Id="rId9" Type="http://schemas.openxmlformats.org/officeDocument/2006/relationships/image" Target="../media/image4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F44777-C1C8-40C3-9BB1-1051BE44DA49}"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5EDDC125-FA53-44AA-B765-C14CB64FE0BC}">
      <dgm:prSet/>
      <dgm:spPr/>
      <dgm:t>
        <a:bodyPr/>
        <a:lstStyle/>
        <a:p>
          <a:pPr>
            <a:lnSpc>
              <a:spcPct val="100000"/>
            </a:lnSpc>
            <a:defRPr cap="all"/>
          </a:pPr>
          <a:r>
            <a:rPr lang="en-US" b="1" u="none" dirty="0">
              <a:solidFill>
                <a:schemeClr val="tx1"/>
              </a:solidFill>
            </a:rPr>
            <a:t>Introduction</a:t>
          </a:r>
        </a:p>
      </dgm:t>
    </dgm:pt>
    <dgm:pt modelId="{311585A7-86CE-4C66-8AC8-D4D02399A4E6}" type="parTrans" cxnId="{224A4F20-1584-4414-8F51-4F4E561C412C}">
      <dgm:prSet/>
      <dgm:spPr/>
      <dgm:t>
        <a:bodyPr/>
        <a:lstStyle/>
        <a:p>
          <a:endParaRPr lang="en-US"/>
        </a:p>
      </dgm:t>
    </dgm:pt>
    <dgm:pt modelId="{BF7F9B0B-9F1D-4716-9AE5-BF4A242B4843}" type="sibTrans" cxnId="{224A4F20-1584-4414-8F51-4F4E561C412C}">
      <dgm:prSet/>
      <dgm:spPr/>
      <dgm:t>
        <a:bodyPr/>
        <a:lstStyle/>
        <a:p>
          <a:endParaRPr lang="en-US"/>
        </a:p>
      </dgm:t>
    </dgm:pt>
    <dgm:pt modelId="{F3BDD5AB-8B97-4F41-99A3-0A9F04747F0B}">
      <dgm:prSet/>
      <dgm:spPr/>
      <dgm:t>
        <a:bodyPr/>
        <a:lstStyle/>
        <a:p>
          <a:pPr>
            <a:lnSpc>
              <a:spcPct val="100000"/>
            </a:lnSpc>
            <a:defRPr cap="all"/>
          </a:pPr>
          <a:r>
            <a:rPr lang="en-US" b="1" u="none" dirty="0">
              <a:solidFill>
                <a:schemeClr val="tx1"/>
              </a:solidFill>
            </a:rPr>
            <a:t>Summary</a:t>
          </a:r>
        </a:p>
      </dgm:t>
    </dgm:pt>
    <dgm:pt modelId="{F7B2D793-F85E-4C97-BDF4-6B79FE7A26D3}" type="parTrans" cxnId="{376356B2-A8F1-437F-8D30-C57252FAAFAD}">
      <dgm:prSet/>
      <dgm:spPr/>
      <dgm:t>
        <a:bodyPr/>
        <a:lstStyle/>
        <a:p>
          <a:endParaRPr lang="en-US"/>
        </a:p>
      </dgm:t>
    </dgm:pt>
    <dgm:pt modelId="{8124F44C-A7E2-44B6-8777-F14D551ED248}" type="sibTrans" cxnId="{376356B2-A8F1-437F-8D30-C57252FAAFAD}">
      <dgm:prSet/>
      <dgm:spPr/>
      <dgm:t>
        <a:bodyPr/>
        <a:lstStyle/>
        <a:p>
          <a:endParaRPr lang="en-US"/>
        </a:p>
      </dgm:t>
    </dgm:pt>
    <dgm:pt modelId="{5C8B8490-8C1B-47D8-AB4E-B1EEEB393DBA}">
      <dgm:prSet/>
      <dgm:spPr/>
      <dgm:t>
        <a:bodyPr/>
        <a:lstStyle/>
        <a:p>
          <a:pPr>
            <a:lnSpc>
              <a:spcPct val="100000"/>
            </a:lnSpc>
            <a:defRPr cap="all"/>
          </a:pPr>
          <a:r>
            <a:rPr lang="en-US" b="1" u="none" dirty="0">
              <a:solidFill>
                <a:schemeClr val="tx1"/>
              </a:solidFill>
            </a:rPr>
            <a:t>Proposal</a:t>
          </a:r>
        </a:p>
      </dgm:t>
    </dgm:pt>
    <dgm:pt modelId="{E4CD12E4-525F-4B34-8269-36A71D900625}" type="parTrans" cxnId="{F5952C5D-07A9-40BA-AA48-101E332CBE5B}">
      <dgm:prSet/>
      <dgm:spPr/>
      <dgm:t>
        <a:bodyPr/>
        <a:lstStyle/>
        <a:p>
          <a:endParaRPr lang="en-US"/>
        </a:p>
      </dgm:t>
    </dgm:pt>
    <dgm:pt modelId="{044C2F60-D7A7-4935-93CD-4C29CE85B617}" type="sibTrans" cxnId="{F5952C5D-07A9-40BA-AA48-101E332CBE5B}">
      <dgm:prSet/>
      <dgm:spPr/>
      <dgm:t>
        <a:bodyPr/>
        <a:lstStyle/>
        <a:p>
          <a:endParaRPr lang="en-US"/>
        </a:p>
      </dgm:t>
    </dgm:pt>
    <dgm:pt modelId="{B0181575-2AF5-4837-88D0-7A22FE8CF29D}">
      <dgm:prSet/>
      <dgm:spPr/>
      <dgm:t>
        <a:bodyPr/>
        <a:lstStyle/>
        <a:p>
          <a:pPr>
            <a:lnSpc>
              <a:spcPct val="100000"/>
            </a:lnSpc>
            <a:defRPr cap="all"/>
          </a:pPr>
          <a:r>
            <a:rPr lang="en-US" b="1" u="none" dirty="0">
              <a:solidFill>
                <a:schemeClr val="tx1"/>
              </a:solidFill>
            </a:rPr>
            <a:t>SMART QUESTION</a:t>
          </a:r>
        </a:p>
      </dgm:t>
    </dgm:pt>
    <dgm:pt modelId="{E68B6DCA-EA1F-4EA0-88BA-91FF12D8E989}" type="parTrans" cxnId="{7BAC2786-1529-491C-A8FA-379285FFF464}">
      <dgm:prSet/>
      <dgm:spPr/>
      <dgm:t>
        <a:bodyPr/>
        <a:lstStyle/>
        <a:p>
          <a:endParaRPr lang="en-US"/>
        </a:p>
      </dgm:t>
    </dgm:pt>
    <dgm:pt modelId="{F21F5807-3180-4EA2-A0B6-33966D24B2FA}" type="sibTrans" cxnId="{7BAC2786-1529-491C-A8FA-379285FFF464}">
      <dgm:prSet/>
      <dgm:spPr/>
      <dgm:t>
        <a:bodyPr/>
        <a:lstStyle/>
        <a:p>
          <a:endParaRPr lang="en-US"/>
        </a:p>
      </dgm:t>
    </dgm:pt>
    <dgm:pt modelId="{FC43DD59-FEEE-4CFE-9BEF-DC0D39DDFAEF}">
      <dgm:prSet/>
      <dgm:spPr/>
      <dgm:t>
        <a:bodyPr/>
        <a:lstStyle/>
        <a:p>
          <a:pPr>
            <a:lnSpc>
              <a:spcPct val="100000"/>
            </a:lnSpc>
            <a:defRPr cap="all"/>
          </a:pPr>
          <a:r>
            <a:rPr lang="en-US" b="1" u="none" dirty="0">
              <a:solidFill>
                <a:schemeClr val="tx1"/>
              </a:solidFill>
            </a:rPr>
            <a:t>Conclusion</a:t>
          </a:r>
        </a:p>
      </dgm:t>
    </dgm:pt>
    <dgm:pt modelId="{162255FB-B871-45E7-944E-74F546F68C60}" type="parTrans" cxnId="{04D25587-0479-4B11-A124-E161ACBBB034}">
      <dgm:prSet/>
      <dgm:spPr/>
      <dgm:t>
        <a:bodyPr/>
        <a:lstStyle/>
        <a:p>
          <a:endParaRPr lang="en-US"/>
        </a:p>
      </dgm:t>
    </dgm:pt>
    <dgm:pt modelId="{E6987B89-3BB9-47B9-907C-90FC83EB806B}" type="sibTrans" cxnId="{04D25587-0479-4B11-A124-E161ACBBB034}">
      <dgm:prSet/>
      <dgm:spPr/>
      <dgm:t>
        <a:bodyPr/>
        <a:lstStyle/>
        <a:p>
          <a:endParaRPr lang="en-US"/>
        </a:p>
      </dgm:t>
    </dgm:pt>
    <dgm:pt modelId="{4A2CB8A1-5B18-4AC0-93AF-F77513019641}" type="pres">
      <dgm:prSet presAssocID="{C3F44777-C1C8-40C3-9BB1-1051BE44DA49}" presName="root" presStyleCnt="0">
        <dgm:presLayoutVars>
          <dgm:dir/>
          <dgm:resizeHandles val="exact"/>
        </dgm:presLayoutVars>
      </dgm:prSet>
      <dgm:spPr/>
    </dgm:pt>
    <dgm:pt modelId="{08AB6D1A-4A98-4CDC-BAB9-07E89AAA1AD8}" type="pres">
      <dgm:prSet presAssocID="{5EDDC125-FA53-44AA-B765-C14CB64FE0BC}" presName="compNode" presStyleCnt="0"/>
      <dgm:spPr/>
    </dgm:pt>
    <dgm:pt modelId="{31D6A78C-DBE1-4203-8EE5-9CA4AE436FC2}" type="pres">
      <dgm:prSet presAssocID="{5EDDC125-FA53-44AA-B765-C14CB64FE0BC}" presName="iconBgRect" presStyleLbl="bgShp" presStyleIdx="0" presStyleCnt="5"/>
      <dgm:spPr/>
    </dgm:pt>
    <dgm:pt modelId="{98A25054-D274-4684-8068-7ECBC9141ED3}" type="pres">
      <dgm:prSet presAssocID="{5EDDC125-FA53-44AA-B765-C14CB64FE0BC}"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8C8239BA-6718-464B-9875-B323FC2F9EED}" type="pres">
      <dgm:prSet presAssocID="{5EDDC125-FA53-44AA-B765-C14CB64FE0BC}" presName="spaceRect" presStyleCnt="0"/>
      <dgm:spPr/>
    </dgm:pt>
    <dgm:pt modelId="{05F04FA3-1618-4611-90A7-0CD03C3D5134}" type="pres">
      <dgm:prSet presAssocID="{5EDDC125-FA53-44AA-B765-C14CB64FE0BC}" presName="textRect" presStyleLbl="revTx" presStyleIdx="0" presStyleCnt="5">
        <dgm:presLayoutVars>
          <dgm:chMax val="1"/>
          <dgm:chPref val="1"/>
        </dgm:presLayoutVars>
      </dgm:prSet>
      <dgm:spPr/>
    </dgm:pt>
    <dgm:pt modelId="{BEDA18BE-0888-4681-899E-C911C7877971}" type="pres">
      <dgm:prSet presAssocID="{BF7F9B0B-9F1D-4716-9AE5-BF4A242B4843}" presName="sibTrans" presStyleCnt="0"/>
      <dgm:spPr/>
    </dgm:pt>
    <dgm:pt modelId="{7FFD087F-BCCB-47B4-9D7F-332073B334BA}" type="pres">
      <dgm:prSet presAssocID="{F3BDD5AB-8B97-4F41-99A3-0A9F04747F0B}" presName="compNode" presStyleCnt="0"/>
      <dgm:spPr/>
    </dgm:pt>
    <dgm:pt modelId="{BAA2AC98-07B4-4482-AC2D-B8D4B9B492CE}" type="pres">
      <dgm:prSet presAssocID="{F3BDD5AB-8B97-4F41-99A3-0A9F04747F0B}" presName="iconBgRect" presStyleLbl="bgShp" presStyleIdx="1" presStyleCnt="5"/>
      <dgm:spPr/>
    </dgm:pt>
    <dgm:pt modelId="{76BE55BE-256F-4262-8CB6-72E54C3D4C18}" type="pres">
      <dgm:prSet presAssocID="{F3BDD5AB-8B97-4F41-99A3-0A9F04747F0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DC9CEC8D-4B40-4980-93D5-E4869C92FBF5}" type="pres">
      <dgm:prSet presAssocID="{F3BDD5AB-8B97-4F41-99A3-0A9F04747F0B}" presName="spaceRect" presStyleCnt="0"/>
      <dgm:spPr/>
    </dgm:pt>
    <dgm:pt modelId="{E1636535-90BC-40F3-A0B6-BCC8BC1EB09B}" type="pres">
      <dgm:prSet presAssocID="{F3BDD5AB-8B97-4F41-99A3-0A9F04747F0B}" presName="textRect" presStyleLbl="revTx" presStyleIdx="1" presStyleCnt="5">
        <dgm:presLayoutVars>
          <dgm:chMax val="1"/>
          <dgm:chPref val="1"/>
        </dgm:presLayoutVars>
      </dgm:prSet>
      <dgm:spPr/>
    </dgm:pt>
    <dgm:pt modelId="{4D391806-D87B-4F45-9EE3-CFAEF8F8ED92}" type="pres">
      <dgm:prSet presAssocID="{8124F44C-A7E2-44B6-8777-F14D551ED248}" presName="sibTrans" presStyleCnt="0"/>
      <dgm:spPr/>
    </dgm:pt>
    <dgm:pt modelId="{C41DB346-01C3-4795-A2D2-563810B7384C}" type="pres">
      <dgm:prSet presAssocID="{5C8B8490-8C1B-47D8-AB4E-B1EEEB393DBA}" presName="compNode" presStyleCnt="0"/>
      <dgm:spPr/>
    </dgm:pt>
    <dgm:pt modelId="{55044F2C-83D4-479B-9557-B7435CF352B2}" type="pres">
      <dgm:prSet presAssocID="{5C8B8490-8C1B-47D8-AB4E-B1EEEB393DBA}" presName="iconBgRect" presStyleLbl="bgShp" presStyleIdx="2" presStyleCnt="5"/>
      <dgm:spPr/>
    </dgm:pt>
    <dgm:pt modelId="{C6DA3EEB-2959-44FE-AD24-0032A2D9D9D0}" type="pres">
      <dgm:prSet presAssocID="{5C8B8490-8C1B-47D8-AB4E-B1EEEB393DBA}"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Questions"/>
        </a:ext>
      </dgm:extLst>
    </dgm:pt>
    <dgm:pt modelId="{F7487AB8-4D48-44EB-8D48-8F374B786016}" type="pres">
      <dgm:prSet presAssocID="{5C8B8490-8C1B-47D8-AB4E-B1EEEB393DBA}" presName="spaceRect" presStyleCnt="0"/>
      <dgm:spPr/>
    </dgm:pt>
    <dgm:pt modelId="{DCED6147-35CE-449D-A814-9D95814B85CB}" type="pres">
      <dgm:prSet presAssocID="{5C8B8490-8C1B-47D8-AB4E-B1EEEB393DBA}" presName="textRect" presStyleLbl="revTx" presStyleIdx="2" presStyleCnt="5">
        <dgm:presLayoutVars>
          <dgm:chMax val="1"/>
          <dgm:chPref val="1"/>
        </dgm:presLayoutVars>
      </dgm:prSet>
      <dgm:spPr/>
    </dgm:pt>
    <dgm:pt modelId="{33B0038D-302D-4808-9743-A504B36AE357}" type="pres">
      <dgm:prSet presAssocID="{044C2F60-D7A7-4935-93CD-4C29CE85B617}" presName="sibTrans" presStyleCnt="0"/>
      <dgm:spPr/>
    </dgm:pt>
    <dgm:pt modelId="{B48697A5-648A-40EC-93C5-A3D113F7AA9F}" type="pres">
      <dgm:prSet presAssocID="{B0181575-2AF5-4837-88D0-7A22FE8CF29D}" presName="compNode" presStyleCnt="0"/>
      <dgm:spPr/>
    </dgm:pt>
    <dgm:pt modelId="{909C6195-8C56-4A12-A143-A62E77D56B70}" type="pres">
      <dgm:prSet presAssocID="{B0181575-2AF5-4837-88D0-7A22FE8CF29D}" presName="iconBgRect" presStyleLbl="bgShp" presStyleIdx="3" presStyleCnt="5"/>
      <dgm:spPr/>
    </dgm:pt>
    <dgm:pt modelId="{4942AA94-8234-4AFC-B2E7-A8231EBC5D61}" type="pres">
      <dgm:prSet presAssocID="{B0181575-2AF5-4837-88D0-7A22FE8CF29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lp"/>
        </a:ext>
      </dgm:extLst>
    </dgm:pt>
    <dgm:pt modelId="{AFC66CF1-9CB7-4547-8290-B3FF1DFEC89D}" type="pres">
      <dgm:prSet presAssocID="{B0181575-2AF5-4837-88D0-7A22FE8CF29D}" presName="spaceRect" presStyleCnt="0"/>
      <dgm:spPr/>
    </dgm:pt>
    <dgm:pt modelId="{51C79D51-A329-4CEB-8FDB-A921E8D3AE65}" type="pres">
      <dgm:prSet presAssocID="{B0181575-2AF5-4837-88D0-7A22FE8CF29D}" presName="textRect" presStyleLbl="revTx" presStyleIdx="3" presStyleCnt="5">
        <dgm:presLayoutVars>
          <dgm:chMax val="1"/>
          <dgm:chPref val="1"/>
        </dgm:presLayoutVars>
      </dgm:prSet>
      <dgm:spPr/>
    </dgm:pt>
    <dgm:pt modelId="{DDCA3766-1D3F-47C8-82C9-BAD0EE53E9A3}" type="pres">
      <dgm:prSet presAssocID="{F21F5807-3180-4EA2-A0B6-33966D24B2FA}" presName="sibTrans" presStyleCnt="0"/>
      <dgm:spPr/>
    </dgm:pt>
    <dgm:pt modelId="{12853C35-039D-44EE-8453-6BF67B4A1297}" type="pres">
      <dgm:prSet presAssocID="{FC43DD59-FEEE-4CFE-9BEF-DC0D39DDFAEF}" presName="compNode" presStyleCnt="0"/>
      <dgm:spPr/>
    </dgm:pt>
    <dgm:pt modelId="{DA725F30-B103-4B49-9019-8ACC54FE079A}" type="pres">
      <dgm:prSet presAssocID="{FC43DD59-FEEE-4CFE-9BEF-DC0D39DDFAEF}" presName="iconBgRect" presStyleLbl="bgShp" presStyleIdx="4" presStyleCnt="5"/>
      <dgm:spPr/>
    </dgm:pt>
    <dgm:pt modelId="{AE15732E-3F6B-4EE5-A251-0DDA3BC7B294}" type="pres">
      <dgm:prSet presAssocID="{FC43DD59-FEEE-4CFE-9BEF-DC0D39DDFAE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avel"/>
        </a:ext>
      </dgm:extLst>
    </dgm:pt>
    <dgm:pt modelId="{ECB20E0C-63AF-4E48-AD5D-7FC2FBD604DC}" type="pres">
      <dgm:prSet presAssocID="{FC43DD59-FEEE-4CFE-9BEF-DC0D39DDFAEF}" presName="spaceRect" presStyleCnt="0"/>
      <dgm:spPr/>
    </dgm:pt>
    <dgm:pt modelId="{A6998A72-4481-4B3E-AFA5-CB7E79284DA0}" type="pres">
      <dgm:prSet presAssocID="{FC43DD59-FEEE-4CFE-9BEF-DC0D39DDFAEF}" presName="textRect" presStyleLbl="revTx" presStyleIdx="4" presStyleCnt="5">
        <dgm:presLayoutVars>
          <dgm:chMax val="1"/>
          <dgm:chPref val="1"/>
        </dgm:presLayoutVars>
      </dgm:prSet>
      <dgm:spPr/>
    </dgm:pt>
  </dgm:ptLst>
  <dgm:cxnLst>
    <dgm:cxn modelId="{05056806-B0F5-49DB-A4FF-0598D7094E98}" type="presOf" srcId="{C3F44777-C1C8-40C3-9BB1-1051BE44DA49}" destId="{4A2CB8A1-5B18-4AC0-93AF-F77513019641}" srcOrd="0" destOrd="0" presId="urn:microsoft.com/office/officeart/2018/5/layout/IconCircleLabelList"/>
    <dgm:cxn modelId="{224A4F20-1584-4414-8F51-4F4E561C412C}" srcId="{C3F44777-C1C8-40C3-9BB1-1051BE44DA49}" destId="{5EDDC125-FA53-44AA-B765-C14CB64FE0BC}" srcOrd="0" destOrd="0" parTransId="{311585A7-86CE-4C66-8AC8-D4D02399A4E6}" sibTransId="{BF7F9B0B-9F1D-4716-9AE5-BF4A242B4843}"/>
    <dgm:cxn modelId="{CFB60C36-06D8-47FB-AAA2-BE8701AC8BE4}" type="presOf" srcId="{F3BDD5AB-8B97-4F41-99A3-0A9F04747F0B}" destId="{E1636535-90BC-40F3-A0B6-BCC8BC1EB09B}" srcOrd="0" destOrd="0" presId="urn:microsoft.com/office/officeart/2018/5/layout/IconCircleLabelList"/>
    <dgm:cxn modelId="{F5952C5D-07A9-40BA-AA48-101E332CBE5B}" srcId="{C3F44777-C1C8-40C3-9BB1-1051BE44DA49}" destId="{5C8B8490-8C1B-47D8-AB4E-B1EEEB393DBA}" srcOrd="2" destOrd="0" parTransId="{E4CD12E4-525F-4B34-8269-36A71D900625}" sibTransId="{044C2F60-D7A7-4935-93CD-4C29CE85B617}"/>
    <dgm:cxn modelId="{A0D98449-208C-47EC-9544-0B9B77773FAF}" type="presOf" srcId="{5C8B8490-8C1B-47D8-AB4E-B1EEEB393DBA}" destId="{DCED6147-35CE-449D-A814-9D95814B85CB}" srcOrd="0" destOrd="0" presId="urn:microsoft.com/office/officeart/2018/5/layout/IconCircleLabelList"/>
    <dgm:cxn modelId="{F9B01B72-0D4F-4181-976B-D6CFFE652258}" type="presOf" srcId="{FC43DD59-FEEE-4CFE-9BEF-DC0D39DDFAEF}" destId="{A6998A72-4481-4B3E-AFA5-CB7E79284DA0}" srcOrd="0" destOrd="0" presId="urn:microsoft.com/office/officeart/2018/5/layout/IconCircleLabelList"/>
    <dgm:cxn modelId="{8DB85F72-E151-4302-8EDB-FBB5A635C36E}" type="presOf" srcId="{5EDDC125-FA53-44AA-B765-C14CB64FE0BC}" destId="{05F04FA3-1618-4611-90A7-0CD03C3D5134}" srcOrd="0" destOrd="0" presId="urn:microsoft.com/office/officeart/2018/5/layout/IconCircleLabelList"/>
    <dgm:cxn modelId="{20E8B553-165B-4DAA-BA0E-A4EC8C30E716}" type="presOf" srcId="{B0181575-2AF5-4837-88D0-7A22FE8CF29D}" destId="{51C79D51-A329-4CEB-8FDB-A921E8D3AE65}" srcOrd="0" destOrd="0" presId="urn:microsoft.com/office/officeart/2018/5/layout/IconCircleLabelList"/>
    <dgm:cxn modelId="{7BAC2786-1529-491C-A8FA-379285FFF464}" srcId="{C3F44777-C1C8-40C3-9BB1-1051BE44DA49}" destId="{B0181575-2AF5-4837-88D0-7A22FE8CF29D}" srcOrd="3" destOrd="0" parTransId="{E68B6DCA-EA1F-4EA0-88BA-91FF12D8E989}" sibTransId="{F21F5807-3180-4EA2-A0B6-33966D24B2FA}"/>
    <dgm:cxn modelId="{04D25587-0479-4B11-A124-E161ACBBB034}" srcId="{C3F44777-C1C8-40C3-9BB1-1051BE44DA49}" destId="{FC43DD59-FEEE-4CFE-9BEF-DC0D39DDFAEF}" srcOrd="4" destOrd="0" parTransId="{162255FB-B871-45E7-944E-74F546F68C60}" sibTransId="{E6987B89-3BB9-47B9-907C-90FC83EB806B}"/>
    <dgm:cxn modelId="{376356B2-A8F1-437F-8D30-C57252FAAFAD}" srcId="{C3F44777-C1C8-40C3-9BB1-1051BE44DA49}" destId="{F3BDD5AB-8B97-4F41-99A3-0A9F04747F0B}" srcOrd="1" destOrd="0" parTransId="{F7B2D793-F85E-4C97-BDF4-6B79FE7A26D3}" sibTransId="{8124F44C-A7E2-44B6-8777-F14D551ED248}"/>
    <dgm:cxn modelId="{8F1F1A9F-BCAC-491C-931E-649795B2BCEA}" type="presParOf" srcId="{4A2CB8A1-5B18-4AC0-93AF-F77513019641}" destId="{08AB6D1A-4A98-4CDC-BAB9-07E89AAA1AD8}" srcOrd="0" destOrd="0" presId="urn:microsoft.com/office/officeart/2018/5/layout/IconCircleLabelList"/>
    <dgm:cxn modelId="{6AF60D2C-1775-4EBC-94FD-DAA303FC4D40}" type="presParOf" srcId="{08AB6D1A-4A98-4CDC-BAB9-07E89AAA1AD8}" destId="{31D6A78C-DBE1-4203-8EE5-9CA4AE436FC2}" srcOrd="0" destOrd="0" presId="urn:microsoft.com/office/officeart/2018/5/layout/IconCircleLabelList"/>
    <dgm:cxn modelId="{53AF5330-292A-4C5C-8077-02243F7881BE}" type="presParOf" srcId="{08AB6D1A-4A98-4CDC-BAB9-07E89AAA1AD8}" destId="{98A25054-D274-4684-8068-7ECBC9141ED3}" srcOrd="1" destOrd="0" presId="urn:microsoft.com/office/officeart/2018/5/layout/IconCircleLabelList"/>
    <dgm:cxn modelId="{D269DDEA-4190-4AFB-B469-978E8F7B44C2}" type="presParOf" srcId="{08AB6D1A-4A98-4CDC-BAB9-07E89AAA1AD8}" destId="{8C8239BA-6718-464B-9875-B323FC2F9EED}" srcOrd="2" destOrd="0" presId="urn:microsoft.com/office/officeart/2018/5/layout/IconCircleLabelList"/>
    <dgm:cxn modelId="{7C2C0FDD-8EFA-4E50-8C96-61FD4AF67C4B}" type="presParOf" srcId="{08AB6D1A-4A98-4CDC-BAB9-07E89AAA1AD8}" destId="{05F04FA3-1618-4611-90A7-0CD03C3D5134}" srcOrd="3" destOrd="0" presId="urn:microsoft.com/office/officeart/2018/5/layout/IconCircleLabelList"/>
    <dgm:cxn modelId="{64856836-B030-4147-8502-2CB217229BE5}" type="presParOf" srcId="{4A2CB8A1-5B18-4AC0-93AF-F77513019641}" destId="{BEDA18BE-0888-4681-899E-C911C7877971}" srcOrd="1" destOrd="0" presId="urn:microsoft.com/office/officeart/2018/5/layout/IconCircleLabelList"/>
    <dgm:cxn modelId="{AD215FB5-658C-4624-B1A2-BACBA324A595}" type="presParOf" srcId="{4A2CB8A1-5B18-4AC0-93AF-F77513019641}" destId="{7FFD087F-BCCB-47B4-9D7F-332073B334BA}" srcOrd="2" destOrd="0" presId="urn:microsoft.com/office/officeart/2018/5/layout/IconCircleLabelList"/>
    <dgm:cxn modelId="{95AB8529-BD54-4DF2-8BB4-A30FE2B00B9B}" type="presParOf" srcId="{7FFD087F-BCCB-47B4-9D7F-332073B334BA}" destId="{BAA2AC98-07B4-4482-AC2D-B8D4B9B492CE}" srcOrd="0" destOrd="0" presId="urn:microsoft.com/office/officeart/2018/5/layout/IconCircleLabelList"/>
    <dgm:cxn modelId="{5648B0C5-9045-4877-968F-10965E16A076}" type="presParOf" srcId="{7FFD087F-BCCB-47B4-9D7F-332073B334BA}" destId="{76BE55BE-256F-4262-8CB6-72E54C3D4C18}" srcOrd="1" destOrd="0" presId="urn:microsoft.com/office/officeart/2018/5/layout/IconCircleLabelList"/>
    <dgm:cxn modelId="{4594733D-5018-4C14-9A51-EB40D7C6A7F9}" type="presParOf" srcId="{7FFD087F-BCCB-47B4-9D7F-332073B334BA}" destId="{DC9CEC8D-4B40-4980-93D5-E4869C92FBF5}" srcOrd="2" destOrd="0" presId="urn:microsoft.com/office/officeart/2018/5/layout/IconCircleLabelList"/>
    <dgm:cxn modelId="{41AB23A6-6565-4545-B591-81CD44FDD6FE}" type="presParOf" srcId="{7FFD087F-BCCB-47B4-9D7F-332073B334BA}" destId="{E1636535-90BC-40F3-A0B6-BCC8BC1EB09B}" srcOrd="3" destOrd="0" presId="urn:microsoft.com/office/officeart/2018/5/layout/IconCircleLabelList"/>
    <dgm:cxn modelId="{673414C3-49E3-4B41-AF13-6A26C696E8A6}" type="presParOf" srcId="{4A2CB8A1-5B18-4AC0-93AF-F77513019641}" destId="{4D391806-D87B-4F45-9EE3-CFAEF8F8ED92}" srcOrd="3" destOrd="0" presId="urn:microsoft.com/office/officeart/2018/5/layout/IconCircleLabelList"/>
    <dgm:cxn modelId="{7C60CA30-7AEA-43D3-9535-F745E3BE1EA5}" type="presParOf" srcId="{4A2CB8A1-5B18-4AC0-93AF-F77513019641}" destId="{C41DB346-01C3-4795-A2D2-563810B7384C}" srcOrd="4" destOrd="0" presId="urn:microsoft.com/office/officeart/2018/5/layout/IconCircleLabelList"/>
    <dgm:cxn modelId="{75E9F55B-527E-4869-9FDE-936956301D2C}" type="presParOf" srcId="{C41DB346-01C3-4795-A2D2-563810B7384C}" destId="{55044F2C-83D4-479B-9557-B7435CF352B2}" srcOrd="0" destOrd="0" presId="urn:microsoft.com/office/officeart/2018/5/layout/IconCircleLabelList"/>
    <dgm:cxn modelId="{E488A098-F9CE-426E-9E91-E88A8F7AD448}" type="presParOf" srcId="{C41DB346-01C3-4795-A2D2-563810B7384C}" destId="{C6DA3EEB-2959-44FE-AD24-0032A2D9D9D0}" srcOrd="1" destOrd="0" presId="urn:microsoft.com/office/officeart/2018/5/layout/IconCircleLabelList"/>
    <dgm:cxn modelId="{97DD9BFD-D458-4D69-8EF0-79A4EC4D3BDF}" type="presParOf" srcId="{C41DB346-01C3-4795-A2D2-563810B7384C}" destId="{F7487AB8-4D48-44EB-8D48-8F374B786016}" srcOrd="2" destOrd="0" presId="urn:microsoft.com/office/officeart/2018/5/layout/IconCircleLabelList"/>
    <dgm:cxn modelId="{69BD0D2D-4615-41D2-869A-1298169688D2}" type="presParOf" srcId="{C41DB346-01C3-4795-A2D2-563810B7384C}" destId="{DCED6147-35CE-449D-A814-9D95814B85CB}" srcOrd="3" destOrd="0" presId="urn:microsoft.com/office/officeart/2018/5/layout/IconCircleLabelList"/>
    <dgm:cxn modelId="{8CB5978D-BF0F-4628-B06D-CCE23A200F0C}" type="presParOf" srcId="{4A2CB8A1-5B18-4AC0-93AF-F77513019641}" destId="{33B0038D-302D-4808-9743-A504B36AE357}" srcOrd="5" destOrd="0" presId="urn:microsoft.com/office/officeart/2018/5/layout/IconCircleLabelList"/>
    <dgm:cxn modelId="{0EFF0BB3-EC59-440C-8FE6-BC906B9636A2}" type="presParOf" srcId="{4A2CB8A1-5B18-4AC0-93AF-F77513019641}" destId="{B48697A5-648A-40EC-93C5-A3D113F7AA9F}" srcOrd="6" destOrd="0" presId="urn:microsoft.com/office/officeart/2018/5/layout/IconCircleLabelList"/>
    <dgm:cxn modelId="{EFB182D7-3ACB-415B-88D9-49E08C964E36}" type="presParOf" srcId="{B48697A5-648A-40EC-93C5-A3D113F7AA9F}" destId="{909C6195-8C56-4A12-A143-A62E77D56B70}" srcOrd="0" destOrd="0" presId="urn:microsoft.com/office/officeart/2018/5/layout/IconCircleLabelList"/>
    <dgm:cxn modelId="{D1E72F00-6B0B-452B-AFED-A7991B66E2EF}" type="presParOf" srcId="{B48697A5-648A-40EC-93C5-A3D113F7AA9F}" destId="{4942AA94-8234-4AFC-B2E7-A8231EBC5D61}" srcOrd="1" destOrd="0" presId="urn:microsoft.com/office/officeart/2018/5/layout/IconCircleLabelList"/>
    <dgm:cxn modelId="{2817590E-68C7-4977-8C4D-7FBCF6CDB640}" type="presParOf" srcId="{B48697A5-648A-40EC-93C5-A3D113F7AA9F}" destId="{AFC66CF1-9CB7-4547-8290-B3FF1DFEC89D}" srcOrd="2" destOrd="0" presId="urn:microsoft.com/office/officeart/2018/5/layout/IconCircleLabelList"/>
    <dgm:cxn modelId="{4B60A52B-7CDE-4DF7-8C3F-85322014CD47}" type="presParOf" srcId="{B48697A5-648A-40EC-93C5-A3D113F7AA9F}" destId="{51C79D51-A329-4CEB-8FDB-A921E8D3AE65}" srcOrd="3" destOrd="0" presId="urn:microsoft.com/office/officeart/2018/5/layout/IconCircleLabelList"/>
    <dgm:cxn modelId="{8CFE6BEE-524C-4B0E-A16B-589EEAD5279E}" type="presParOf" srcId="{4A2CB8A1-5B18-4AC0-93AF-F77513019641}" destId="{DDCA3766-1D3F-47C8-82C9-BAD0EE53E9A3}" srcOrd="7" destOrd="0" presId="urn:microsoft.com/office/officeart/2018/5/layout/IconCircleLabelList"/>
    <dgm:cxn modelId="{111E2161-EAB4-4627-AF38-A8D06CE16F4F}" type="presParOf" srcId="{4A2CB8A1-5B18-4AC0-93AF-F77513019641}" destId="{12853C35-039D-44EE-8453-6BF67B4A1297}" srcOrd="8" destOrd="0" presId="urn:microsoft.com/office/officeart/2018/5/layout/IconCircleLabelList"/>
    <dgm:cxn modelId="{4525B5CB-2175-46C2-9C39-C0E0FEF92060}" type="presParOf" srcId="{12853C35-039D-44EE-8453-6BF67B4A1297}" destId="{DA725F30-B103-4B49-9019-8ACC54FE079A}" srcOrd="0" destOrd="0" presId="urn:microsoft.com/office/officeart/2018/5/layout/IconCircleLabelList"/>
    <dgm:cxn modelId="{9C70D171-2F96-44FE-A7B7-B1831BDAA6C1}" type="presParOf" srcId="{12853C35-039D-44EE-8453-6BF67B4A1297}" destId="{AE15732E-3F6B-4EE5-A251-0DDA3BC7B294}" srcOrd="1" destOrd="0" presId="urn:microsoft.com/office/officeart/2018/5/layout/IconCircleLabelList"/>
    <dgm:cxn modelId="{BC1B4D3A-06EC-4772-8CF7-3E9F01B13EA8}" type="presParOf" srcId="{12853C35-039D-44EE-8453-6BF67B4A1297}" destId="{ECB20E0C-63AF-4E48-AD5D-7FC2FBD604DC}" srcOrd="2" destOrd="0" presId="urn:microsoft.com/office/officeart/2018/5/layout/IconCircleLabelList"/>
    <dgm:cxn modelId="{7B99F639-9599-4B6B-8529-5213658EF135}" type="presParOf" srcId="{12853C35-039D-44EE-8453-6BF67B4A1297}" destId="{A6998A72-4481-4B3E-AFA5-CB7E79284DA0}"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4A02EE-A935-4994-A720-35A2C1F56739}"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5F7FB74E-9550-47FB-B5BA-330A5D329747}">
      <dgm:prSet/>
      <dgm:spPr/>
      <dgm:t>
        <a:bodyPr/>
        <a:lstStyle/>
        <a:p>
          <a:pPr>
            <a:lnSpc>
              <a:spcPct val="100000"/>
            </a:lnSpc>
          </a:pPr>
          <a:r>
            <a:rPr lang="en-US" dirty="0"/>
            <a:t>This project investigates the relationship between lifestyle factors, health metrics, and the diagnosis of Coronary Heart Disease (CHD).</a:t>
          </a:r>
        </a:p>
      </dgm:t>
    </dgm:pt>
    <dgm:pt modelId="{B07C3572-9494-48EB-A919-BD3671AB7377}" type="parTrans" cxnId="{16DAD8DD-7F32-4EB7-AF72-DC888B8BAC07}">
      <dgm:prSet/>
      <dgm:spPr/>
      <dgm:t>
        <a:bodyPr/>
        <a:lstStyle/>
        <a:p>
          <a:endParaRPr lang="en-US"/>
        </a:p>
      </dgm:t>
    </dgm:pt>
    <dgm:pt modelId="{780B351D-463F-4C73-BDE7-60AE7AFB0EF3}" type="sibTrans" cxnId="{16DAD8DD-7F32-4EB7-AF72-DC888B8BAC07}">
      <dgm:prSet/>
      <dgm:spPr/>
      <dgm:t>
        <a:bodyPr/>
        <a:lstStyle/>
        <a:p>
          <a:endParaRPr lang="en-US"/>
        </a:p>
      </dgm:t>
    </dgm:pt>
    <dgm:pt modelId="{84D7ECF4-924A-408A-8242-4B82B09F1053}">
      <dgm:prSet/>
      <dgm:spPr/>
      <dgm:t>
        <a:bodyPr/>
        <a:lstStyle/>
        <a:p>
          <a:pPr>
            <a:lnSpc>
              <a:spcPct val="100000"/>
            </a:lnSpc>
          </a:pPr>
          <a:r>
            <a:rPr lang="en-US" dirty="0"/>
            <a:t>The analysis uses robust statistical methods, including T-tests, Chi-square tests, and ANOVA, to answer</a:t>
          </a:r>
          <a:r>
            <a:rPr lang="en-US" dirty="0">
              <a:latin typeface="Avenir Next LT Pro"/>
            </a:rPr>
            <a:t> SMART </a:t>
          </a:r>
          <a:r>
            <a:rPr lang="en-US" dirty="0"/>
            <a:t>questions.</a:t>
          </a:r>
        </a:p>
      </dgm:t>
    </dgm:pt>
    <dgm:pt modelId="{938BF010-6093-454D-8862-93B72EBDBF8C}" type="parTrans" cxnId="{8F46DB26-3457-45DE-B58B-46C2DD142213}">
      <dgm:prSet/>
      <dgm:spPr/>
      <dgm:t>
        <a:bodyPr/>
        <a:lstStyle/>
        <a:p>
          <a:endParaRPr lang="en-US"/>
        </a:p>
      </dgm:t>
    </dgm:pt>
    <dgm:pt modelId="{712A2398-0F21-4476-873A-B861C71ABC78}" type="sibTrans" cxnId="{8F46DB26-3457-45DE-B58B-46C2DD142213}">
      <dgm:prSet/>
      <dgm:spPr/>
      <dgm:t>
        <a:bodyPr/>
        <a:lstStyle/>
        <a:p>
          <a:endParaRPr lang="en-US"/>
        </a:p>
      </dgm:t>
    </dgm:pt>
    <dgm:pt modelId="{225F193A-3ADB-43E1-A513-EF3C0E52D790}">
      <dgm:prSet/>
      <dgm:spPr/>
      <dgm:t>
        <a:bodyPr/>
        <a:lstStyle/>
        <a:p>
          <a:pPr>
            <a:lnSpc>
              <a:spcPct val="100000"/>
            </a:lnSpc>
          </a:pPr>
          <a:r>
            <a:rPr lang="en-US" dirty="0"/>
            <a:t>The dataset was obtained from the CDC's Behavioral Risk Factor Surveillance System (BRFSS) 2024 annual data, which is publicly available at this link: </a:t>
          </a:r>
          <a:r>
            <a:rPr lang="en-US" dirty="0">
              <a:hlinkClick xmlns:r="http://schemas.openxmlformats.org/officeDocument/2006/relationships" r:id="rId1"/>
            </a:rPr>
            <a:t>Behavioral Risk Factor Survelliance System</a:t>
          </a:r>
          <a:endParaRPr lang="en-US" dirty="0"/>
        </a:p>
      </dgm:t>
    </dgm:pt>
    <dgm:pt modelId="{6E7AA619-4619-4F97-AA3E-DF332A071E35}" type="parTrans" cxnId="{4B7035F9-F45E-45F3-8320-DA7A62D19665}">
      <dgm:prSet/>
      <dgm:spPr/>
      <dgm:t>
        <a:bodyPr/>
        <a:lstStyle/>
        <a:p>
          <a:endParaRPr lang="en-US"/>
        </a:p>
      </dgm:t>
    </dgm:pt>
    <dgm:pt modelId="{B8848D6B-4489-49E6-9BE3-251A00096E4C}" type="sibTrans" cxnId="{4B7035F9-F45E-45F3-8320-DA7A62D19665}">
      <dgm:prSet/>
      <dgm:spPr/>
      <dgm:t>
        <a:bodyPr/>
        <a:lstStyle/>
        <a:p>
          <a:endParaRPr lang="en-US"/>
        </a:p>
      </dgm:t>
    </dgm:pt>
    <dgm:pt modelId="{C125A56F-153B-4899-91DF-6AD6D1DFBDD2}">
      <dgm:prSet/>
      <dgm:spPr/>
      <dgm:t>
        <a:bodyPr/>
        <a:lstStyle/>
        <a:p>
          <a:pPr>
            <a:lnSpc>
              <a:spcPct val="100000"/>
            </a:lnSpc>
          </a:pPr>
          <a:r>
            <a:rPr lang="en-US" dirty="0"/>
            <a:t>The goal is to provide evidence-based insights that can support public health strategies to mitigate CHD risk factors.</a:t>
          </a:r>
        </a:p>
      </dgm:t>
    </dgm:pt>
    <dgm:pt modelId="{BB904818-AB2A-47A9-8E07-83EF0AD2B7D5}" type="parTrans" cxnId="{344DB9A5-5EFF-432E-89AE-9E9CB65E4EB6}">
      <dgm:prSet/>
      <dgm:spPr/>
      <dgm:t>
        <a:bodyPr/>
        <a:lstStyle/>
        <a:p>
          <a:endParaRPr lang="en-US"/>
        </a:p>
      </dgm:t>
    </dgm:pt>
    <dgm:pt modelId="{4F2692AD-BFCB-451A-B898-45A5AA8829DF}" type="sibTrans" cxnId="{344DB9A5-5EFF-432E-89AE-9E9CB65E4EB6}">
      <dgm:prSet/>
      <dgm:spPr/>
      <dgm:t>
        <a:bodyPr/>
        <a:lstStyle/>
        <a:p>
          <a:endParaRPr lang="en-US"/>
        </a:p>
      </dgm:t>
    </dgm:pt>
    <dgm:pt modelId="{6110A589-BBF8-4ED6-9613-E9870CC497FE}" type="pres">
      <dgm:prSet presAssocID="{524A02EE-A935-4994-A720-35A2C1F56739}" presName="root" presStyleCnt="0">
        <dgm:presLayoutVars>
          <dgm:dir/>
          <dgm:resizeHandles val="exact"/>
        </dgm:presLayoutVars>
      </dgm:prSet>
      <dgm:spPr/>
    </dgm:pt>
    <dgm:pt modelId="{6FFF226F-01EA-4D82-B740-DFD261E09374}" type="pres">
      <dgm:prSet presAssocID="{5F7FB74E-9550-47FB-B5BA-330A5D329747}" presName="compNode" presStyleCnt="0"/>
      <dgm:spPr/>
    </dgm:pt>
    <dgm:pt modelId="{F460304F-5ED0-4A03-AFC6-0BE3641B009D}" type="pres">
      <dgm:prSet presAssocID="{5F7FB74E-9550-47FB-B5BA-330A5D329747}" presName="bgRect" presStyleLbl="bgShp" presStyleIdx="0" presStyleCnt="4"/>
      <dgm:spPr/>
    </dgm:pt>
    <dgm:pt modelId="{8512962C-04DA-452B-B3D6-8D19D1DAA8CD}" type="pres">
      <dgm:prSet presAssocID="{5F7FB74E-9550-47FB-B5BA-330A5D329747}" presName="iconRect" presStyleLbl="node1" presStyleIdx="0" presStyleCnt="4"/>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eart Organ"/>
        </a:ext>
      </dgm:extLst>
    </dgm:pt>
    <dgm:pt modelId="{5FD945F6-658A-4AE3-AA21-5593FD5D1F74}" type="pres">
      <dgm:prSet presAssocID="{5F7FB74E-9550-47FB-B5BA-330A5D329747}" presName="spaceRect" presStyleCnt="0"/>
      <dgm:spPr/>
    </dgm:pt>
    <dgm:pt modelId="{7FD31817-848A-41C6-85DE-5059FFD16394}" type="pres">
      <dgm:prSet presAssocID="{5F7FB74E-9550-47FB-B5BA-330A5D329747}" presName="parTx" presStyleLbl="revTx" presStyleIdx="0" presStyleCnt="4">
        <dgm:presLayoutVars>
          <dgm:chMax val="0"/>
          <dgm:chPref val="0"/>
        </dgm:presLayoutVars>
      </dgm:prSet>
      <dgm:spPr/>
    </dgm:pt>
    <dgm:pt modelId="{CB4DA6B1-4459-4836-9D5D-52379C845A11}" type="pres">
      <dgm:prSet presAssocID="{780B351D-463F-4C73-BDE7-60AE7AFB0EF3}" presName="sibTrans" presStyleCnt="0"/>
      <dgm:spPr/>
    </dgm:pt>
    <dgm:pt modelId="{52BD37CB-16E2-48BC-B3B4-1C6CC2A5E320}" type="pres">
      <dgm:prSet presAssocID="{84D7ECF4-924A-408A-8242-4B82B09F1053}" presName="compNode" presStyleCnt="0"/>
      <dgm:spPr/>
    </dgm:pt>
    <dgm:pt modelId="{3ADCAA36-0D0D-4F38-9530-42A3A2FAC09F}" type="pres">
      <dgm:prSet presAssocID="{84D7ECF4-924A-408A-8242-4B82B09F1053}" presName="bgRect" presStyleLbl="bgShp" presStyleIdx="1" presStyleCnt="4"/>
      <dgm:spPr/>
    </dgm:pt>
    <dgm:pt modelId="{062F87E8-F3C5-4D40-83D8-BCB2219AF24D}" type="pres">
      <dgm:prSet presAssocID="{84D7ECF4-924A-408A-8242-4B82B09F1053}" presName="iconRect" presStyleLbl="node1" presStyleIdx="1" presStyleCnt="4"/>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Statistics"/>
        </a:ext>
      </dgm:extLst>
    </dgm:pt>
    <dgm:pt modelId="{19F98EC7-619A-4776-B4EB-6AE01BF0F3A8}" type="pres">
      <dgm:prSet presAssocID="{84D7ECF4-924A-408A-8242-4B82B09F1053}" presName="spaceRect" presStyleCnt="0"/>
      <dgm:spPr/>
    </dgm:pt>
    <dgm:pt modelId="{5F869C13-6386-498F-A261-A29723BE15CB}" type="pres">
      <dgm:prSet presAssocID="{84D7ECF4-924A-408A-8242-4B82B09F1053}" presName="parTx" presStyleLbl="revTx" presStyleIdx="1" presStyleCnt="4">
        <dgm:presLayoutVars>
          <dgm:chMax val="0"/>
          <dgm:chPref val="0"/>
        </dgm:presLayoutVars>
      </dgm:prSet>
      <dgm:spPr/>
    </dgm:pt>
    <dgm:pt modelId="{8B8E7B68-10F3-4AFD-A438-744EFF9CC0CA}" type="pres">
      <dgm:prSet presAssocID="{712A2398-0F21-4476-873A-B861C71ABC78}" presName="sibTrans" presStyleCnt="0"/>
      <dgm:spPr/>
    </dgm:pt>
    <dgm:pt modelId="{EE8F35B4-2034-4812-A2AA-982E54CB4BC2}" type="pres">
      <dgm:prSet presAssocID="{225F193A-3ADB-43E1-A513-EF3C0E52D790}" presName="compNode" presStyleCnt="0"/>
      <dgm:spPr/>
    </dgm:pt>
    <dgm:pt modelId="{2A641AD0-CCB8-433E-B9D0-5EA08BE521DC}" type="pres">
      <dgm:prSet presAssocID="{225F193A-3ADB-43E1-A513-EF3C0E52D790}" presName="bgRect" presStyleLbl="bgShp" presStyleIdx="2" presStyleCnt="4"/>
      <dgm:spPr/>
    </dgm:pt>
    <dgm:pt modelId="{7D20B611-D930-4ADB-8B09-473FAC0ABAAF}" type="pres">
      <dgm:prSet presAssocID="{225F193A-3ADB-43E1-A513-EF3C0E52D790}" presName="iconRect" presStyleLbl="node1" presStyleIdx="2" presStyleCnt="4"/>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Database"/>
        </a:ext>
      </dgm:extLst>
    </dgm:pt>
    <dgm:pt modelId="{8EC05E35-6CBB-4371-B533-69269E737A0E}" type="pres">
      <dgm:prSet presAssocID="{225F193A-3ADB-43E1-A513-EF3C0E52D790}" presName="spaceRect" presStyleCnt="0"/>
      <dgm:spPr/>
    </dgm:pt>
    <dgm:pt modelId="{9A7D33F4-DFF3-48FB-BF89-A6EF862AA172}" type="pres">
      <dgm:prSet presAssocID="{225F193A-3ADB-43E1-A513-EF3C0E52D790}" presName="parTx" presStyleLbl="revTx" presStyleIdx="2" presStyleCnt="4">
        <dgm:presLayoutVars>
          <dgm:chMax val="0"/>
          <dgm:chPref val="0"/>
        </dgm:presLayoutVars>
      </dgm:prSet>
      <dgm:spPr/>
    </dgm:pt>
    <dgm:pt modelId="{C45EF142-CAFC-45E3-8903-C3C0BABCC799}" type="pres">
      <dgm:prSet presAssocID="{B8848D6B-4489-49E6-9BE3-251A00096E4C}" presName="sibTrans" presStyleCnt="0"/>
      <dgm:spPr/>
    </dgm:pt>
    <dgm:pt modelId="{93F0921D-2777-4557-B2F0-31B364ADC82B}" type="pres">
      <dgm:prSet presAssocID="{C125A56F-153B-4899-91DF-6AD6D1DFBDD2}" presName="compNode" presStyleCnt="0"/>
      <dgm:spPr/>
    </dgm:pt>
    <dgm:pt modelId="{C7FC2A9F-4BA8-421C-B72A-1A961C7362F7}" type="pres">
      <dgm:prSet presAssocID="{C125A56F-153B-4899-91DF-6AD6D1DFBDD2}" presName="bgRect" presStyleLbl="bgShp" presStyleIdx="3" presStyleCnt="4"/>
      <dgm:spPr/>
    </dgm:pt>
    <dgm:pt modelId="{64B3C6EC-C417-4DE0-8F54-7F8B750E1223}" type="pres">
      <dgm:prSet presAssocID="{C125A56F-153B-4899-91DF-6AD6D1DFBDD2}" presName="iconRect" presStyleLbl="node1" presStyleIdx="3" presStyleCnt="4"/>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Bullseye"/>
        </a:ext>
      </dgm:extLst>
    </dgm:pt>
    <dgm:pt modelId="{B339DF4E-B772-4E77-8294-3EAB0375CF0A}" type="pres">
      <dgm:prSet presAssocID="{C125A56F-153B-4899-91DF-6AD6D1DFBDD2}" presName="spaceRect" presStyleCnt="0"/>
      <dgm:spPr/>
    </dgm:pt>
    <dgm:pt modelId="{4F599309-80EE-4BD1-B0FC-5F31B1F37A73}" type="pres">
      <dgm:prSet presAssocID="{C125A56F-153B-4899-91DF-6AD6D1DFBDD2}" presName="parTx" presStyleLbl="revTx" presStyleIdx="3" presStyleCnt="4">
        <dgm:presLayoutVars>
          <dgm:chMax val="0"/>
          <dgm:chPref val="0"/>
        </dgm:presLayoutVars>
      </dgm:prSet>
      <dgm:spPr/>
    </dgm:pt>
  </dgm:ptLst>
  <dgm:cxnLst>
    <dgm:cxn modelId="{2BC9DD0B-A06C-4F89-B2A6-E0000B5802F1}" type="presOf" srcId="{225F193A-3ADB-43E1-A513-EF3C0E52D790}" destId="{9A7D33F4-DFF3-48FB-BF89-A6EF862AA172}" srcOrd="0" destOrd="0" presId="urn:microsoft.com/office/officeart/2018/2/layout/IconVerticalSolidList"/>
    <dgm:cxn modelId="{8F46DB26-3457-45DE-B58B-46C2DD142213}" srcId="{524A02EE-A935-4994-A720-35A2C1F56739}" destId="{84D7ECF4-924A-408A-8242-4B82B09F1053}" srcOrd="1" destOrd="0" parTransId="{938BF010-6093-454D-8862-93B72EBDBF8C}" sibTransId="{712A2398-0F21-4476-873A-B861C71ABC78}"/>
    <dgm:cxn modelId="{7EC1B33B-C563-4143-8663-BF4B3E8D96ED}" type="presOf" srcId="{C125A56F-153B-4899-91DF-6AD6D1DFBDD2}" destId="{4F599309-80EE-4BD1-B0FC-5F31B1F37A73}" srcOrd="0" destOrd="0" presId="urn:microsoft.com/office/officeart/2018/2/layout/IconVerticalSolidList"/>
    <dgm:cxn modelId="{EEDAB261-0692-4121-A286-CFBBE1DFC97F}" type="presOf" srcId="{524A02EE-A935-4994-A720-35A2C1F56739}" destId="{6110A589-BBF8-4ED6-9613-E9870CC497FE}" srcOrd="0" destOrd="0" presId="urn:microsoft.com/office/officeart/2018/2/layout/IconVerticalSolidList"/>
    <dgm:cxn modelId="{344DB9A5-5EFF-432E-89AE-9E9CB65E4EB6}" srcId="{524A02EE-A935-4994-A720-35A2C1F56739}" destId="{C125A56F-153B-4899-91DF-6AD6D1DFBDD2}" srcOrd="3" destOrd="0" parTransId="{BB904818-AB2A-47A9-8E07-83EF0AD2B7D5}" sibTransId="{4F2692AD-BFCB-451A-B898-45A5AA8829DF}"/>
    <dgm:cxn modelId="{FC2709AB-AF02-498F-933D-0C844C7EACDD}" type="presOf" srcId="{5F7FB74E-9550-47FB-B5BA-330A5D329747}" destId="{7FD31817-848A-41C6-85DE-5059FFD16394}" srcOrd="0" destOrd="0" presId="urn:microsoft.com/office/officeart/2018/2/layout/IconVerticalSolidList"/>
    <dgm:cxn modelId="{59ED74CE-2696-4D98-8E2E-D34EEA0361CE}" type="presOf" srcId="{84D7ECF4-924A-408A-8242-4B82B09F1053}" destId="{5F869C13-6386-498F-A261-A29723BE15CB}" srcOrd="0" destOrd="0" presId="urn:microsoft.com/office/officeart/2018/2/layout/IconVerticalSolidList"/>
    <dgm:cxn modelId="{16DAD8DD-7F32-4EB7-AF72-DC888B8BAC07}" srcId="{524A02EE-A935-4994-A720-35A2C1F56739}" destId="{5F7FB74E-9550-47FB-B5BA-330A5D329747}" srcOrd="0" destOrd="0" parTransId="{B07C3572-9494-48EB-A919-BD3671AB7377}" sibTransId="{780B351D-463F-4C73-BDE7-60AE7AFB0EF3}"/>
    <dgm:cxn modelId="{4B7035F9-F45E-45F3-8320-DA7A62D19665}" srcId="{524A02EE-A935-4994-A720-35A2C1F56739}" destId="{225F193A-3ADB-43E1-A513-EF3C0E52D790}" srcOrd="2" destOrd="0" parTransId="{6E7AA619-4619-4F97-AA3E-DF332A071E35}" sibTransId="{B8848D6B-4489-49E6-9BE3-251A00096E4C}"/>
    <dgm:cxn modelId="{86840D7E-AA73-41D4-A71D-0A54760F5ACF}" type="presParOf" srcId="{6110A589-BBF8-4ED6-9613-E9870CC497FE}" destId="{6FFF226F-01EA-4D82-B740-DFD261E09374}" srcOrd="0" destOrd="0" presId="urn:microsoft.com/office/officeart/2018/2/layout/IconVerticalSolidList"/>
    <dgm:cxn modelId="{EEAA28E1-38D0-4D7B-81AF-AD08F8CD9636}" type="presParOf" srcId="{6FFF226F-01EA-4D82-B740-DFD261E09374}" destId="{F460304F-5ED0-4A03-AFC6-0BE3641B009D}" srcOrd="0" destOrd="0" presId="urn:microsoft.com/office/officeart/2018/2/layout/IconVerticalSolidList"/>
    <dgm:cxn modelId="{82A97D19-4D30-4F2E-8645-69C0AF92749C}" type="presParOf" srcId="{6FFF226F-01EA-4D82-B740-DFD261E09374}" destId="{8512962C-04DA-452B-B3D6-8D19D1DAA8CD}" srcOrd="1" destOrd="0" presId="urn:microsoft.com/office/officeart/2018/2/layout/IconVerticalSolidList"/>
    <dgm:cxn modelId="{F7BA0172-0E5D-40DB-A04C-F4A0FD079ED4}" type="presParOf" srcId="{6FFF226F-01EA-4D82-B740-DFD261E09374}" destId="{5FD945F6-658A-4AE3-AA21-5593FD5D1F74}" srcOrd="2" destOrd="0" presId="urn:microsoft.com/office/officeart/2018/2/layout/IconVerticalSolidList"/>
    <dgm:cxn modelId="{4D680748-A2A8-4F6E-B81B-FC7B3C9665D8}" type="presParOf" srcId="{6FFF226F-01EA-4D82-B740-DFD261E09374}" destId="{7FD31817-848A-41C6-85DE-5059FFD16394}" srcOrd="3" destOrd="0" presId="urn:microsoft.com/office/officeart/2018/2/layout/IconVerticalSolidList"/>
    <dgm:cxn modelId="{7253A94C-496F-4714-9BF9-424BA03BC34C}" type="presParOf" srcId="{6110A589-BBF8-4ED6-9613-E9870CC497FE}" destId="{CB4DA6B1-4459-4836-9D5D-52379C845A11}" srcOrd="1" destOrd="0" presId="urn:microsoft.com/office/officeart/2018/2/layout/IconVerticalSolidList"/>
    <dgm:cxn modelId="{2AC80D66-318C-4D2A-B687-BD307E6D7FBF}" type="presParOf" srcId="{6110A589-BBF8-4ED6-9613-E9870CC497FE}" destId="{52BD37CB-16E2-48BC-B3B4-1C6CC2A5E320}" srcOrd="2" destOrd="0" presId="urn:microsoft.com/office/officeart/2018/2/layout/IconVerticalSolidList"/>
    <dgm:cxn modelId="{78CB479A-83EE-4E19-98B4-E17DDFADBF82}" type="presParOf" srcId="{52BD37CB-16E2-48BC-B3B4-1C6CC2A5E320}" destId="{3ADCAA36-0D0D-4F38-9530-42A3A2FAC09F}" srcOrd="0" destOrd="0" presId="urn:microsoft.com/office/officeart/2018/2/layout/IconVerticalSolidList"/>
    <dgm:cxn modelId="{FDD32379-9A0F-4027-A314-343CA30A7566}" type="presParOf" srcId="{52BD37CB-16E2-48BC-B3B4-1C6CC2A5E320}" destId="{062F87E8-F3C5-4D40-83D8-BCB2219AF24D}" srcOrd="1" destOrd="0" presId="urn:microsoft.com/office/officeart/2018/2/layout/IconVerticalSolidList"/>
    <dgm:cxn modelId="{A3044AEA-BCFA-4C84-89BF-DD9113EE6832}" type="presParOf" srcId="{52BD37CB-16E2-48BC-B3B4-1C6CC2A5E320}" destId="{19F98EC7-619A-4776-B4EB-6AE01BF0F3A8}" srcOrd="2" destOrd="0" presId="urn:microsoft.com/office/officeart/2018/2/layout/IconVerticalSolidList"/>
    <dgm:cxn modelId="{768624DA-A009-4B12-B0D9-1812573ABF76}" type="presParOf" srcId="{52BD37CB-16E2-48BC-B3B4-1C6CC2A5E320}" destId="{5F869C13-6386-498F-A261-A29723BE15CB}" srcOrd="3" destOrd="0" presId="urn:microsoft.com/office/officeart/2018/2/layout/IconVerticalSolidList"/>
    <dgm:cxn modelId="{05260F01-1151-4947-8758-316DD4B370BF}" type="presParOf" srcId="{6110A589-BBF8-4ED6-9613-E9870CC497FE}" destId="{8B8E7B68-10F3-4AFD-A438-744EFF9CC0CA}" srcOrd="3" destOrd="0" presId="urn:microsoft.com/office/officeart/2018/2/layout/IconVerticalSolidList"/>
    <dgm:cxn modelId="{127E7AE7-AB15-4EAF-997D-81DD46E66E24}" type="presParOf" srcId="{6110A589-BBF8-4ED6-9613-E9870CC497FE}" destId="{EE8F35B4-2034-4812-A2AA-982E54CB4BC2}" srcOrd="4" destOrd="0" presId="urn:microsoft.com/office/officeart/2018/2/layout/IconVerticalSolidList"/>
    <dgm:cxn modelId="{552F34A6-C795-4597-A99C-6AD5F4F1D677}" type="presParOf" srcId="{EE8F35B4-2034-4812-A2AA-982E54CB4BC2}" destId="{2A641AD0-CCB8-433E-B9D0-5EA08BE521DC}" srcOrd="0" destOrd="0" presId="urn:microsoft.com/office/officeart/2018/2/layout/IconVerticalSolidList"/>
    <dgm:cxn modelId="{D137F9CB-2EFC-4758-9C3D-BC94D44A9AA6}" type="presParOf" srcId="{EE8F35B4-2034-4812-A2AA-982E54CB4BC2}" destId="{7D20B611-D930-4ADB-8B09-473FAC0ABAAF}" srcOrd="1" destOrd="0" presId="urn:microsoft.com/office/officeart/2018/2/layout/IconVerticalSolidList"/>
    <dgm:cxn modelId="{81FB72C4-98E3-40ED-83AA-F5B0A310DA34}" type="presParOf" srcId="{EE8F35B4-2034-4812-A2AA-982E54CB4BC2}" destId="{8EC05E35-6CBB-4371-B533-69269E737A0E}" srcOrd="2" destOrd="0" presId="urn:microsoft.com/office/officeart/2018/2/layout/IconVerticalSolidList"/>
    <dgm:cxn modelId="{B187BC8A-83D0-49D4-B891-8FDDE097569B}" type="presParOf" srcId="{EE8F35B4-2034-4812-A2AA-982E54CB4BC2}" destId="{9A7D33F4-DFF3-48FB-BF89-A6EF862AA172}" srcOrd="3" destOrd="0" presId="urn:microsoft.com/office/officeart/2018/2/layout/IconVerticalSolidList"/>
    <dgm:cxn modelId="{4EAB2ADA-E021-4718-9E28-7743C1044D4A}" type="presParOf" srcId="{6110A589-BBF8-4ED6-9613-E9870CC497FE}" destId="{C45EF142-CAFC-45E3-8903-C3C0BABCC799}" srcOrd="5" destOrd="0" presId="urn:microsoft.com/office/officeart/2018/2/layout/IconVerticalSolidList"/>
    <dgm:cxn modelId="{01794524-CD65-411F-B697-DA02CB826EB7}" type="presParOf" srcId="{6110A589-BBF8-4ED6-9613-E9870CC497FE}" destId="{93F0921D-2777-4557-B2F0-31B364ADC82B}" srcOrd="6" destOrd="0" presId="urn:microsoft.com/office/officeart/2018/2/layout/IconVerticalSolidList"/>
    <dgm:cxn modelId="{8D8F8244-228D-49EB-A5A0-9D48074A17C2}" type="presParOf" srcId="{93F0921D-2777-4557-B2F0-31B364ADC82B}" destId="{C7FC2A9F-4BA8-421C-B72A-1A961C7362F7}" srcOrd="0" destOrd="0" presId="urn:microsoft.com/office/officeart/2018/2/layout/IconVerticalSolidList"/>
    <dgm:cxn modelId="{223BCB11-D195-4913-B79C-D772CDD29F7A}" type="presParOf" srcId="{93F0921D-2777-4557-B2F0-31B364ADC82B}" destId="{64B3C6EC-C417-4DE0-8F54-7F8B750E1223}" srcOrd="1" destOrd="0" presId="urn:microsoft.com/office/officeart/2018/2/layout/IconVerticalSolidList"/>
    <dgm:cxn modelId="{1E9A6B6A-1852-45BC-9960-74D12547490B}" type="presParOf" srcId="{93F0921D-2777-4557-B2F0-31B364ADC82B}" destId="{B339DF4E-B772-4E77-8294-3EAB0375CF0A}" srcOrd="2" destOrd="0" presId="urn:microsoft.com/office/officeart/2018/2/layout/IconVerticalSolidList"/>
    <dgm:cxn modelId="{7837E04F-4BBD-4E73-8D5A-5127A753ED4D}" type="presParOf" srcId="{93F0921D-2777-4557-B2F0-31B364ADC82B}" destId="{4F599309-80EE-4BD1-B0FC-5F31B1F37A7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D6A78C-DBE1-4203-8EE5-9CA4AE436FC2}">
      <dsp:nvSpPr>
        <dsp:cNvPr id="0" name=""/>
        <dsp:cNvSpPr/>
      </dsp:nvSpPr>
      <dsp:spPr>
        <a:xfrm>
          <a:off x="778200" y="1669"/>
          <a:ext cx="864246" cy="864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A25054-D274-4684-8068-7ECBC9141ED3}">
      <dsp:nvSpPr>
        <dsp:cNvPr id="0" name=""/>
        <dsp:cNvSpPr/>
      </dsp:nvSpPr>
      <dsp:spPr>
        <a:xfrm>
          <a:off x="962383" y="185853"/>
          <a:ext cx="495878" cy="4958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F04FA3-1618-4611-90A7-0CD03C3D5134}">
      <dsp:nvSpPr>
        <dsp:cNvPr id="0" name=""/>
        <dsp:cNvSpPr/>
      </dsp:nvSpPr>
      <dsp:spPr>
        <a:xfrm>
          <a:off x="501924" y="1135107"/>
          <a:ext cx="1416796" cy="56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u="none" kern="1200" dirty="0">
              <a:solidFill>
                <a:schemeClr val="tx1"/>
              </a:solidFill>
            </a:rPr>
            <a:t>Introduction</a:t>
          </a:r>
        </a:p>
      </dsp:txBody>
      <dsp:txXfrm>
        <a:off x="501924" y="1135107"/>
        <a:ext cx="1416796" cy="566718"/>
      </dsp:txXfrm>
    </dsp:sp>
    <dsp:sp modelId="{BAA2AC98-07B4-4482-AC2D-B8D4B9B492CE}">
      <dsp:nvSpPr>
        <dsp:cNvPr id="0" name=""/>
        <dsp:cNvSpPr/>
      </dsp:nvSpPr>
      <dsp:spPr>
        <a:xfrm>
          <a:off x="2442936" y="1669"/>
          <a:ext cx="864246" cy="864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BE55BE-256F-4262-8CB6-72E54C3D4C18}">
      <dsp:nvSpPr>
        <dsp:cNvPr id="0" name=""/>
        <dsp:cNvSpPr/>
      </dsp:nvSpPr>
      <dsp:spPr>
        <a:xfrm>
          <a:off x="2627120" y="185853"/>
          <a:ext cx="495878" cy="4958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636535-90BC-40F3-A0B6-BCC8BC1EB09B}">
      <dsp:nvSpPr>
        <dsp:cNvPr id="0" name=""/>
        <dsp:cNvSpPr/>
      </dsp:nvSpPr>
      <dsp:spPr>
        <a:xfrm>
          <a:off x="2166661" y="1135107"/>
          <a:ext cx="1416796" cy="56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u="none" kern="1200" dirty="0">
              <a:solidFill>
                <a:schemeClr val="tx1"/>
              </a:solidFill>
            </a:rPr>
            <a:t>Summary</a:t>
          </a:r>
        </a:p>
      </dsp:txBody>
      <dsp:txXfrm>
        <a:off x="2166661" y="1135107"/>
        <a:ext cx="1416796" cy="566718"/>
      </dsp:txXfrm>
    </dsp:sp>
    <dsp:sp modelId="{55044F2C-83D4-479B-9557-B7435CF352B2}">
      <dsp:nvSpPr>
        <dsp:cNvPr id="0" name=""/>
        <dsp:cNvSpPr/>
      </dsp:nvSpPr>
      <dsp:spPr>
        <a:xfrm>
          <a:off x="4107672" y="1669"/>
          <a:ext cx="864246" cy="864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DA3EEB-2959-44FE-AD24-0032A2D9D9D0}">
      <dsp:nvSpPr>
        <dsp:cNvPr id="0" name=""/>
        <dsp:cNvSpPr/>
      </dsp:nvSpPr>
      <dsp:spPr>
        <a:xfrm>
          <a:off x="4291856" y="185853"/>
          <a:ext cx="495878" cy="49587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ED6147-35CE-449D-A814-9D95814B85CB}">
      <dsp:nvSpPr>
        <dsp:cNvPr id="0" name=""/>
        <dsp:cNvSpPr/>
      </dsp:nvSpPr>
      <dsp:spPr>
        <a:xfrm>
          <a:off x="3831397" y="1135107"/>
          <a:ext cx="1416796" cy="56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u="none" kern="1200" dirty="0">
              <a:solidFill>
                <a:schemeClr val="tx1"/>
              </a:solidFill>
            </a:rPr>
            <a:t>Proposal</a:t>
          </a:r>
        </a:p>
      </dsp:txBody>
      <dsp:txXfrm>
        <a:off x="3831397" y="1135107"/>
        <a:ext cx="1416796" cy="566718"/>
      </dsp:txXfrm>
    </dsp:sp>
    <dsp:sp modelId="{909C6195-8C56-4A12-A143-A62E77D56B70}">
      <dsp:nvSpPr>
        <dsp:cNvPr id="0" name=""/>
        <dsp:cNvSpPr/>
      </dsp:nvSpPr>
      <dsp:spPr>
        <a:xfrm>
          <a:off x="1610568" y="2056025"/>
          <a:ext cx="864246" cy="864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42AA94-8234-4AFC-B2E7-A8231EBC5D61}">
      <dsp:nvSpPr>
        <dsp:cNvPr id="0" name=""/>
        <dsp:cNvSpPr/>
      </dsp:nvSpPr>
      <dsp:spPr>
        <a:xfrm>
          <a:off x="1794751" y="2240208"/>
          <a:ext cx="495878" cy="49587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C79D51-A329-4CEB-8FDB-A921E8D3AE65}">
      <dsp:nvSpPr>
        <dsp:cNvPr id="0" name=""/>
        <dsp:cNvSpPr/>
      </dsp:nvSpPr>
      <dsp:spPr>
        <a:xfrm>
          <a:off x="1334292" y="3189462"/>
          <a:ext cx="1416796" cy="56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u="none" kern="1200" dirty="0">
              <a:solidFill>
                <a:schemeClr val="tx1"/>
              </a:solidFill>
            </a:rPr>
            <a:t>SMART QUESTION</a:t>
          </a:r>
        </a:p>
      </dsp:txBody>
      <dsp:txXfrm>
        <a:off x="1334292" y="3189462"/>
        <a:ext cx="1416796" cy="566718"/>
      </dsp:txXfrm>
    </dsp:sp>
    <dsp:sp modelId="{DA725F30-B103-4B49-9019-8ACC54FE079A}">
      <dsp:nvSpPr>
        <dsp:cNvPr id="0" name=""/>
        <dsp:cNvSpPr/>
      </dsp:nvSpPr>
      <dsp:spPr>
        <a:xfrm>
          <a:off x="3275304" y="2056025"/>
          <a:ext cx="864246" cy="864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15732E-3F6B-4EE5-A251-0DDA3BC7B294}">
      <dsp:nvSpPr>
        <dsp:cNvPr id="0" name=""/>
        <dsp:cNvSpPr/>
      </dsp:nvSpPr>
      <dsp:spPr>
        <a:xfrm>
          <a:off x="3459488" y="2240208"/>
          <a:ext cx="495878" cy="49587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998A72-4481-4B3E-AFA5-CB7E79284DA0}">
      <dsp:nvSpPr>
        <dsp:cNvPr id="0" name=""/>
        <dsp:cNvSpPr/>
      </dsp:nvSpPr>
      <dsp:spPr>
        <a:xfrm>
          <a:off x="2999029" y="3189462"/>
          <a:ext cx="1416796" cy="56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u="none" kern="1200" dirty="0">
              <a:solidFill>
                <a:schemeClr val="tx1"/>
              </a:solidFill>
            </a:rPr>
            <a:t>Conclusion</a:t>
          </a:r>
        </a:p>
      </dsp:txBody>
      <dsp:txXfrm>
        <a:off x="2999029" y="3189462"/>
        <a:ext cx="1416796" cy="5667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60304F-5ED0-4A03-AFC6-0BE3641B009D}">
      <dsp:nvSpPr>
        <dsp:cNvPr id="0" name=""/>
        <dsp:cNvSpPr/>
      </dsp:nvSpPr>
      <dsp:spPr>
        <a:xfrm>
          <a:off x="0" y="1673"/>
          <a:ext cx="8356855" cy="84824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12962C-04DA-452B-B3D6-8D19D1DAA8CD}">
      <dsp:nvSpPr>
        <dsp:cNvPr id="0" name=""/>
        <dsp:cNvSpPr/>
      </dsp:nvSpPr>
      <dsp:spPr>
        <a:xfrm>
          <a:off x="256592" y="192527"/>
          <a:ext cx="466532" cy="46653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D31817-848A-41C6-85DE-5059FFD16394}">
      <dsp:nvSpPr>
        <dsp:cNvPr id="0" name=""/>
        <dsp:cNvSpPr/>
      </dsp:nvSpPr>
      <dsp:spPr>
        <a:xfrm>
          <a:off x="979717" y="1673"/>
          <a:ext cx="7377137" cy="848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72" tIns="89772" rIns="89772" bIns="89772" numCol="1" spcCol="1270" anchor="ctr" anchorCtr="0">
          <a:noAutofit/>
        </a:bodyPr>
        <a:lstStyle/>
        <a:p>
          <a:pPr marL="0" lvl="0" indent="0" algn="l" defTabSz="622300">
            <a:lnSpc>
              <a:spcPct val="100000"/>
            </a:lnSpc>
            <a:spcBef>
              <a:spcPct val="0"/>
            </a:spcBef>
            <a:spcAft>
              <a:spcPct val="35000"/>
            </a:spcAft>
            <a:buNone/>
          </a:pPr>
          <a:r>
            <a:rPr lang="en-US" sz="1400" kern="1200" dirty="0"/>
            <a:t>This project investigates the relationship between lifestyle factors, health metrics, and the diagnosis of Coronary Heart Disease (CHD).</a:t>
          </a:r>
        </a:p>
      </dsp:txBody>
      <dsp:txXfrm>
        <a:off x="979717" y="1673"/>
        <a:ext cx="7377137" cy="848240"/>
      </dsp:txXfrm>
    </dsp:sp>
    <dsp:sp modelId="{3ADCAA36-0D0D-4F38-9530-42A3A2FAC09F}">
      <dsp:nvSpPr>
        <dsp:cNvPr id="0" name=""/>
        <dsp:cNvSpPr/>
      </dsp:nvSpPr>
      <dsp:spPr>
        <a:xfrm>
          <a:off x="0" y="1061973"/>
          <a:ext cx="8356855" cy="84824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2F87E8-F3C5-4D40-83D8-BCB2219AF24D}">
      <dsp:nvSpPr>
        <dsp:cNvPr id="0" name=""/>
        <dsp:cNvSpPr/>
      </dsp:nvSpPr>
      <dsp:spPr>
        <a:xfrm>
          <a:off x="256592" y="1252827"/>
          <a:ext cx="466532" cy="46653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869C13-6386-498F-A261-A29723BE15CB}">
      <dsp:nvSpPr>
        <dsp:cNvPr id="0" name=""/>
        <dsp:cNvSpPr/>
      </dsp:nvSpPr>
      <dsp:spPr>
        <a:xfrm>
          <a:off x="979717" y="1061973"/>
          <a:ext cx="7377137" cy="848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72" tIns="89772" rIns="89772" bIns="89772" numCol="1" spcCol="1270" anchor="ctr" anchorCtr="0">
          <a:noAutofit/>
        </a:bodyPr>
        <a:lstStyle/>
        <a:p>
          <a:pPr marL="0" lvl="0" indent="0" algn="l" defTabSz="622300">
            <a:lnSpc>
              <a:spcPct val="100000"/>
            </a:lnSpc>
            <a:spcBef>
              <a:spcPct val="0"/>
            </a:spcBef>
            <a:spcAft>
              <a:spcPct val="35000"/>
            </a:spcAft>
            <a:buNone/>
          </a:pPr>
          <a:r>
            <a:rPr lang="en-US" sz="1400" kern="1200" dirty="0"/>
            <a:t>The analysis uses robust statistical methods, including T-tests, Chi-square tests, and ANOVA, to answer</a:t>
          </a:r>
          <a:r>
            <a:rPr lang="en-US" sz="1400" kern="1200" dirty="0">
              <a:latin typeface="Avenir Next LT Pro"/>
            </a:rPr>
            <a:t> SMART </a:t>
          </a:r>
          <a:r>
            <a:rPr lang="en-US" sz="1400" kern="1200" dirty="0"/>
            <a:t>questions.</a:t>
          </a:r>
        </a:p>
      </dsp:txBody>
      <dsp:txXfrm>
        <a:off x="979717" y="1061973"/>
        <a:ext cx="7377137" cy="848240"/>
      </dsp:txXfrm>
    </dsp:sp>
    <dsp:sp modelId="{2A641AD0-CCB8-433E-B9D0-5EA08BE521DC}">
      <dsp:nvSpPr>
        <dsp:cNvPr id="0" name=""/>
        <dsp:cNvSpPr/>
      </dsp:nvSpPr>
      <dsp:spPr>
        <a:xfrm>
          <a:off x="0" y="2122274"/>
          <a:ext cx="8356855" cy="84824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20B611-D930-4ADB-8B09-473FAC0ABAAF}">
      <dsp:nvSpPr>
        <dsp:cNvPr id="0" name=""/>
        <dsp:cNvSpPr/>
      </dsp:nvSpPr>
      <dsp:spPr>
        <a:xfrm>
          <a:off x="256592" y="2313128"/>
          <a:ext cx="466532" cy="46653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7D33F4-DFF3-48FB-BF89-A6EF862AA172}">
      <dsp:nvSpPr>
        <dsp:cNvPr id="0" name=""/>
        <dsp:cNvSpPr/>
      </dsp:nvSpPr>
      <dsp:spPr>
        <a:xfrm>
          <a:off x="979717" y="2122274"/>
          <a:ext cx="7377137" cy="848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72" tIns="89772" rIns="89772" bIns="89772" numCol="1" spcCol="1270" anchor="ctr" anchorCtr="0">
          <a:noAutofit/>
        </a:bodyPr>
        <a:lstStyle/>
        <a:p>
          <a:pPr marL="0" lvl="0" indent="0" algn="l" defTabSz="622300">
            <a:lnSpc>
              <a:spcPct val="100000"/>
            </a:lnSpc>
            <a:spcBef>
              <a:spcPct val="0"/>
            </a:spcBef>
            <a:spcAft>
              <a:spcPct val="35000"/>
            </a:spcAft>
            <a:buNone/>
          </a:pPr>
          <a:r>
            <a:rPr lang="en-US" sz="1400" kern="1200" dirty="0"/>
            <a:t>The dataset was obtained from the CDC's Behavioral Risk Factor Surveillance System (BRFSS) 2024 annual data, which is publicly available at this link: </a:t>
          </a:r>
          <a:r>
            <a:rPr lang="en-US" sz="1400" kern="1200" dirty="0">
              <a:hlinkClick xmlns:r="http://schemas.openxmlformats.org/officeDocument/2006/relationships" r:id="rId7"/>
            </a:rPr>
            <a:t>Behavioral Risk Factor Survelliance System</a:t>
          </a:r>
          <a:endParaRPr lang="en-US" sz="1400" kern="1200" dirty="0"/>
        </a:p>
      </dsp:txBody>
      <dsp:txXfrm>
        <a:off x="979717" y="2122274"/>
        <a:ext cx="7377137" cy="848240"/>
      </dsp:txXfrm>
    </dsp:sp>
    <dsp:sp modelId="{C7FC2A9F-4BA8-421C-B72A-1A961C7362F7}">
      <dsp:nvSpPr>
        <dsp:cNvPr id="0" name=""/>
        <dsp:cNvSpPr/>
      </dsp:nvSpPr>
      <dsp:spPr>
        <a:xfrm>
          <a:off x="0" y="3182574"/>
          <a:ext cx="8356855" cy="84824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B3C6EC-C417-4DE0-8F54-7F8B750E1223}">
      <dsp:nvSpPr>
        <dsp:cNvPr id="0" name=""/>
        <dsp:cNvSpPr/>
      </dsp:nvSpPr>
      <dsp:spPr>
        <a:xfrm>
          <a:off x="256592" y="3373428"/>
          <a:ext cx="466532" cy="466532"/>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599309-80EE-4BD1-B0FC-5F31B1F37A73}">
      <dsp:nvSpPr>
        <dsp:cNvPr id="0" name=""/>
        <dsp:cNvSpPr/>
      </dsp:nvSpPr>
      <dsp:spPr>
        <a:xfrm>
          <a:off x="979717" y="3182574"/>
          <a:ext cx="7377137" cy="848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72" tIns="89772" rIns="89772" bIns="89772" numCol="1" spcCol="1270" anchor="ctr" anchorCtr="0">
          <a:noAutofit/>
        </a:bodyPr>
        <a:lstStyle/>
        <a:p>
          <a:pPr marL="0" lvl="0" indent="0" algn="l" defTabSz="622300">
            <a:lnSpc>
              <a:spcPct val="100000"/>
            </a:lnSpc>
            <a:spcBef>
              <a:spcPct val="0"/>
            </a:spcBef>
            <a:spcAft>
              <a:spcPct val="35000"/>
            </a:spcAft>
            <a:buNone/>
          </a:pPr>
          <a:r>
            <a:rPr lang="en-US" sz="1400" kern="1200" dirty="0"/>
            <a:t>The goal is to provide evidence-based insights that can support public health strategies to mitigate CHD risk factors.</a:t>
          </a:r>
        </a:p>
      </dsp:txBody>
      <dsp:txXfrm>
        <a:off x="979717" y="3182574"/>
        <a:ext cx="7377137" cy="84824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E72A9-67A2-4FB1-BBF6-740F2C2EA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27B748C-466C-45D8-970C-D4FB4FE80C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8ABBF3-49A8-4B3F-9773-22E67695BB12}" type="datetimeFigureOut">
              <a:rPr lang="en-US" smtClean="0"/>
              <a:t>10/19/2025</a:t>
            </a:fld>
            <a:endParaRPr lang="en-US" dirty="0"/>
          </a:p>
        </p:txBody>
      </p:sp>
      <p:sp>
        <p:nvSpPr>
          <p:cNvPr id="4" name="Footer Placeholder 3">
            <a:extLst>
              <a:ext uri="{FF2B5EF4-FFF2-40B4-BE49-F238E27FC236}">
                <a16:creationId xmlns:a16="http://schemas.microsoft.com/office/drawing/2014/main" id="{EAA8C23F-271A-4B7C-87EC-108046165C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3E7ABF6-4152-4126-AC20-23B44A3111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EB6193-5AA7-489B-8575-00593FC261DE}" type="slidenum">
              <a:rPr lang="en-US" smtClean="0"/>
              <a:t>‹#›</a:t>
            </a:fld>
            <a:endParaRPr lang="en-US" dirty="0"/>
          </a:p>
        </p:txBody>
      </p:sp>
    </p:spTree>
    <p:extLst>
      <p:ext uri="{BB962C8B-B14F-4D97-AF65-F5344CB8AC3E}">
        <p14:creationId xmlns:p14="http://schemas.microsoft.com/office/powerpoint/2010/main" val="1305405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AAC2B-A50D-4386-849A-6B59FB991B4C}" type="datetimeFigureOut">
              <a:rPr lang="en-US" smtClean="0"/>
              <a:t>10/19/2025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95658-EA1F-4910-80AB-4DA76E167475}" type="slidenum">
              <a:rPr lang="en-US" smtClean="0"/>
              <a:t>‹#›</a:t>
            </a:fld>
            <a:endParaRPr lang="en-US" dirty="0"/>
          </a:p>
        </p:txBody>
      </p:sp>
    </p:spTree>
    <p:extLst>
      <p:ext uri="{BB962C8B-B14F-4D97-AF65-F5344CB8AC3E}">
        <p14:creationId xmlns:p14="http://schemas.microsoft.com/office/powerpoint/2010/main" val="341477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1</a:t>
            </a:fld>
            <a:endParaRPr lang="en-US" dirty="0"/>
          </a:p>
        </p:txBody>
      </p:sp>
    </p:spTree>
    <p:extLst>
      <p:ext uri="{BB962C8B-B14F-4D97-AF65-F5344CB8AC3E}">
        <p14:creationId xmlns:p14="http://schemas.microsoft.com/office/powerpoint/2010/main" val="2456864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21E60-5817-DC5C-9F31-DEF0588E55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76A26-A115-1257-34FB-8C96C2A31C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90A3C1-CC09-1A31-CE28-F7345537366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7B2694-3A20-2A5D-6DEF-D806B6FBDBD8}"/>
              </a:ext>
            </a:extLst>
          </p:cNvPr>
          <p:cNvSpPr>
            <a:spLocks noGrp="1"/>
          </p:cNvSpPr>
          <p:nvPr>
            <p:ph type="sldNum" sz="quarter" idx="5"/>
          </p:nvPr>
        </p:nvSpPr>
        <p:spPr/>
        <p:txBody>
          <a:bodyPr/>
          <a:lstStyle/>
          <a:p>
            <a:fld id="{10895658-EA1F-4910-80AB-4DA76E167475}" type="slidenum">
              <a:rPr lang="en-US" smtClean="0"/>
              <a:t>2</a:t>
            </a:fld>
            <a:endParaRPr lang="en-US" dirty="0"/>
          </a:p>
        </p:txBody>
      </p:sp>
    </p:spTree>
    <p:extLst>
      <p:ext uri="{BB962C8B-B14F-4D97-AF65-F5344CB8AC3E}">
        <p14:creationId xmlns:p14="http://schemas.microsoft.com/office/powerpoint/2010/main" val="3709793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46C6E-6CAB-236E-2414-2F7B047AE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65DACB-CED7-21B8-0F57-8673763A94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FB8E2C-8E17-64CD-1742-1417FAF898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BCEE9F3-0A99-4860-60C4-54AB6AD942FF}"/>
              </a:ext>
            </a:extLst>
          </p:cNvPr>
          <p:cNvSpPr>
            <a:spLocks noGrp="1"/>
          </p:cNvSpPr>
          <p:nvPr>
            <p:ph type="sldNum" sz="quarter" idx="5"/>
          </p:nvPr>
        </p:nvSpPr>
        <p:spPr/>
        <p:txBody>
          <a:bodyPr/>
          <a:lstStyle/>
          <a:p>
            <a:fld id="{10895658-EA1F-4910-80AB-4DA76E167475}" type="slidenum">
              <a:rPr lang="en-US" smtClean="0"/>
              <a:t>3</a:t>
            </a:fld>
            <a:endParaRPr lang="en-US" dirty="0"/>
          </a:p>
        </p:txBody>
      </p:sp>
    </p:spTree>
    <p:extLst>
      <p:ext uri="{BB962C8B-B14F-4D97-AF65-F5344CB8AC3E}">
        <p14:creationId xmlns:p14="http://schemas.microsoft.com/office/powerpoint/2010/main" val="30662899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B832B-08D4-E11F-42B4-D8DD7DED2D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82FCAF-AB4C-30F3-657B-D8AEFE633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F28387-4E26-8B4E-20D4-990D080CF6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5CD6133-9E7C-3C73-C68A-04F21CE1B173}"/>
              </a:ext>
            </a:extLst>
          </p:cNvPr>
          <p:cNvSpPr>
            <a:spLocks noGrp="1"/>
          </p:cNvSpPr>
          <p:nvPr>
            <p:ph type="sldNum" sz="quarter" idx="5"/>
          </p:nvPr>
        </p:nvSpPr>
        <p:spPr/>
        <p:txBody>
          <a:bodyPr/>
          <a:lstStyle/>
          <a:p>
            <a:fld id="{10895658-EA1F-4910-80AB-4DA76E167475}" type="slidenum">
              <a:rPr lang="en-US" smtClean="0"/>
              <a:t>4</a:t>
            </a:fld>
            <a:endParaRPr lang="en-US" dirty="0"/>
          </a:p>
        </p:txBody>
      </p:sp>
    </p:spTree>
    <p:extLst>
      <p:ext uri="{BB962C8B-B14F-4D97-AF65-F5344CB8AC3E}">
        <p14:creationId xmlns:p14="http://schemas.microsoft.com/office/powerpoint/2010/main" val="35279024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25630-C85E-0FBC-8E10-B9A995490F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4DCEA-702D-083F-5759-2F8970CD61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112F9B-3523-004C-8DBF-D9148376BD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0FD3C1-090D-4324-6613-93F2063BEFFF}"/>
              </a:ext>
            </a:extLst>
          </p:cNvPr>
          <p:cNvSpPr>
            <a:spLocks noGrp="1"/>
          </p:cNvSpPr>
          <p:nvPr>
            <p:ph type="sldNum" sz="quarter" idx="5"/>
          </p:nvPr>
        </p:nvSpPr>
        <p:spPr/>
        <p:txBody>
          <a:bodyPr/>
          <a:lstStyle/>
          <a:p>
            <a:fld id="{10895658-EA1F-4910-80AB-4DA76E167475}" type="slidenum">
              <a:rPr lang="en-US" smtClean="0"/>
              <a:t>5</a:t>
            </a:fld>
            <a:endParaRPr lang="en-US" dirty="0"/>
          </a:p>
        </p:txBody>
      </p:sp>
    </p:spTree>
    <p:extLst>
      <p:ext uri="{BB962C8B-B14F-4D97-AF65-F5344CB8AC3E}">
        <p14:creationId xmlns:p14="http://schemas.microsoft.com/office/powerpoint/2010/main" val="2788320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58711-D0B8-9CDF-3AD1-AFD39BAC3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CC317D-3467-29AF-82B4-8BA14C5381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2C8630-45B1-41C9-F381-510AA94470D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CF2E49C-60B3-7742-1D4D-0BA29AD90A5A}"/>
              </a:ext>
            </a:extLst>
          </p:cNvPr>
          <p:cNvSpPr>
            <a:spLocks noGrp="1"/>
          </p:cNvSpPr>
          <p:nvPr>
            <p:ph type="sldNum" sz="quarter" idx="5"/>
          </p:nvPr>
        </p:nvSpPr>
        <p:spPr/>
        <p:txBody>
          <a:bodyPr/>
          <a:lstStyle/>
          <a:p>
            <a:fld id="{10895658-EA1F-4910-80AB-4DA76E167475}" type="slidenum">
              <a:rPr lang="en-US" smtClean="0"/>
              <a:t>6</a:t>
            </a:fld>
            <a:endParaRPr lang="en-US" dirty="0"/>
          </a:p>
        </p:txBody>
      </p:sp>
    </p:spTree>
    <p:extLst>
      <p:ext uri="{BB962C8B-B14F-4D97-AF65-F5344CB8AC3E}">
        <p14:creationId xmlns:p14="http://schemas.microsoft.com/office/powerpoint/2010/main" val="35648952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svg"/><Relationship Id="rId10" Type="http://schemas.openxmlformats.org/officeDocument/2006/relationships/image" Target="../media/image5.png"/><Relationship Id="rId4" Type="http://schemas.openxmlformats.org/officeDocument/2006/relationships/image" Target="../media/image14.png"/><Relationship Id="rId9"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4.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9AF4D7D-42EC-4F30-296A-81B05C4E7D57}"/>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714772" y="677918"/>
            <a:ext cx="6856292" cy="3590596"/>
          </a:xfrm>
        </p:spPr>
        <p:txBody>
          <a:bodyPr anchor="ctr"/>
          <a:lstStyle>
            <a:lvl1pPr algn="l">
              <a:defRPr sz="6000" cap="all" baseline="0">
                <a:solidFill>
                  <a:schemeClr val="tx2"/>
                </a:solidFill>
              </a:defRPr>
            </a:lvl1pPr>
          </a:lstStyle>
          <a:p>
            <a:r>
              <a:rPr lang="en-US" dirty="0"/>
              <a:t>Click to add title</a:t>
            </a:r>
          </a:p>
        </p:txBody>
      </p:sp>
    </p:spTree>
    <p:extLst>
      <p:ext uri="{BB962C8B-B14F-4D97-AF65-F5344CB8AC3E}">
        <p14:creationId xmlns:p14="http://schemas.microsoft.com/office/powerpoint/2010/main" val="670392170"/>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3950" y="429461"/>
            <a:ext cx="6343650" cy="2668463"/>
          </a:xfrm>
        </p:spPr>
        <p:txBody>
          <a:bodyPr anchor="b" anchorCtr="0"/>
          <a:lstStyle>
            <a:lvl1pPr>
              <a:defRPr cap="all" baseline="0">
                <a:solidFill>
                  <a:schemeClr val="accent1"/>
                </a:solidFill>
              </a:defRPr>
            </a:lvl1pPr>
          </a:lstStyle>
          <a:p>
            <a:r>
              <a:rPr lang="en-US" dirty="0"/>
              <a:t>CLICK TO ADD TITLE</a:t>
            </a:r>
          </a:p>
        </p:txBody>
      </p:sp>
      <p:sp>
        <p:nvSpPr>
          <p:cNvPr id="7" name="Content Placeholder 2">
            <a:extLst>
              <a:ext uri="{FF2B5EF4-FFF2-40B4-BE49-F238E27FC236}">
                <a16:creationId xmlns:a16="http://schemas.microsoft.com/office/drawing/2014/main" id="{F183B974-C7F1-5026-EC6E-647371B64BBB}"/>
              </a:ext>
            </a:extLst>
          </p:cNvPr>
          <p:cNvSpPr>
            <a:spLocks noGrp="1"/>
          </p:cNvSpPr>
          <p:nvPr>
            <p:ph sz="half" idx="14" hasCustomPrompt="1"/>
          </p:nvPr>
        </p:nvSpPr>
        <p:spPr>
          <a:xfrm>
            <a:off x="4938712" y="3299953"/>
            <a:ext cx="6338888" cy="2668463"/>
          </a:xfrm>
        </p:spPr>
        <p:txBody>
          <a:bodyPr>
            <a:normAutofit/>
          </a:bodyPr>
          <a:lstStyle>
            <a:lvl1pPr marL="0" indent="0">
              <a:lnSpc>
                <a:spcPct val="150000"/>
              </a:lnSpc>
              <a:spcBef>
                <a:spcPts val="0"/>
              </a:spcBef>
              <a:spcAft>
                <a:spcPts val="0"/>
              </a:spcAft>
              <a:buFont typeface="Arial" panose="020B0604020202020204" pitchFamily="34" charset="0"/>
              <a:buNone/>
              <a:defRPr sz="24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a:extLst>
              <a:ext uri="{FF2B5EF4-FFF2-40B4-BE49-F238E27FC236}">
                <a16:creationId xmlns:a16="http://schemas.microsoft.com/office/drawing/2014/main" id="{464914EB-20DD-97B4-8FF9-94D739D21CA4}"/>
              </a:ext>
              <a:ext uri="{C183D7F6-B498-43B3-948B-1728B52AA6E4}">
                <adec:decorative xmlns:adec="http://schemas.microsoft.com/office/drawing/2017/decorative" val="1"/>
              </a:ext>
            </a:extLst>
          </p:cNvPr>
          <p:cNvGrpSpPr/>
          <p:nvPr userDrawn="1"/>
        </p:nvGrpSpPr>
        <p:grpSpPr>
          <a:xfrm>
            <a:off x="-9867" y="-7753"/>
            <a:ext cx="4187536" cy="6865753"/>
            <a:chOff x="-9867" y="-7753"/>
            <a:chExt cx="4187536" cy="6865753"/>
          </a:xfrm>
        </p:grpSpPr>
        <p:sp>
          <p:nvSpPr>
            <p:cNvPr id="64" name="Rectangle 63">
              <a:extLst>
                <a:ext uri="{FF2B5EF4-FFF2-40B4-BE49-F238E27FC236}">
                  <a16:creationId xmlns:a16="http://schemas.microsoft.com/office/drawing/2014/main" id="{0407AED1-9974-465A-BC9C-530E270105DE}"/>
                </a:ext>
              </a:extLst>
            </p:cNvPr>
            <p:cNvSpPr/>
            <p:nvPr userDrawn="1"/>
          </p:nvSpPr>
          <p:spPr>
            <a:xfrm flipH="1">
              <a:off x="0" y="2021358"/>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08ADBC6-C9BE-4302-A86A-4AC842874C24}"/>
                </a:ext>
              </a:extLst>
            </p:cNvPr>
            <p:cNvSpPr/>
            <p:nvPr userDrawn="1"/>
          </p:nvSpPr>
          <p:spPr>
            <a:xfrm>
              <a:off x="2029604"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2B04AFC-F339-4DFB-AA44-D68317065E02}"/>
                </a:ext>
              </a:extLst>
            </p:cNvPr>
            <p:cNvSpPr/>
            <p:nvPr userDrawn="1"/>
          </p:nvSpPr>
          <p:spPr>
            <a:xfrm>
              <a:off x="2028253" y="4052815"/>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black and white striped pattern&#10;&#10;Description automatically generated with low confidence">
              <a:extLst>
                <a:ext uri="{FF2B5EF4-FFF2-40B4-BE49-F238E27FC236}">
                  <a16:creationId xmlns:a16="http://schemas.microsoft.com/office/drawing/2014/main" id="{E88B2398-8473-499F-836C-F3AF518F5BB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9867" y="-1076"/>
              <a:ext cx="2029968" cy="2029968"/>
            </a:xfrm>
            <a:prstGeom prst="rect">
              <a:avLst/>
            </a:prstGeom>
          </p:spPr>
        </p:pic>
        <p:sp>
          <p:nvSpPr>
            <p:cNvPr id="31" name="Rectangle 30">
              <a:extLst>
                <a:ext uri="{FF2B5EF4-FFF2-40B4-BE49-F238E27FC236}">
                  <a16:creationId xmlns:a16="http://schemas.microsoft.com/office/drawing/2014/main" id="{A522571C-09D3-4F39-B963-76F80D9973F1}"/>
                </a:ext>
              </a:extLst>
            </p:cNvPr>
            <p:cNvSpPr/>
            <p:nvPr userDrawn="1"/>
          </p:nvSpPr>
          <p:spPr>
            <a:xfrm>
              <a:off x="2029968" y="6045049"/>
              <a:ext cx="2029968" cy="812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20268D7D-D5FB-492C-8D00-3E866534BD42}"/>
                </a:ext>
              </a:extLst>
            </p:cNvPr>
            <p:cNvSpPr/>
            <p:nvPr userDrawn="1"/>
          </p:nvSpPr>
          <p:spPr>
            <a:xfrm flipH="1">
              <a:off x="0" y="4828032"/>
              <a:ext cx="2032942"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54BCEF24-C76B-44E5-A457-E55658E8EB8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860" y="4828032"/>
              <a:ext cx="2029968" cy="2029968"/>
            </a:xfrm>
            <a:prstGeom prst="rect">
              <a:avLst/>
            </a:prstGeom>
          </p:spPr>
        </p:pic>
        <p:grpSp>
          <p:nvGrpSpPr>
            <p:cNvPr id="40" name="Group 39">
              <a:extLst>
                <a:ext uri="{FF2B5EF4-FFF2-40B4-BE49-F238E27FC236}">
                  <a16:creationId xmlns:a16="http://schemas.microsoft.com/office/drawing/2014/main" id="{18216784-417D-44A8-8CF1-C0CAF410EB9B}"/>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id="{FFF90BA2-E949-4FDF-A88E-B68F607E3205}"/>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41F18930-2C24-4BA6-A1EB-BF1644EE8558}"/>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D5953E65-C24C-4C83-86BB-E4A6D2532FDF}"/>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0B9DA7A8-A66E-4E0E-92DF-B3FF112EBB70}"/>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94E74739-1964-4A3C-B2E5-28FEF5EF8E49}"/>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E31C22DC-76BD-4E83-8A1A-B7AE70B2E8FE}"/>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F63C700C-5749-4BA1-8128-78559312E825}"/>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EC81C305-3A69-4634-8A07-56F8272122A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A14AAEDA-8F87-420D-A6BD-FF115C08EB7A}"/>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A1FA4EA0-701D-49A3-8962-1BD0CE6E9C0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E362A8AA-1110-4C1C-9922-60F7D43E82B0}"/>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BC8B72EE-335A-4030-B500-7E6FB4D24F18}"/>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10167348-D9AA-4440-8569-849A6B0F2C2D}"/>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A5616AB2-7A83-42C0-883C-FFA27D5468C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6A9CA073-4F0B-4787-B46D-7886261E945E}"/>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9AF901A3-1EC5-458F-A653-74CCEAE9A13D}"/>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4D5E35A9-4BB5-48F3-AE34-E1BDD3343EB1}"/>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A9A549D5-A823-49C4-8C36-D074E6E039B9}"/>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6A767C47-7246-4B50-8E78-82766365754A}"/>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0AEE1DDC-07C3-4204-A3B1-BB7C77C0622B}"/>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75" name="Rectangle 74">
              <a:extLst>
                <a:ext uri="{FF2B5EF4-FFF2-40B4-BE49-F238E27FC236}">
                  <a16:creationId xmlns:a16="http://schemas.microsoft.com/office/drawing/2014/main" id="{15DA288D-BE35-46E8-AA86-9F28D8504DAB}"/>
                </a:ext>
              </a:extLst>
            </p:cNvPr>
            <p:cNvSpPr/>
            <p:nvPr userDrawn="1"/>
          </p:nvSpPr>
          <p:spPr>
            <a:xfrm>
              <a:off x="0" y="4043197"/>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73">
              <a:extLst>
                <a:ext uri="{FF2B5EF4-FFF2-40B4-BE49-F238E27FC236}">
                  <a16:creationId xmlns:a16="http://schemas.microsoft.com/office/drawing/2014/main" id="{72557B54-30A3-4192-9D51-EE28AF522DE9}"/>
                </a:ext>
              </a:extLst>
            </p:cNvPr>
            <p:cNvSpPr/>
            <p:nvPr userDrawn="1"/>
          </p:nvSpPr>
          <p:spPr>
            <a:xfrm>
              <a:off x="0" y="2021358"/>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6" name="Straight Connector 65">
              <a:extLst>
                <a:ext uri="{FF2B5EF4-FFF2-40B4-BE49-F238E27FC236}">
                  <a16:creationId xmlns:a16="http://schemas.microsoft.com/office/drawing/2014/main" id="{2208FD0E-034D-4DF3-85D7-F0EBE2775B58}"/>
                </a:ext>
              </a:extLst>
            </p:cNvPr>
            <p:cNvCxnSpPr>
              <a:cxnSpLocks/>
            </p:cNvCxnSpPr>
            <p:nvPr userDrawn="1"/>
          </p:nvCxnSpPr>
          <p:spPr>
            <a:xfrm>
              <a:off x="10632" y="-7753"/>
              <a:ext cx="4052352" cy="404086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E20239FE-47D0-4B4F-8440-F859F368C141}"/>
                </a:ext>
              </a:extLst>
            </p:cNvPr>
            <p:cNvSpPr/>
            <p:nvPr userDrawn="1"/>
          </p:nvSpPr>
          <p:spPr>
            <a:xfrm>
              <a:off x="3903349" y="3869829"/>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Footer Placeholder 4">
            <a:extLst>
              <a:ext uri="{FF2B5EF4-FFF2-40B4-BE49-F238E27FC236}">
                <a16:creationId xmlns:a16="http://schemas.microsoft.com/office/drawing/2014/main" id="{A8925BB7-B630-981C-964B-37A5DCBEA2E2}"/>
              </a:ext>
            </a:extLst>
          </p:cNvPr>
          <p:cNvSpPr>
            <a:spLocks noGrp="1"/>
          </p:cNvSpPr>
          <p:nvPr>
            <p:ph type="ftr" sz="quarter" idx="11"/>
          </p:nvPr>
        </p:nvSpPr>
        <p:spPr>
          <a:xfrm>
            <a:off x="7306165" y="6355080"/>
            <a:ext cx="2286000" cy="365125"/>
          </a:xfrm>
        </p:spPr>
        <p:txBody>
          <a:bodyPr/>
          <a:lstStyle>
            <a:lvl1pPr>
              <a:defRPr>
                <a:solidFill>
                  <a:schemeClr val="tx1"/>
                </a:solidFill>
              </a:defRPr>
            </a:lvl1pPr>
          </a:lstStyle>
          <a:p>
            <a:r>
              <a:rPr lang="en-US"/>
              <a:t>Presentation title</a:t>
            </a:r>
            <a:endParaRPr lang="en-US" dirty="0"/>
          </a:p>
        </p:txBody>
      </p:sp>
      <p:sp>
        <p:nvSpPr>
          <p:cNvPr id="5" name="Slide Number Placeholder 5">
            <a:extLst>
              <a:ext uri="{FF2B5EF4-FFF2-40B4-BE49-F238E27FC236}">
                <a16:creationId xmlns:a16="http://schemas.microsoft.com/office/drawing/2014/main" id="{4B4D24B0-E841-7B76-D133-06ABBAB6B6FF}"/>
              </a:ext>
            </a:extLst>
          </p:cNvPr>
          <p:cNvSpPr>
            <a:spLocks noGrp="1"/>
          </p:cNvSpPr>
          <p:nvPr>
            <p:ph type="sldNum" sz="quarter" idx="12"/>
          </p:nvPr>
        </p:nvSpPr>
        <p:spPr>
          <a:xfrm>
            <a:off x="10967357"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
        <p:nvSpPr>
          <p:cNvPr id="6" name="Date Placeholder 3">
            <a:extLst>
              <a:ext uri="{FF2B5EF4-FFF2-40B4-BE49-F238E27FC236}">
                <a16:creationId xmlns:a16="http://schemas.microsoft.com/office/drawing/2014/main" id="{C7D011F5-A799-BEAA-9160-5743D58B456A}"/>
              </a:ext>
            </a:extLst>
          </p:cNvPr>
          <p:cNvSpPr>
            <a:spLocks noGrp="1"/>
          </p:cNvSpPr>
          <p:nvPr>
            <p:ph type="dt" sz="half" idx="10"/>
          </p:nvPr>
        </p:nvSpPr>
        <p:spPr>
          <a:xfrm>
            <a:off x="4833694" y="6353175"/>
            <a:ext cx="1097280" cy="365125"/>
          </a:xfrm>
        </p:spPr>
        <p:txBody>
          <a:bodyPr/>
          <a:lstStyle>
            <a:lvl1pPr>
              <a:defRPr>
                <a:solidFill>
                  <a:schemeClr val="tx1"/>
                </a:solidFill>
              </a:defRPr>
            </a:lvl1pPr>
          </a:lstStyle>
          <a:p>
            <a:r>
              <a:rPr lang="en-US"/>
              <a:t>12/11/2023</a:t>
            </a:r>
            <a:endParaRPr lang="en-US" dirty="0"/>
          </a:p>
        </p:txBody>
      </p:sp>
    </p:spTree>
    <p:extLst>
      <p:ext uri="{BB962C8B-B14F-4D97-AF65-F5344CB8AC3E}">
        <p14:creationId xmlns:p14="http://schemas.microsoft.com/office/powerpoint/2010/main" val="193739902"/>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660358"/>
            <a:ext cx="6594768" cy="5537284"/>
          </a:xfrm>
        </p:spPr>
        <p:txBody>
          <a:bodyPr anchor="ctr">
            <a:normAutofit/>
          </a:bodyPr>
          <a:lstStyle>
            <a:lvl1pPr algn="l">
              <a:defRPr sz="4800" cap="all" baseline="0">
                <a:solidFill>
                  <a:schemeClr val="tx2"/>
                </a:solidFill>
              </a:defRPr>
            </a:lvl1pPr>
          </a:lstStyle>
          <a:p>
            <a:r>
              <a:rPr lang="en-US" dirty="0"/>
              <a:t>Click to add title</a:t>
            </a:r>
          </a:p>
        </p:txBody>
      </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rot="10800000">
            <a:off x="1" y="761322"/>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algn="ctr">
              <a:defRPr sz="2000">
                <a:solidFill>
                  <a:schemeClr val="bg1"/>
                </a:solidFill>
              </a:defRPr>
            </a:lvl1pPr>
          </a:lstStyle>
          <a:p>
            <a:r>
              <a:rPr lang="en-US" dirty="0"/>
              <a:t>Click icon to insert picture</a:t>
            </a:r>
          </a:p>
        </p:txBody>
      </p:sp>
      <p:grpSp>
        <p:nvGrpSpPr>
          <p:cNvPr id="4" name="Group 3">
            <a:extLst>
              <a:ext uri="{FF2B5EF4-FFF2-40B4-BE49-F238E27FC236}">
                <a16:creationId xmlns:a16="http://schemas.microsoft.com/office/drawing/2014/main" id="{A1EA6F58-FA46-C921-5758-59234B148D4F}"/>
              </a:ext>
              <a:ext uri="{C183D7F6-B498-43B3-948B-1728B52AA6E4}">
                <adec:decorative xmlns:adec="http://schemas.microsoft.com/office/drawing/2017/decorative" val="1"/>
              </a:ext>
            </a:extLst>
          </p:cNvPr>
          <p:cNvGrpSpPr/>
          <p:nvPr userDrawn="1"/>
        </p:nvGrpSpPr>
        <p:grpSpPr>
          <a:xfrm>
            <a:off x="0" y="0"/>
            <a:ext cx="4069439" cy="4828833"/>
            <a:chOff x="0" y="0"/>
            <a:chExt cx="4069439" cy="4828833"/>
          </a:xfrm>
        </p:grpSpPr>
        <p:sp>
          <p:nvSpPr>
            <p:cNvPr id="7" name="Rectangle 6">
              <a:extLst>
                <a:ext uri="{FF2B5EF4-FFF2-40B4-BE49-F238E27FC236}">
                  <a16:creationId xmlns:a16="http://schemas.microsoft.com/office/drawing/2014/main" id="{06F989FA-6E7A-3A98-AF95-F2384308BD32}"/>
                </a:ext>
              </a:extLst>
            </p:cNvPr>
            <p:cNvSpPr>
              <a:spLocks/>
            </p:cNvSpPr>
            <p:nvPr userDrawn="1"/>
          </p:nvSpPr>
          <p:spPr>
            <a:xfrm rot="10800000" flipH="1">
              <a:off x="2026630" y="77643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rot="10800000">
              <a:off x="0" y="76613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rot="10800000">
              <a:off x="1351" y="0"/>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39471" y="2798865"/>
              <a:ext cx="2029968" cy="2029968"/>
            </a:xfrm>
            <a:prstGeom prst="rect">
              <a:avLst/>
            </a:prstGeom>
          </p:spPr>
        </p:pic>
        <p:sp>
          <p:nvSpPr>
            <p:cNvPr id="41" name="Rectangle 40">
              <a:extLst>
                <a:ext uri="{FF2B5EF4-FFF2-40B4-BE49-F238E27FC236}">
                  <a16:creationId xmlns:a16="http://schemas.microsoft.com/office/drawing/2014/main" id="{26879019-2911-2F60-CC5B-25D1BE752B8D}"/>
                </a:ext>
              </a:extLst>
            </p:cNvPr>
            <p:cNvSpPr/>
            <p:nvPr userDrawn="1"/>
          </p:nvSpPr>
          <p:spPr>
            <a:xfrm rot="10800000">
              <a:off x="2029604" y="0"/>
              <a:ext cx="2029968" cy="784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black and white striped pattern&#10;&#10;Description automatically generated with low confidence">
              <a:extLst>
                <a:ext uri="{FF2B5EF4-FFF2-40B4-BE49-F238E27FC236}">
                  <a16:creationId xmlns:a16="http://schemas.microsoft.com/office/drawing/2014/main" id="{CD1CD1B2-7EBC-96B6-A02D-7972C278746E}"/>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rot="10800000">
              <a:off x="2035948" y="788197"/>
              <a:ext cx="2019299" cy="999451"/>
            </a:xfrm>
            <a:prstGeom prst="rect">
              <a:avLst/>
            </a:prstGeom>
          </p:spPr>
        </p:pic>
      </p:grpSp>
    </p:spTree>
    <p:extLst>
      <p:ext uri="{BB962C8B-B14F-4D97-AF65-F5344CB8AC3E}">
        <p14:creationId xmlns:p14="http://schemas.microsoft.com/office/powerpoint/2010/main" val="1506966382"/>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544285"/>
            <a:ext cx="6594768" cy="3445329"/>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4829789" y="4130045"/>
            <a:ext cx="6594768" cy="1951523"/>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grpSp>
        <p:nvGrpSpPr>
          <p:cNvPr id="4" name="Group 3">
            <a:extLst>
              <a:ext uri="{FF2B5EF4-FFF2-40B4-BE49-F238E27FC236}">
                <a16:creationId xmlns:a16="http://schemas.microsoft.com/office/drawing/2014/main" id="{C2A24CB0-5164-75CE-ED27-EF876C19C655}"/>
              </a:ext>
              <a:ext uri="{C183D7F6-B498-43B3-948B-1728B52AA6E4}">
                <adec:decorative xmlns:adec="http://schemas.microsoft.com/office/drawing/2017/decorative" val="1"/>
              </a:ext>
            </a:extLst>
          </p:cNvPr>
          <p:cNvGrpSpPr/>
          <p:nvPr userDrawn="1"/>
        </p:nvGrpSpPr>
        <p:grpSpPr>
          <a:xfrm>
            <a:off x="0" y="2029167"/>
            <a:ext cx="4069439" cy="4828833"/>
            <a:chOff x="0" y="2029167"/>
            <a:chExt cx="4069439" cy="4828833"/>
          </a:xfrm>
        </p:grpSpPr>
        <p:sp>
          <p:nvSpPr>
            <p:cNvPr id="7" name="Rectangle 6">
              <a:extLst>
                <a:ext uri="{FF2B5EF4-FFF2-40B4-BE49-F238E27FC236}">
                  <a16:creationId xmlns:a16="http://schemas.microsoft.com/office/drawing/2014/main" id="{06F989FA-6E7A-3A98-AF95-F2384308BD32}"/>
                </a:ext>
              </a:extLst>
            </p:cNvPr>
            <p:cNvSpPr/>
            <p:nvPr userDrawn="1"/>
          </p:nvSpPr>
          <p:spPr>
            <a:xfrm flipH="1">
              <a:off x="9867" y="405160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a:off x="2039471" y="406189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a:off x="2038120" y="6083058"/>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0" y="2029167"/>
              <a:ext cx="2029968" cy="2029968"/>
            </a:xfrm>
            <a:prstGeom prst="rect">
              <a:avLst/>
            </a:prstGeom>
          </p:spPr>
        </p:pic>
        <p:grpSp>
          <p:nvGrpSpPr>
            <p:cNvPr id="19" name="Group 18">
              <a:extLst>
                <a:ext uri="{FF2B5EF4-FFF2-40B4-BE49-F238E27FC236}">
                  <a16:creationId xmlns:a16="http://schemas.microsoft.com/office/drawing/2014/main" id="{227BDAED-0D36-04AE-1A0C-E36977943C38}"/>
                </a:ext>
              </a:extLst>
            </p:cNvPr>
            <p:cNvGrpSpPr/>
            <p:nvPr userDrawn="1"/>
          </p:nvGrpSpPr>
          <p:grpSpPr>
            <a:xfrm>
              <a:off x="110109" y="4130046"/>
              <a:ext cx="1920240" cy="1920240"/>
              <a:chOff x="5361924" y="7472790"/>
              <a:chExt cx="1828800" cy="1828800"/>
            </a:xfrm>
          </p:grpSpPr>
          <p:grpSp>
            <p:nvGrpSpPr>
              <p:cNvPr id="20" name="Group 19">
                <a:extLst>
                  <a:ext uri="{FF2B5EF4-FFF2-40B4-BE49-F238E27FC236}">
                    <a16:creationId xmlns:a16="http://schemas.microsoft.com/office/drawing/2014/main" id="{DCF3798F-8E8C-7928-8347-8BC5B07B29F9}"/>
                  </a:ext>
                </a:extLst>
              </p:cNvPr>
              <p:cNvGrpSpPr/>
              <p:nvPr userDrawn="1"/>
            </p:nvGrpSpPr>
            <p:grpSpPr>
              <a:xfrm>
                <a:off x="5361924" y="7472790"/>
                <a:ext cx="1828800" cy="1828800"/>
                <a:chOff x="5361924" y="7472790"/>
                <a:chExt cx="1828800" cy="1828800"/>
              </a:xfrm>
            </p:grpSpPr>
            <p:grpSp>
              <p:nvGrpSpPr>
                <p:cNvPr id="22" name="Group 21">
                  <a:extLst>
                    <a:ext uri="{FF2B5EF4-FFF2-40B4-BE49-F238E27FC236}">
                      <a16:creationId xmlns:a16="http://schemas.microsoft.com/office/drawing/2014/main" id="{A488BF7D-B7D9-249A-4EC2-8A1F6311D1BD}"/>
                    </a:ext>
                  </a:extLst>
                </p:cNvPr>
                <p:cNvGrpSpPr/>
                <p:nvPr userDrawn="1"/>
              </p:nvGrpSpPr>
              <p:grpSpPr>
                <a:xfrm>
                  <a:off x="5361924" y="7472790"/>
                  <a:ext cx="1828800" cy="1828800"/>
                  <a:chOff x="5388428" y="7173291"/>
                  <a:chExt cx="1828800" cy="1828800"/>
                </a:xfrm>
              </p:grpSpPr>
              <p:grpSp>
                <p:nvGrpSpPr>
                  <p:cNvPr id="29" name="Group 28">
                    <a:extLst>
                      <a:ext uri="{FF2B5EF4-FFF2-40B4-BE49-F238E27FC236}">
                        <a16:creationId xmlns:a16="http://schemas.microsoft.com/office/drawing/2014/main" id="{C68EE8A4-53F3-EAAD-F43C-1F73C11BCE4C}"/>
                      </a:ext>
                    </a:extLst>
                  </p:cNvPr>
                  <p:cNvGrpSpPr/>
                  <p:nvPr userDrawn="1"/>
                </p:nvGrpSpPr>
                <p:grpSpPr>
                  <a:xfrm>
                    <a:off x="5388428" y="7173291"/>
                    <a:ext cx="1828800" cy="1828800"/>
                    <a:chOff x="5388428" y="7173291"/>
                    <a:chExt cx="1828800" cy="1828800"/>
                  </a:xfrm>
                </p:grpSpPr>
                <p:grpSp>
                  <p:nvGrpSpPr>
                    <p:cNvPr id="31" name="Group 30">
                      <a:extLst>
                        <a:ext uri="{FF2B5EF4-FFF2-40B4-BE49-F238E27FC236}">
                          <a16:creationId xmlns:a16="http://schemas.microsoft.com/office/drawing/2014/main" id="{806ABFB8-B814-19D4-3D47-A20F5AE8785F}"/>
                        </a:ext>
                      </a:extLst>
                    </p:cNvPr>
                    <p:cNvGrpSpPr/>
                    <p:nvPr userDrawn="1"/>
                  </p:nvGrpSpPr>
                  <p:grpSpPr>
                    <a:xfrm>
                      <a:off x="5388428" y="7173291"/>
                      <a:ext cx="1828800" cy="1828800"/>
                      <a:chOff x="5579044" y="7049770"/>
                      <a:chExt cx="1828800" cy="1828800"/>
                    </a:xfrm>
                  </p:grpSpPr>
                  <p:grpSp>
                    <p:nvGrpSpPr>
                      <p:cNvPr id="33" name="Group 32">
                        <a:extLst>
                          <a:ext uri="{FF2B5EF4-FFF2-40B4-BE49-F238E27FC236}">
                            <a16:creationId xmlns:a16="http://schemas.microsoft.com/office/drawing/2014/main" id="{992340A8-8A61-1791-D56D-37F56A662FEC}"/>
                          </a:ext>
                        </a:extLst>
                      </p:cNvPr>
                      <p:cNvGrpSpPr/>
                      <p:nvPr userDrawn="1"/>
                    </p:nvGrpSpPr>
                    <p:grpSpPr>
                      <a:xfrm>
                        <a:off x="5579044" y="7049770"/>
                        <a:ext cx="1828800" cy="1828800"/>
                        <a:chOff x="5579044" y="7049770"/>
                        <a:chExt cx="1828800" cy="1828800"/>
                      </a:xfrm>
                    </p:grpSpPr>
                    <p:grpSp>
                      <p:nvGrpSpPr>
                        <p:cNvPr id="35" name="Group 34">
                          <a:extLst>
                            <a:ext uri="{FF2B5EF4-FFF2-40B4-BE49-F238E27FC236}">
                              <a16:creationId xmlns:a16="http://schemas.microsoft.com/office/drawing/2014/main" id="{CD482B6F-4CF8-CEB3-7478-EB1A76DCF567}"/>
                            </a:ext>
                          </a:extLst>
                        </p:cNvPr>
                        <p:cNvGrpSpPr/>
                        <p:nvPr userDrawn="1"/>
                      </p:nvGrpSpPr>
                      <p:grpSpPr>
                        <a:xfrm>
                          <a:off x="5579044" y="7049770"/>
                          <a:ext cx="1828800" cy="1828800"/>
                          <a:chOff x="5579044" y="7049770"/>
                          <a:chExt cx="1828800" cy="1828800"/>
                        </a:xfrm>
                      </p:grpSpPr>
                      <p:grpSp>
                        <p:nvGrpSpPr>
                          <p:cNvPr id="37" name="Group 36">
                            <a:extLst>
                              <a:ext uri="{FF2B5EF4-FFF2-40B4-BE49-F238E27FC236}">
                                <a16:creationId xmlns:a16="http://schemas.microsoft.com/office/drawing/2014/main" id="{48DB94FE-59B9-2EAD-D619-84D732CEACD3}"/>
                              </a:ext>
                            </a:extLst>
                          </p:cNvPr>
                          <p:cNvGrpSpPr/>
                          <p:nvPr userDrawn="1"/>
                        </p:nvGrpSpPr>
                        <p:grpSpPr>
                          <a:xfrm>
                            <a:off x="5579044" y="7049770"/>
                            <a:ext cx="1828800" cy="1828800"/>
                            <a:chOff x="5579044" y="7049770"/>
                            <a:chExt cx="1828800" cy="1828800"/>
                          </a:xfrm>
                        </p:grpSpPr>
                        <p:sp>
                          <p:nvSpPr>
                            <p:cNvPr id="39" name="Oval 38">
                              <a:extLst>
                                <a:ext uri="{FF2B5EF4-FFF2-40B4-BE49-F238E27FC236}">
                                  <a16:creationId xmlns:a16="http://schemas.microsoft.com/office/drawing/2014/main" id="{E9EB6EED-2663-2442-C484-EF27395DCEB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0" name="Oval 39">
                              <a:extLst>
                                <a:ext uri="{FF2B5EF4-FFF2-40B4-BE49-F238E27FC236}">
                                  <a16:creationId xmlns:a16="http://schemas.microsoft.com/office/drawing/2014/main" id="{E5978766-DE51-5FF5-41BE-B1007C37165E}"/>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8" name="Oval 37">
                            <a:extLst>
                              <a:ext uri="{FF2B5EF4-FFF2-40B4-BE49-F238E27FC236}">
                                <a16:creationId xmlns:a16="http://schemas.microsoft.com/office/drawing/2014/main" id="{749B68DA-C119-6301-085A-2E7F3F7E3CB1}"/>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6" name="Oval 35">
                          <a:extLst>
                            <a:ext uri="{FF2B5EF4-FFF2-40B4-BE49-F238E27FC236}">
                              <a16:creationId xmlns:a16="http://schemas.microsoft.com/office/drawing/2014/main" id="{D753957E-F4A5-E4CA-B8B3-F6AE73F159F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4" name="Oval 33">
                        <a:extLst>
                          <a:ext uri="{FF2B5EF4-FFF2-40B4-BE49-F238E27FC236}">
                            <a16:creationId xmlns:a16="http://schemas.microsoft.com/office/drawing/2014/main" id="{3C4F46AE-42C2-9E3D-D294-F9297389D110}"/>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2" name="Oval 31">
                      <a:extLst>
                        <a:ext uri="{FF2B5EF4-FFF2-40B4-BE49-F238E27FC236}">
                          <a16:creationId xmlns:a16="http://schemas.microsoft.com/office/drawing/2014/main" id="{42376F25-4466-0F15-CD2F-B821AC9CCE5C}"/>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0" name="Oval 29">
                    <a:extLst>
                      <a:ext uri="{FF2B5EF4-FFF2-40B4-BE49-F238E27FC236}">
                        <a16:creationId xmlns:a16="http://schemas.microsoft.com/office/drawing/2014/main" id="{BBC988D2-4FFC-612A-DD91-A41B6194EF6C}"/>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4" name="Oval 23">
                  <a:extLst>
                    <a:ext uri="{FF2B5EF4-FFF2-40B4-BE49-F238E27FC236}">
                      <a16:creationId xmlns:a16="http://schemas.microsoft.com/office/drawing/2014/main" id="{53690E8A-1D3D-3D5D-932E-D2A2CFE5BDAB}"/>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5" name="Oval 24">
                  <a:extLst>
                    <a:ext uri="{FF2B5EF4-FFF2-40B4-BE49-F238E27FC236}">
                      <a16:creationId xmlns:a16="http://schemas.microsoft.com/office/drawing/2014/main" id="{1AE08D7C-4190-C00C-19F0-BEC1F608B97A}"/>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6" name="Oval 25">
                  <a:extLst>
                    <a:ext uri="{FF2B5EF4-FFF2-40B4-BE49-F238E27FC236}">
                      <a16:creationId xmlns:a16="http://schemas.microsoft.com/office/drawing/2014/main" id="{7B3E9873-3672-0001-60F1-6068B67A6DFE}"/>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7" name="Oval 26">
                  <a:extLst>
                    <a:ext uri="{FF2B5EF4-FFF2-40B4-BE49-F238E27FC236}">
                      <a16:creationId xmlns:a16="http://schemas.microsoft.com/office/drawing/2014/main" id="{4CD85BCE-3B9E-234C-4D1D-EC1A6A57D298}"/>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8" name="Oval 27">
                  <a:extLst>
                    <a:ext uri="{FF2B5EF4-FFF2-40B4-BE49-F238E27FC236}">
                      <a16:creationId xmlns:a16="http://schemas.microsoft.com/office/drawing/2014/main" id="{5CC66A2F-CBBE-220E-5ECB-528B8EE34F83}"/>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1" name="Oval 20">
                <a:extLst>
                  <a:ext uri="{FF2B5EF4-FFF2-40B4-BE49-F238E27FC236}">
                    <a16:creationId xmlns:a16="http://schemas.microsoft.com/office/drawing/2014/main" id="{B7B0A7FC-B497-31A6-1F93-414F96AF4C4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1" name="Rectangle 40">
              <a:extLst>
                <a:ext uri="{FF2B5EF4-FFF2-40B4-BE49-F238E27FC236}">
                  <a16:creationId xmlns:a16="http://schemas.microsoft.com/office/drawing/2014/main" id="{26879019-2911-2F60-CC5B-25D1BE752B8D}"/>
                </a:ext>
              </a:extLst>
            </p:cNvPr>
            <p:cNvSpPr/>
            <p:nvPr userDrawn="1"/>
          </p:nvSpPr>
          <p:spPr>
            <a:xfrm>
              <a:off x="9867" y="6073440"/>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8CCEA94B-F499-5FCA-D063-7FD71F10F95B}"/>
                </a:ext>
              </a:extLst>
            </p:cNvPr>
            <p:cNvSpPr/>
            <p:nvPr userDrawn="1"/>
          </p:nvSpPr>
          <p:spPr>
            <a:xfrm>
              <a:off x="9867" y="405160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a:off x="0" y="-1"/>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17235676"/>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1" y="896112"/>
            <a:ext cx="6589150" cy="1988706"/>
          </a:xfrm>
        </p:spPr>
        <p:txBody>
          <a:bodyPr anchor="t" anchorCtr="0"/>
          <a:lstStyle>
            <a:lvl1pPr>
              <a:defRPr cap="all" baseline="0">
                <a:solidFill>
                  <a:schemeClr val="tx2"/>
                </a:solidFill>
              </a:defRPr>
            </a:lvl1pPr>
          </a:lstStyle>
          <a:p>
            <a:r>
              <a:rPr lang="en-US" dirty="0"/>
              <a:t>CLICK TO ADD TITLE</a:t>
            </a:r>
          </a:p>
        </p:txBody>
      </p:sp>
      <p:grpSp>
        <p:nvGrpSpPr>
          <p:cNvPr id="3" name="Group 2">
            <a:extLst>
              <a:ext uri="{FF2B5EF4-FFF2-40B4-BE49-F238E27FC236}">
                <a16:creationId xmlns:a16="http://schemas.microsoft.com/office/drawing/2014/main" id="{C8EF03D4-C3B7-918C-FF43-0A9C106ACA0F}"/>
              </a:ext>
              <a:ext uri="{C183D7F6-B498-43B3-948B-1728B52AA6E4}">
                <adec:decorative xmlns:adec="http://schemas.microsoft.com/office/drawing/2017/decorative" val="1"/>
              </a:ext>
            </a:extLst>
          </p:cNvPr>
          <p:cNvGrpSpPr/>
          <p:nvPr userDrawn="1"/>
        </p:nvGrpSpPr>
        <p:grpSpPr>
          <a:xfrm>
            <a:off x="8127476" y="-9144"/>
            <a:ext cx="4069095" cy="6867144"/>
            <a:chOff x="8127476" y="-9144"/>
            <a:chExt cx="4069095" cy="6867144"/>
          </a:xfrm>
        </p:grpSpPr>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8127476" y="4807776"/>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0492" y="40415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0177272" y="5079562"/>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8139640" y="-9144"/>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58984" y="6016751"/>
              <a:ext cx="2029968" cy="8412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31156" y="4828032"/>
              <a:ext cx="2029968" cy="2029968"/>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9968"/>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8138160" y="2012062"/>
              <a:ext cx="3044952"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5096" y="1874902"/>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7" name="Date Placeholder 3">
            <a:extLst>
              <a:ext uri="{FF2B5EF4-FFF2-40B4-BE49-F238E27FC236}">
                <a16:creationId xmlns:a16="http://schemas.microsoft.com/office/drawing/2014/main" id="{56895315-7883-40AA-AB6E-E7F8B77E5BAC}"/>
              </a:ext>
            </a:extLst>
          </p:cNvPr>
          <p:cNvSpPr>
            <a:spLocks noGrp="1"/>
          </p:cNvSpPr>
          <p:nvPr>
            <p:ph type="dt" sz="half" idx="10"/>
          </p:nvPr>
        </p:nvSpPr>
        <p:spPr>
          <a:xfrm>
            <a:off x="761295" y="6355080"/>
            <a:ext cx="1097280" cy="365125"/>
          </a:xfrm>
        </p:spPr>
        <p:txBody>
          <a:bodyPr/>
          <a:lstStyle>
            <a:lvl1pPr>
              <a:defRPr>
                <a:solidFill>
                  <a:schemeClr val="bg1"/>
                </a:solidFill>
              </a:defRPr>
            </a:lvl1pPr>
          </a:lstStyle>
          <a:p>
            <a:r>
              <a:rPr lang="en-US"/>
              <a:t>12/11/2023</a:t>
            </a:r>
            <a:endParaRPr lang="en-US" dirty="0"/>
          </a:p>
        </p:txBody>
      </p:sp>
      <p:sp>
        <p:nvSpPr>
          <p:cNvPr id="68" name="Footer Placeholder 4">
            <a:extLst>
              <a:ext uri="{FF2B5EF4-FFF2-40B4-BE49-F238E27FC236}">
                <a16:creationId xmlns:a16="http://schemas.microsoft.com/office/drawing/2014/main" id="{0000A4E2-8200-4049-B783-2C99FBDBAEBD}"/>
              </a:ext>
            </a:extLst>
          </p:cNvPr>
          <p:cNvSpPr>
            <a:spLocks noGrp="1"/>
          </p:cNvSpPr>
          <p:nvPr>
            <p:ph type="ftr" sz="quarter" idx="11"/>
          </p:nvPr>
        </p:nvSpPr>
        <p:spPr>
          <a:xfrm>
            <a:off x="5499886" y="6355080"/>
            <a:ext cx="2286000" cy="365125"/>
          </a:xfrm>
        </p:spPr>
        <p:txBody>
          <a:bodyPr/>
          <a:lstStyle>
            <a:lvl1pPr>
              <a:defRPr>
                <a:solidFill>
                  <a:schemeClr val="bg1"/>
                </a:solidFill>
              </a:defRPr>
            </a:lvl1pPr>
          </a:lstStyle>
          <a:p>
            <a:r>
              <a:rPr lang="en-US"/>
              <a:t>Presentation title</a:t>
            </a:r>
            <a:endParaRPr lang="en-US" dirty="0"/>
          </a:p>
        </p:txBody>
      </p:sp>
      <p:sp>
        <p:nvSpPr>
          <p:cNvPr id="69" name="Slide Number Placeholder 5">
            <a:extLst>
              <a:ext uri="{FF2B5EF4-FFF2-40B4-BE49-F238E27FC236}">
                <a16:creationId xmlns:a16="http://schemas.microsoft.com/office/drawing/2014/main" id="{179E1CD1-EB8F-4E56-ADD5-06293A7A2EE8}"/>
              </a:ext>
            </a:extLst>
          </p:cNvPr>
          <p:cNvSpPr>
            <a:spLocks noGrp="1"/>
          </p:cNvSpPr>
          <p:nvPr>
            <p:ph type="sldNum" sz="quarter" idx="12"/>
          </p:nvPr>
        </p:nvSpPr>
        <p:spPr>
          <a:xfrm>
            <a:off x="11274091" y="635508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4" name="Content Placeholder 2">
            <a:extLst>
              <a:ext uri="{FF2B5EF4-FFF2-40B4-BE49-F238E27FC236}">
                <a16:creationId xmlns:a16="http://schemas.microsoft.com/office/drawing/2014/main" id="{3BB414F1-8F08-3A3B-45E3-9F44595164A1}"/>
              </a:ext>
            </a:extLst>
          </p:cNvPr>
          <p:cNvSpPr>
            <a:spLocks noGrp="1"/>
          </p:cNvSpPr>
          <p:nvPr>
            <p:ph sz="half" idx="14" hasCustomPrompt="1"/>
          </p:nvPr>
        </p:nvSpPr>
        <p:spPr>
          <a:xfrm>
            <a:off x="762001" y="3058886"/>
            <a:ext cx="6597372" cy="3296194"/>
          </a:xfrm>
        </p:spPr>
        <p:txBody>
          <a:bodyPr>
            <a:normAutofit/>
          </a:bodyPr>
          <a:lstStyle>
            <a:lvl1pPr marL="0" indent="0">
              <a:lnSpc>
                <a:spcPts val="2000"/>
              </a:lnSpc>
              <a:buFont typeface="Arial" panose="020B0604020202020204" pitchFamily="34" charset="0"/>
              <a:buNone/>
              <a:defRPr sz="1800">
                <a:solidFill>
                  <a:schemeClr val="bg1"/>
                </a:solidFill>
              </a:defRPr>
            </a:lvl1pPr>
            <a:lvl2pPr marL="457200">
              <a:lnSpc>
                <a:spcPts val="2000"/>
              </a:lnSpc>
              <a:defRPr sz="1800">
                <a:solidFill>
                  <a:schemeClr val="bg1"/>
                </a:solidFill>
              </a:defRPr>
            </a:lvl2pPr>
            <a:lvl3pPr marL="914400">
              <a:lnSpc>
                <a:spcPts val="2000"/>
              </a:lnSpc>
              <a:defRPr sz="1800">
                <a:solidFill>
                  <a:schemeClr val="bg1"/>
                </a:solidFill>
              </a:defRPr>
            </a:lvl3pPr>
            <a:lvl4pPr marL="1371600">
              <a:lnSpc>
                <a:spcPts val="2000"/>
              </a:lnSpc>
              <a:defRPr sz="1800">
                <a:solidFill>
                  <a:schemeClr val="bg1"/>
                </a:solidFill>
              </a:defRPr>
            </a:lvl4pPr>
            <a:lvl5pPr marL="1828800">
              <a:lnSpc>
                <a:spcPts val="2000"/>
              </a:lnSpc>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0696027"/>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guide id="4" pos="57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title">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F09F422-89F7-BDA7-7801-F364BA5D95A5}"/>
              </a:ext>
              <a:ext uri="{C183D7F6-B498-43B3-948B-1728B52AA6E4}">
                <adec:decorative xmlns:adec="http://schemas.microsoft.com/office/drawing/2017/decorative" val="1"/>
              </a:ext>
            </a:extLst>
          </p:cNvPr>
          <p:cNvGrpSpPr/>
          <p:nvPr userDrawn="1"/>
        </p:nvGrpSpPr>
        <p:grpSpPr>
          <a:xfrm>
            <a:off x="-3045" y="-4303"/>
            <a:ext cx="7252590" cy="6862680"/>
            <a:chOff x="-3045" y="-4303"/>
            <a:chExt cx="7252590" cy="6862680"/>
          </a:xfrm>
        </p:grpSpPr>
        <p:sp>
          <p:nvSpPr>
            <p:cNvPr id="34" name="Rectangle 33">
              <a:extLst>
                <a:ext uri="{FF2B5EF4-FFF2-40B4-BE49-F238E27FC236}">
                  <a16:creationId xmlns:a16="http://schemas.microsoft.com/office/drawing/2014/main" id="{D629CA98-D89C-4A69-9A55-8D6C17DCDDF0}"/>
                </a:ext>
              </a:extLst>
            </p:cNvPr>
            <p:cNvSpPr/>
            <p:nvPr userDrawn="1"/>
          </p:nvSpPr>
          <p:spPr>
            <a:xfrm>
              <a:off x="-1146" y="4775407"/>
              <a:ext cx="2029968" cy="20775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Graphic 27">
              <a:extLst>
                <a:ext uri="{FF2B5EF4-FFF2-40B4-BE49-F238E27FC236}">
                  <a16:creationId xmlns:a16="http://schemas.microsoft.com/office/drawing/2014/main" id="{12C5F573-21FC-4A6F-B46F-5583E20C99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3045" y="-4303"/>
              <a:ext cx="2029968" cy="2029968"/>
            </a:xfrm>
            <a:prstGeom prst="rect">
              <a:avLst/>
            </a:prstGeom>
          </p:spPr>
        </p:pic>
        <p:sp>
          <p:nvSpPr>
            <p:cNvPr id="39" name="Rectangle 38">
              <a:extLst>
                <a:ext uri="{FF2B5EF4-FFF2-40B4-BE49-F238E27FC236}">
                  <a16:creationId xmlns:a16="http://schemas.microsoft.com/office/drawing/2014/main" id="{EA65556A-38A5-4BA5-9A40-33F02F960B1E}"/>
                </a:ext>
              </a:extLst>
            </p:cNvPr>
            <p:cNvSpPr/>
            <p:nvPr userDrawn="1"/>
          </p:nvSpPr>
          <p:spPr>
            <a:xfrm>
              <a:off x="3757" y="2033993"/>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37900790-71B8-45C8-9B6D-07E23CEA7632}"/>
                </a:ext>
              </a:extLst>
            </p:cNvPr>
            <p:cNvSpPr/>
            <p:nvPr userDrawn="1"/>
          </p:nvSpPr>
          <p:spPr>
            <a:xfrm>
              <a:off x="-218" y="4059798"/>
              <a:ext cx="2029968" cy="75956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28AC969-4FA2-44AD-A273-2A0B7839749F}"/>
                </a:ext>
              </a:extLst>
            </p:cNvPr>
            <p:cNvSpPr/>
            <p:nvPr userDrawn="1"/>
          </p:nvSpPr>
          <p:spPr>
            <a:xfrm>
              <a:off x="4071442" y="4058828"/>
              <a:ext cx="3178103" cy="2799549"/>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a:extLst>
                <a:ext uri="{FF2B5EF4-FFF2-40B4-BE49-F238E27FC236}">
                  <a16:creationId xmlns:a16="http://schemas.microsoft.com/office/drawing/2014/main" id="{91CB31D0-C621-4EF7-AE25-5C3BCD5882C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38053" y="2029625"/>
              <a:ext cx="2029878" cy="2023760"/>
            </a:xfrm>
            <a:prstGeom prst="rect">
              <a:avLst/>
            </a:prstGeom>
          </p:spPr>
        </p:pic>
        <p:pic>
          <p:nvPicPr>
            <p:cNvPr id="69" name="Graphic 68">
              <a:extLst>
                <a:ext uri="{FF2B5EF4-FFF2-40B4-BE49-F238E27FC236}">
                  <a16:creationId xmlns:a16="http://schemas.microsoft.com/office/drawing/2014/main" id="{B2CC2F02-F98F-4E69-AA01-CCF96A602E1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034034" y="4055808"/>
              <a:ext cx="2029968" cy="2029968"/>
            </a:xfrm>
            <a:prstGeom prst="rect">
              <a:avLst/>
            </a:prstGeom>
          </p:spPr>
        </p:pic>
        <p:sp>
          <p:nvSpPr>
            <p:cNvPr id="8" name="Rectangle 9">
              <a:extLst>
                <a:ext uri="{FF2B5EF4-FFF2-40B4-BE49-F238E27FC236}">
                  <a16:creationId xmlns:a16="http://schemas.microsoft.com/office/drawing/2014/main" id="{FE05B395-CB62-452B-A84F-936AD8EDDA92}"/>
                </a:ext>
              </a:extLst>
            </p:cNvPr>
            <p:cNvSpPr/>
            <p:nvPr userDrawn="1"/>
          </p:nvSpPr>
          <p:spPr>
            <a:xfrm>
              <a:off x="2028568" y="4060579"/>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3" name="Graphic 72">
              <a:extLst>
                <a:ext uri="{FF2B5EF4-FFF2-40B4-BE49-F238E27FC236}">
                  <a16:creationId xmlns:a16="http://schemas.microsoft.com/office/drawing/2014/main" id="{2622C30D-68C5-43FD-997F-CFD4DD72E16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rot="5400000">
              <a:off x="2043950" y="4059923"/>
              <a:ext cx="2029968" cy="2029968"/>
            </a:xfrm>
            <a:prstGeom prst="rect">
              <a:avLst/>
            </a:prstGeom>
          </p:spPr>
        </p:pic>
        <p:pic>
          <p:nvPicPr>
            <p:cNvPr id="35" name="Picture 34" descr="A black and white striped pattern&#10;&#10;Description automatically generated with low confidence">
              <a:extLst>
                <a:ext uri="{FF2B5EF4-FFF2-40B4-BE49-F238E27FC236}">
                  <a16:creationId xmlns:a16="http://schemas.microsoft.com/office/drawing/2014/main" id="{AC3CDBDC-6EB4-4B7D-A9F6-4CFA748349B5}"/>
                </a:ext>
              </a:extLst>
            </p:cNvPr>
            <p:cNvPicPr>
              <a:picLocks noChangeAspect="1"/>
            </p:cNvPicPr>
            <p:nvPr userDrawn="1"/>
          </p:nvPicPr>
          <p:blipFill>
            <a:blip r:embed="rId10" cstate="screen">
              <a:extLst>
                <a:ext uri="{28A0092B-C50C-407E-A947-70E740481C1C}">
                  <a14:useLocalDpi xmlns:a14="http://schemas.microsoft.com/office/drawing/2010/main" val="0"/>
                </a:ext>
              </a:extLst>
            </a:blip>
            <a:stretch>
              <a:fillRect/>
            </a:stretch>
          </p:blipFill>
          <p:spPr>
            <a:xfrm>
              <a:off x="1406" y="3062893"/>
              <a:ext cx="2019299" cy="999451"/>
            </a:xfrm>
            <a:prstGeom prst="rect">
              <a:avLst/>
            </a:prstGeom>
          </p:spPr>
        </p:pic>
        <p:grpSp>
          <p:nvGrpSpPr>
            <p:cNvPr id="162" name="Group 161">
              <a:extLst>
                <a:ext uri="{FF2B5EF4-FFF2-40B4-BE49-F238E27FC236}">
                  <a16:creationId xmlns:a16="http://schemas.microsoft.com/office/drawing/2014/main" id="{34457344-691C-417A-9C29-5AD8ABC43E5A}"/>
                </a:ext>
              </a:extLst>
            </p:cNvPr>
            <p:cNvGrpSpPr/>
            <p:nvPr userDrawn="1"/>
          </p:nvGrpSpPr>
          <p:grpSpPr>
            <a:xfrm>
              <a:off x="4433" y="4836676"/>
              <a:ext cx="1965960" cy="1965960"/>
              <a:chOff x="5361924" y="7472790"/>
              <a:chExt cx="1828800" cy="1828800"/>
            </a:xfrm>
          </p:grpSpPr>
          <p:grpSp>
            <p:nvGrpSpPr>
              <p:cNvPr id="163" name="Group 162">
                <a:extLst>
                  <a:ext uri="{FF2B5EF4-FFF2-40B4-BE49-F238E27FC236}">
                    <a16:creationId xmlns:a16="http://schemas.microsoft.com/office/drawing/2014/main" id="{68DDC918-5A9B-4D14-98A4-9002D8520FD4}"/>
                  </a:ext>
                </a:extLst>
              </p:cNvPr>
              <p:cNvGrpSpPr/>
              <p:nvPr userDrawn="1"/>
            </p:nvGrpSpPr>
            <p:grpSpPr>
              <a:xfrm>
                <a:off x="5361924" y="7472790"/>
                <a:ext cx="1828800" cy="1828800"/>
                <a:chOff x="5361924" y="7472790"/>
                <a:chExt cx="1828800" cy="1828800"/>
              </a:xfrm>
            </p:grpSpPr>
            <p:grpSp>
              <p:nvGrpSpPr>
                <p:cNvPr id="165" name="Group 164">
                  <a:extLst>
                    <a:ext uri="{FF2B5EF4-FFF2-40B4-BE49-F238E27FC236}">
                      <a16:creationId xmlns:a16="http://schemas.microsoft.com/office/drawing/2014/main" id="{2366D07F-988F-459E-BBD3-15126F92902E}"/>
                    </a:ext>
                  </a:extLst>
                </p:cNvPr>
                <p:cNvGrpSpPr/>
                <p:nvPr userDrawn="1"/>
              </p:nvGrpSpPr>
              <p:grpSpPr>
                <a:xfrm>
                  <a:off x="5361924" y="7472790"/>
                  <a:ext cx="1828800" cy="1828800"/>
                  <a:chOff x="5388428" y="7173291"/>
                  <a:chExt cx="1828800" cy="1828800"/>
                </a:xfrm>
              </p:grpSpPr>
              <p:grpSp>
                <p:nvGrpSpPr>
                  <p:cNvPr id="173" name="Group 172">
                    <a:extLst>
                      <a:ext uri="{FF2B5EF4-FFF2-40B4-BE49-F238E27FC236}">
                        <a16:creationId xmlns:a16="http://schemas.microsoft.com/office/drawing/2014/main" id="{6CCACE8C-699F-4B10-BA84-94167BA05CC5}"/>
                      </a:ext>
                    </a:extLst>
                  </p:cNvPr>
                  <p:cNvGrpSpPr/>
                  <p:nvPr userDrawn="1"/>
                </p:nvGrpSpPr>
                <p:grpSpPr>
                  <a:xfrm>
                    <a:off x="5388428" y="7173291"/>
                    <a:ext cx="1828800" cy="1828800"/>
                    <a:chOff x="5388428" y="7173291"/>
                    <a:chExt cx="1828800" cy="1828800"/>
                  </a:xfrm>
                </p:grpSpPr>
                <p:grpSp>
                  <p:nvGrpSpPr>
                    <p:cNvPr id="176" name="Group 175">
                      <a:extLst>
                        <a:ext uri="{FF2B5EF4-FFF2-40B4-BE49-F238E27FC236}">
                          <a16:creationId xmlns:a16="http://schemas.microsoft.com/office/drawing/2014/main" id="{59F49E32-0B71-4676-8012-BA971DA2100F}"/>
                        </a:ext>
                      </a:extLst>
                    </p:cNvPr>
                    <p:cNvGrpSpPr/>
                    <p:nvPr userDrawn="1"/>
                  </p:nvGrpSpPr>
                  <p:grpSpPr>
                    <a:xfrm>
                      <a:off x="5388428" y="7173291"/>
                      <a:ext cx="1828800" cy="1828800"/>
                      <a:chOff x="5579044" y="7049770"/>
                      <a:chExt cx="1828800" cy="1828800"/>
                    </a:xfrm>
                  </p:grpSpPr>
                  <p:grpSp>
                    <p:nvGrpSpPr>
                      <p:cNvPr id="178" name="Group 177">
                        <a:extLst>
                          <a:ext uri="{FF2B5EF4-FFF2-40B4-BE49-F238E27FC236}">
                            <a16:creationId xmlns:a16="http://schemas.microsoft.com/office/drawing/2014/main" id="{DF41FA5A-1504-4DC4-B514-00C377423E7C}"/>
                          </a:ext>
                        </a:extLst>
                      </p:cNvPr>
                      <p:cNvGrpSpPr/>
                      <p:nvPr userDrawn="1"/>
                    </p:nvGrpSpPr>
                    <p:grpSpPr>
                      <a:xfrm>
                        <a:off x="5579044" y="7049770"/>
                        <a:ext cx="1828800" cy="1828800"/>
                        <a:chOff x="5579044" y="7049770"/>
                        <a:chExt cx="1828800" cy="1828800"/>
                      </a:xfrm>
                    </p:grpSpPr>
                    <p:grpSp>
                      <p:nvGrpSpPr>
                        <p:cNvPr id="180" name="Group 179">
                          <a:extLst>
                            <a:ext uri="{FF2B5EF4-FFF2-40B4-BE49-F238E27FC236}">
                              <a16:creationId xmlns:a16="http://schemas.microsoft.com/office/drawing/2014/main" id="{68B4610A-A91F-459F-A9C5-9FC624665516}"/>
                            </a:ext>
                          </a:extLst>
                        </p:cNvPr>
                        <p:cNvGrpSpPr/>
                        <p:nvPr userDrawn="1"/>
                      </p:nvGrpSpPr>
                      <p:grpSpPr>
                        <a:xfrm>
                          <a:off x="5579044" y="7049770"/>
                          <a:ext cx="1828800" cy="1828800"/>
                          <a:chOff x="5579044" y="7049770"/>
                          <a:chExt cx="1828800" cy="1828800"/>
                        </a:xfrm>
                      </p:grpSpPr>
                      <p:grpSp>
                        <p:nvGrpSpPr>
                          <p:cNvPr id="182" name="Group 181">
                            <a:extLst>
                              <a:ext uri="{FF2B5EF4-FFF2-40B4-BE49-F238E27FC236}">
                                <a16:creationId xmlns:a16="http://schemas.microsoft.com/office/drawing/2014/main" id="{D794F6E3-A9E3-42A9-93AA-7B9E20AD922D}"/>
                              </a:ext>
                            </a:extLst>
                          </p:cNvPr>
                          <p:cNvGrpSpPr/>
                          <p:nvPr userDrawn="1"/>
                        </p:nvGrpSpPr>
                        <p:grpSpPr>
                          <a:xfrm>
                            <a:off x="5579044" y="7049770"/>
                            <a:ext cx="1828800" cy="1828800"/>
                            <a:chOff x="5579044" y="7049770"/>
                            <a:chExt cx="1828800" cy="1828800"/>
                          </a:xfrm>
                        </p:grpSpPr>
                        <p:sp>
                          <p:nvSpPr>
                            <p:cNvPr id="184" name="Oval 183">
                              <a:extLst>
                                <a:ext uri="{FF2B5EF4-FFF2-40B4-BE49-F238E27FC236}">
                                  <a16:creationId xmlns:a16="http://schemas.microsoft.com/office/drawing/2014/main" id="{90B634B0-4792-4A28-B92A-ACA35F177675}"/>
                                </a:ext>
                              </a:extLst>
                            </p:cNvPr>
                            <p:cNvSpPr/>
                            <p:nvPr userDrawn="1"/>
                          </p:nvSpPr>
                          <p:spPr>
                            <a:xfrm>
                              <a:off x="5579044" y="7049770"/>
                              <a:ext cx="1828800" cy="18288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85" name="Oval 184">
                              <a:extLst>
                                <a:ext uri="{FF2B5EF4-FFF2-40B4-BE49-F238E27FC236}">
                                  <a16:creationId xmlns:a16="http://schemas.microsoft.com/office/drawing/2014/main" id="{1B466310-2C61-42F1-81EB-2B5BF01B2267}"/>
                                </a:ext>
                              </a:extLst>
                            </p:cNvPr>
                            <p:cNvSpPr/>
                            <p:nvPr userDrawn="1"/>
                          </p:nvSpPr>
                          <p:spPr>
                            <a:xfrm>
                              <a:off x="5647624" y="7118350"/>
                              <a:ext cx="1691640" cy="16916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3" name="Oval 182">
                            <a:extLst>
                              <a:ext uri="{FF2B5EF4-FFF2-40B4-BE49-F238E27FC236}">
                                <a16:creationId xmlns:a16="http://schemas.microsoft.com/office/drawing/2014/main" id="{53A72A9A-79AE-4A89-8938-7A85E2248DE6}"/>
                              </a:ext>
                            </a:extLst>
                          </p:cNvPr>
                          <p:cNvSpPr/>
                          <p:nvPr userDrawn="1"/>
                        </p:nvSpPr>
                        <p:spPr>
                          <a:xfrm>
                            <a:off x="5716204" y="7186930"/>
                            <a:ext cx="1554480" cy="15544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1" name="Oval 180">
                          <a:extLst>
                            <a:ext uri="{FF2B5EF4-FFF2-40B4-BE49-F238E27FC236}">
                              <a16:creationId xmlns:a16="http://schemas.microsoft.com/office/drawing/2014/main" id="{02618DCD-5B83-4412-9D1A-968C246DCAC1}"/>
                            </a:ext>
                          </a:extLst>
                        </p:cNvPr>
                        <p:cNvSpPr/>
                        <p:nvPr userDrawn="1"/>
                      </p:nvSpPr>
                      <p:spPr>
                        <a:xfrm>
                          <a:off x="5784784" y="7255510"/>
                          <a:ext cx="1417320" cy="14173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9" name="Oval 178">
                        <a:extLst>
                          <a:ext uri="{FF2B5EF4-FFF2-40B4-BE49-F238E27FC236}">
                            <a16:creationId xmlns:a16="http://schemas.microsoft.com/office/drawing/2014/main" id="{29B173F9-A6EA-4B31-B4C6-3C8DE08F2F11}"/>
                          </a:ext>
                        </a:extLst>
                      </p:cNvPr>
                      <p:cNvSpPr/>
                      <p:nvPr userDrawn="1"/>
                    </p:nvSpPr>
                    <p:spPr>
                      <a:xfrm>
                        <a:off x="5853364" y="7324090"/>
                        <a:ext cx="1280160" cy="12801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7" name="Oval 176">
                      <a:extLst>
                        <a:ext uri="{FF2B5EF4-FFF2-40B4-BE49-F238E27FC236}">
                          <a16:creationId xmlns:a16="http://schemas.microsoft.com/office/drawing/2014/main" id="{466DB0E2-4B80-4A09-8BCA-9432E1E1DAE3}"/>
                        </a:ext>
                      </a:extLst>
                    </p:cNvPr>
                    <p:cNvSpPr/>
                    <p:nvPr userDrawn="1"/>
                  </p:nvSpPr>
                  <p:spPr>
                    <a:xfrm>
                      <a:off x="5731328" y="7516191"/>
                      <a:ext cx="1143000" cy="1143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4" name="Oval 173">
                    <a:extLst>
                      <a:ext uri="{FF2B5EF4-FFF2-40B4-BE49-F238E27FC236}">
                        <a16:creationId xmlns:a16="http://schemas.microsoft.com/office/drawing/2014/main" id="{20D2F087-D77F-4913-922E-014FB9DEE63E}"/>
                      </a:ext>
                    </a:extLst>
                  </p:cNvPr>
                  <p:cNvSpPr/>
                  <p:nvPr userDrawn="1"/>
                </p:nvSpPr>
                <p:spPr>
                  <a:xfrm>
                    <a:off x="5799908" y="7584771"/>
                    <a:ext cx="1005840" cy="10058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6" name="Oval 165">
                  <a:extLst>
                    <a:ext uri="{FF2B5EF4-FFF2-40B4-BE49-F238E27FC236}">
                      <a16:creationId xmlns:a16="http://schemas.microsoft.com/office/drawing/2014/main" id="{DD44EC19-A244-4489-9CB8-0361CFBFD02F}"/>
                    </a:ext>
                  </a:extLst>
                </p:cNvPr>
                <p:cNvSpPr/>
                <p:nvPr userDrawn="1"/>
              </p:nvSpPr>
              <p:spPr>
                <a:xfrm>
                  <a:off x="5841984" y="7952850"/>
                  <a:ext cx="868680" cy="8686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7" name="Oval 166">
                  <a:extLst>
                    <a:ext uri="{FF2B5EF4-FFF2-40B4-BE49-F238E27FC236}">
                      <a16:creationId xmlns:a16="http://schemas.microsoft.com/office/drawing/2014/main" id="{C5C029E7-6D6D-4D14-8D8E-E407011AF097}"/>
                    </a:ext>
                  </a:extLst>
                </p:cNvPr>
                <p:cNvSpPr/>
                <p:nvPr userDrawn="1"/>
              </p:nvSpPr>
              <p:spPr>
                <a:xfrm>
                  <a:off x="5910564" y="8021430"/>
                  <a:ext cx="731520" cy="7315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9" name="Oval 168">
                  <a:extLst>
                    <a:ext uri="{FF2B5EF4-FFF2-40B4-BE49-F238E27FC236}">
                      <a16:creationId xmlns:a16="http://schemas.microsoft.com/office/drawing/2014/main" id="{4A74D8A7-ACD3-40A3-918D-46DF99BF9F3E}"/>
                    </a:ext>
                  </a:extLst>
                </p:cNvPr>
                <p:cNvSpPr/>
                <p:nvPr userDrawn="1"/>
              </p:nvSpPr>
              <p:spPr>
                <a:xfrm>
                  <a:off x="5979144" y="8090010"/>
                  <a:ext cx="594360" cy="5943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1" name="Oval 170">
                  <a:extLst>
                    <a:ext uri="{FF2B5EF4-FFF2-40B4-BE49-F238E27FC236}">
                      <a16:creationId xmlns:a16="http://schemas.microsoft.com/office/drawing/2014/main" id="{9C994ED9-5124-452B-986B-4782056BCFB3}"/>
                    </a:ext>
                  </a:extLst>
                </p:cNvPr>
                <p:cNvSpPr/>
                <p:nvPr userDrawn="1"/>
              </p:nvSpPr>
              <p:spPr>
                <a:xfrm>
                  <a:off x="6047724" y="8158590"/>
                  <a:ext cx="457200" cy="4572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2" name="Oval 171">
                  <a:extLst>
                    <a:ext uri="{FF2B5EF4-FFF2-40B4-BE49-F238E27FC236}">
                      <a16:creationId xmlns:a16="http://schemas.microsoft.com/office/drawing/2014/main" id="{8ADCBFB4-9F0A-40FB-A585-2728254E0A7C}"/>
                    </a:ext>
                  </a:extLst>
                </p:cNvPr>
                <p:cNvSpPr/>
                <p:nvPr userDrawn="1"/>
              </p:nvSpPr>
              <p:spPr>
                <a:xfrm>
                  <a:off x="6116304" y="8227170"/>
                  <a:ext cx="320040" cy="3200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4" name="Oval 163">
                <a:extLst>
                  <a:ext uri="{FF2B5EF4-FFF2-40B4-BE49-F238E27FC236}">
                    <a16:creationId xmlns:a16="http://schemas.microsoft.com/office/drawing/2014/main" id="{42E049E2-81A6-45F8-BA9F-DEA21400B1AD}"/>
                  </a:ext>
                </a:extLst>
              </p:cNvPr>
              <p:cNvSpPr/>
              <p:nvPr userDrawn="1"/>
            </p:nvSpPr>
            <p:spPr>
              <a:xfrm>
                <a:off x="6184884" y="8295750"/>
                <a:ext cx="182880" cy="1828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7" name="Freeform: Shape 66">
              <a:extLst>
                <a:ext uri="{FF2B5EF4-FFF2-40B4-BE49-F238E27FC236}">
                  <a16:creationId xmlns:a16="http://schemas.microsoft.com/office/drawing/2014/main" id="{75F20D6C-6085-4D3F-9186-6895908C97B9}"/>
                </a:ext>
              </a:extLst>
            </p:cNvPr>
            <p:cNvSpPr/>
            <p:nvPr userDrawn="1"/>
          </p:nvSpPr>
          <p:spPr>
            <a:xfrm rot="16200000">
              <a:off x="506891" y="5335524"/>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 name="Rectangle 70">
              <a:extLst>
                <a:ext uri="{FF2B5EF4-FFF2-40B4-BE49-F238E27FC236}">
                  <a16:creationId xmlns:a16="http://schemas.microsoft.com/office/drawing/2014/main" id="{BC56BE23-DE49-4D55-A6A0-DFE2A870120D}"/>
                </a:ext>
              </a:extLst>
            </p:cNvPr>
            <p:cNvSpPr/>
            <p:nvPr userDrawn="1"/>
          </p:nvSpPr>
          <p:spPr>
            <a:xfrm>
              <a:off x="2028658" y="6089528"/>
              <a:ext cx="2049251" cy="768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BCF3BD55-FF25-4CA9-8016-81AEB8AA43E8}"/>
                </a:ext>
              </a:extLst>
            </p:cNvPr>
            <p:cNvSpPr/>
            <p:nvPr userDrawn="1"/>
          </p:nvSpPr>
          <p:spPr>
            <a:xfrm>
              <a:off x="3838078" y="185947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7" name="Straight Connector 76">
              <a:extLst>
                <a:ext uri="{FF2B5EF4-FFF2-40B4-BE49-F238E27FC236}">
                  <a16:creationId xmlns:a16="http://schemas.microsoft.com/office/drawing/2014/main" id="{DE09EA6C-7AC2-47BE-95B8-4D3412867BA5}"/>
                </a:ext>
              </a:extLst>
            </p:cNvPr>
            <p:cNvCxnSpPr>
              <a:cxnSpLocks/>
            </p:cNvCxnSpPr>
            <p:nvPr userDrawn="1"/>
          </p:nvCxnSpPr>
          <p:spPr>
            <a:xfrm flipV="1">
              <a:off x="0" y="1990665"/>
              <a:ext cx="4023360" cy="33894"/>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974771" y="576943"/>
            <a:ext cx="6449786" cy="2785508"/>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EB00591F-8CE8-B626-C81A-6C960B2BAECA}"/>
              </a:ext>
            </a:extLst>
          </p:cNvPr>
          <p:cNvSpPr>
            <a:spLocks noGrp="1"/>
          </p:cNvSpPr>
          <p:nvPr>
            <p:ph type="subTitle" idx="1" hasCustomPrompt="1"/>
          </p:nvPr>
        </p:nvSpPr>
        <p:spPr>
          <a:xfrm>
            <a:off x="4974772" y="3373686"/>
            <a:ext cx="6449785" cy="1029586"/>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92" name="Date Placeholder 3">
            <a:extLst>
              <a:ext uri="{FF2B5EF4-FFF2-40B4-BE49-F238E27FC236}">
                <a16:creationId xmlns:a16="http://schemas.microsoft.com/office/drawing/2014/main" id="{2837477B-3D20-4982-86AF-91100FE408D3}"/>
              </a:ext>
            </a:extLst>
          </p:cNvPr>
          <p:cNvSpPr>
            <a:spLocks noGrp="1"/>
          </p:cNvSpPr>
          <p:nvPr>
            <p:ph type="dt" sz="half" idx="10"/>
          </p:nvPr>
        </p:nvSpPr>
        <p:spPr>
          <a:xfrm>
            <a:off x="7519821" y="6353175"/>
            <a:ext cx="1097280" cy="365125"/>
          </a:xfrm>
        </p:spPr>
        <p:txBody>
          <a:bodyPr/>
          <a:lstStyle>
            <a:lvl1pPr>
              <a:defRPr>
                <a:solidFill>
                  <a:schemeClr val="bg1"/>
                </a:solidFill>
              </a:defRPr>
            </a:lvl1pPr>
          </a:lstStyle>
          <a:p>
            <a:r>
              <a:rPr lang="en-US"/>
              <a:t>12/11/2023</a:t>
            </a:r>
            <a:endParaRPr lang="en-US" dirty="0"/>
          </a:p>
        </p:txBody>
      </p:sp>
      <p:sp>
        <p:nvSpPr>
          <p:cNvPr id="193" name="Footer Placeholder 4">
            <a:extLst>
              <a:ext uri="{FF2B5EF4-FFF2-40B4-BE49-F238E27FC236}">
                <a16:creationId xmlns:a16="http://schemas.microsoft.com/office/drawing/2014/main" id="{B6E38A1E-AF37-4A09-9B69-65397A079362}"/>
              </a:ext>
            </a:extLst>
          </p:cNvPr>
          <p:cNvSpPr>
            <a:spLocks noGrp="1"/>
          </p:cNvSpPr>
          <p:nvPr>
            <p:ph type="ftr" sz="quarter" idx="11"/>
          </p:nvPr>
        </p:nvSpPr>
        <p:spPr>
          <a:xfrm>
            <a:off x="8727198" y="6350000"/>
            <a:ext cx="2286000" cy="365125"/>
          </a:xfrm>
        </p:spPr>
        <p:txBody>
          <a:bodyPr/>
          <a:lstStyle>
            <a:lvl1pPr>
              <a:defRPr>
                <a:solidFill>
                  <a:schemeClr val="bg1"/>
                </a:solidFill>
              </a:defRPr>
            </a:lvl1pPr>
          </a:lstStyle>
          <a:p>
            <a:r>
              <a:rPr lang="en-US"/>
              <a:t>Presentation title</a:t>
            </a:r>
            <a:endParaRPr lang="en-US" dirty="0"/>
          </a:p>
        </p:txBody>
      </p:sp>
      <p:sp>
        <p:nvSpPr>
          <p:cNvPr id="194" name="Slide Number Placeholder 5">
            <a:extLst>
              <a:ext uri="{FF2B5EF4-FFF2-40B4-BE49-F238E27FC236}">
                <a16:creationId xmlns:a16="http://schemas.microsoft.com/office/drawing/2014/main" id="{FB77B535-C760-4E32-8A7E-BF9AD08BBC39}"/>
              </a:ext>
            </a:extLst>
          </p:cNvPr>
          <p:cNvSpPr>
            <a:spLocks noGrp="1"/>
          </p:cNvSpPr>
          <p:nvPr>
            <p:ph type="sldNum" sz="quarter" idx="12"/>
          </p:nvPr>
        </p:nvSpPr>
        <p:spPr>
          <a:xfrm>
            <a:off x="11123295" y="6352847"/>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64770521"/>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5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771736" y="896112"/>
            <a:ext cx="9389288" cy="1362456"/>
          </a:xfrm>
        </p:spPr>
        <p:txBody>
          <a:bodyPr anchor="t" anchorCtr="0"/>
          <a:lstStyle>
            <a:lvl1pPr>
              <a:defRPr cap="all" baseline="0">
                <a:solidFill>
                  <a:schemeClr val="accent1"/>
                </a:solidFill>
              </a:defRPr>
            </a:lvl1pPr>
          </a:lstStyle>
          <a:p>
            <a:r>
              <a:rPr lang="en-US" dirty="0"/>
              <a:t>CLICK TO ADD TITLE</a:t>
            </a:r>
          </a:p>
        </p:txBody>
      </p:sp>
      <p:grpSp>
        <p:nvGrpSpPr>
          <p:cNvPr id="5" name="Group 4">
            <a:extLst>
              <a:ext uri="{FF2B5EF4-FFF2-40B4-BE49-F238E27FC236}">
                <a16:creationId xmlns:a16="http://schemas.microsoft.com/office/drawing/2014/main" id="{E88DF45F-9FEA-47BE-AC15-52BE148E1814}"/>
              </a:ext>
              <a:ext uri="{C183D7F6-B498-43B3-948B-1728B52AA6E4}">
                <adec:decorative xmlns:adec="http://schemas.microsoft.com/office/drawing/2017/decorative"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771735"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5424487"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6" name="Content Placeholder 2">
            <a:extLst>
              <a:ext uri="{FF2B5EF4-FFF2-40B4-BE49-F238E27FC236}">
                <a16:creationId xmlns:a16="http://schemas.microsoft.com/office/drawing/2014/main" id="{B135D7B7-20E9-ADCF-4417-B443AF3112FC}"/>
              </a:ext>
            </a:extLst>
          </p:cNvPr>
          <p:cNvSpPr>
            <a:spLocks noGrp="1"/>
          </p:cNvSpPr>
          <p:nvPr>
            <p:ph sz="half" idx="14" hasCustomPrompt="1"/>
          </p:nvPr>
        </p:nvSpPr>
        <p:spPr>
          <a:xfrm>
            <a:off x="771734"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D4468C5-0B68-8408-80C5-F8681CA98918}"/>
              </a:ext>
            </a:extLst>
          </p:cNvPr>
          <p:cNvSpPr>
            <a:spLocks noGrp="1"/>
          </p:cNvSpPr>
          <p:nvPr>
            <p:ph sz="half" idx="15" hasCustomPrompt="1"/>
          </p:nvPr>
        </p:nvSpPr>
        <p:spPr>
          <a:xfrm>
            <a:off x="5645989"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8813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accent6">
            <a:lumMod val="60000"/>
            <a:lumOff val="40000"/>
          </a:schemeClr>
        </a:solidFill>
        <a:effectLst/>
      </p:bgPr>
    </p:bg>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E1BC9BFE-80C0-4DA9-92DB-070C41E412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403102" y="-983359"/>
            <a:ext cx="2029968" cy="2029968"/>
          </a:xfrm>
          <a:prstGeom prst="rect">
            <a:avLst/>
          </a:prstGeom>
        </p:spPr>
      </p:pic>
      <p:sp>
        <p:nvSpPr>
          <p:cNvPr id="8" name="Rectangle 23">
            <a:extLst>
              <a:ext uri="{FF2B5EF4-FFF2-40B4-BE49-F238E27FC236}">
                <a16:creationId xmlns:a16="http://schemas.microsoft.com/office/drawing/2014/main" id="{F5ED01E4-35BF-4165-86B2-E3BDFD91DEE3}"/>
              </a:ext>
              <a:ext uri="{C183D7F6-B498-43B3-948B-1728B52AA6E4}">
                <adec:decorative xmlns:adec="http://schemas.microsoft.com/office/drawing/2017/decorative" val="1"/>
              </a:ext>
            </a:extLst>
          </p:cNvPr>
          <p:cNvSpPr/>
          <p:nvPr userDrawn="1"/>
        </p:nvSpPr>
        <p:spPr>
          <a:xfrm rot="13508190">
            <a:off x="-1025089"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B7E6DD28-C71B-4484-973A-D12A2773000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2533">
            <a:off x="407892"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 uri="{C183D7F6-B498-43B3-948B-1728B52AA6E4}">
                <adec:decorative xmlns:adec="http://schemas.microsoft.com/office/drawing/2017/decorative" val="1"/>
              </a:ext>
            </a:extLst>
          </p:cNvPr>
          <p:cNvSpPr/>
          <p:nvPr userDrawn="1"/>
        </p:nvSpPr>
        <p:spPr>
          <a:xfrm rot="18900000">
            <a:off x="413443"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EB06A536-5FCB-4761-9EFF-D54BE44B1FD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021285" y="335586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3489227">
            <a:off x="1859807" y="3357927"/>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 uri="{C183D7F6-B498-43B3-948B-1728B52AA6E4}">
                <adec:decorative xmlns:adec="http://schemas.microsoft.com/office/drawing/2017/decorative" val="1"/>
              </a:ext>
            </a:extLst>
          </p:cNvPr>
          <p:cNvGrpSpPr/>
          <p:nvPr userDrawn="1"/>
        </p:nvGrpSpPr>
        <p:grpSpPr>
          <a:xfrm>
            <a:off x="-7411"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id="{788A3CD7-1915-41CF-9FB5-E6FEDCA8F19C}"/>
              </a:ext>
              <a:ext uri="{C183D7F6-B498-43B3-948B-1728B52AA6E4}">
                <adec:decorative xmlns:adec="http://schemas.microsoft.com/office/drawing/2017/decorative" val="1"/>
              </a:ext>
            </a:extLst>
          </p:cNvPr>
          <p:cNvSpPr/>
          <p:nvPr userDrawn="1"/>
        </p:nvSpPr>
        <p:spPr>
          <a:xfrm>
            <a:off x="1793659"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3" name="Freeform: Shape 162">
            <a:extLst>
              <a:ext uri="{FF2B5EF4-FFF2-40B4-BE49-F238E27FC236}">
                <a16:creationId xmlns:a16="http://schemas.microsoft.com/office/drawing/2014/main" id="{FEE07693-1822-40D4-88A4-0F663C787D7E}"/>
              </a:ext>
              <a:ext uri="{C183D7F6-B498-43B3-948B-1728B52AA6E4}">
                <adec:decorative xmlns:adec="http://schemas.microsoft.com/office/drawing/2017/decorative" val="1"/>
              </a:ext>
            </a:extLst>
          </p:cNvPr>
          <p:cNvSpPr/>
          <p:nvPr userDrawn="1"/>
        </p:nvSpPr>
        <p:spPr>
          <a:xfrm>
            <a:off x="1035546"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1">
            <a:extLst>
              <a:ext uri="{FF2B5EF4-FFF2-40B4-BE49-F238E27FC236}">
                <a16:creationId xmlns:a16="http://schemas.microsoft.com/office/drawing/2014/main" id="{C8142DAF-BE54-C239-5685-89D55E027E4E}"/>
              </a:ext>
            </a:extLst>
          </p:cNvPr>
          <p:cNvSpPr>
            <a:spLocks noGrp="1"/>
          </p:cNvSpPr>
          <p:nvPr>
            <p:ph type="title" hasCustomPrompt="1"/>
          </p:nvPr>
        </p:nvSpPr>
        <p:spPr>
          <a:xfrm>
            <a:off x="3520440" y="896111"/>
            <a:ext cx="7889768" cy="2039341"/>
          </a:xfrm>
        </p:spPr>
        <p:txBody>
          <a:bodyPr anchor="t" anchorCtr="0"/>
          <a:lstStyle>
            <a:lvl1pPr>
              <a:defRPr cap="all" baseline="0">
                <a:solidFill>
                  <a:schemeClr val="accent1"/>
                </a:solidFill>
              </a:defRPr>
            </a:lvl1pPr>
          </a:lstStyle>
          <a:p>
            <a:r>
              <a:rPr lang="en-US" dirty="0"/>
              <a:t>CLICK TO ADD TITLE</a:t>
            </a:r>
          </a:p>
        </p:txBody>
      </p:sp>
      <p:sp>
        <p:nvSpPr>
          <p:cNvPr id="10" name="Content Placeholder 2">
            <a:extLst>
              <a:ext uri="{FF2B5EF4-FFF2-40B4-BE49-F238E27FC236}">
                <a16:creationId xmlns:a16="http://schemas.microsoft.com/office/drawing/2014/main" id="{5A2EBD71-EB16-773C-A6CB-C6E1259AE70B}"/>
              </a:ext>
            </a:extLst>
          </p:cNvPr>
          <p:cNvSpPr>
            <a:spLocks noGrp="1"/>
          </p:cNvSpPr>
          <p:nvPr>
            <p:ph sz="half" idx="14" hasCustomPrompt="1"/>
          </p:nvPr>
        </p:nvSpPr>
        <p:spPr>
          <a:xfrm>
            <a:off x="3520440" y="3259056"/>
            <a:ext cx="2994660" cy="3006531"/>
          </a:xfrm>
        </p:spPr>
        <p:txBody>
          <a:bodyPr>
            <a:normAutofit/>
          </a:bodyPr>
          <a:lstStyle>
            <a:lvl1pPr marL="285750" indent="-285750">
              <a:lnSpc>
                <a:spcPts val="2000"/>
              </a:lnSpc>
              <a:buFont typeface="Arial" panose="020B0604020202020204" pitchFamily="34" charset="0"/>
              <a:buChar char="•"/>
              <a:defRPr sz="1800"/>
            </a:lvl1pPr>
            <a:lvl2pPr>
              <a:lnSpc>
                <a:spcPts val="2000"/>
              </a:lnSpc>
              <a:defRPr sz="1800"/>
            </a:lvl2pPr>
            <a:lvl3pPr>
              <a:lnSpc>
                <a:spcPts val="2000"/>
              </a:lnSpc>
              <a:defRPr sz="1800"/>
            </a:lvl3pPr>
            <a:lvl4pPr>
              <a:lnSpc>
                <a:spcPts val="2000"/>
              </a:lnSpc>
              <a:defRPr sz="1800"/>
            </a:lvl4pPr>
            <a:lvl5pPr>
              <a:lnSpc>
                <a:spcPts val="2000"/>
              </a:lnSpc>
              <a:defRPr sz="1800"/>
            </a:lvl5pPr>
          </a:lstStyle>
          <a:p>
            <a:pPr lvl="0"/>
            <a:r>
              <a:rPr lang="en-US" dirty="0"/>
              <a:t>Click to add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56944BE1-9937-7EA2-AA56-336B8D5CAADA}"/>
              </a:ext>
            </a:extLst>
          </p:cNvPr>
          <p:cNvSpPr>
            <a:spLocks noGrp="1"/>
          </p:cNvSpPr>
          <p:nvPr>
            <p:ph sz="half" idx="1" hasCustomPrompt="1"/>
          </p:nvPr>
        </p:nvSpPr>
        <p:spPr>
          <a:xfrm>
            <a:off x="6826432" y="3253740"/>
            <a:ext cx="4580088" cy="3006531"/>
          </a:xfrm>
        </p:spPr>
        <p:txBody>
          <a:bodyPr>
            <a:normAutofit/>
          </a:bodyPr>
          <a:lstStyle>
            <a:lvl1pPr marL="0" indent="0">
              <a:lnSpc>
                <a:spcPts val="2000"/>
              </a:lnSpc>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3523723"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6642161"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10949320"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21514593"/>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807877" y="898524"/>
            <a:ext cx="7606895" cy="2029967"/>
          </a:xfrm>
        </p:spPr>
        <p:txBody>
          <a:bodyPr anchor="t" anchorCtr="0"/>
          <a:lstStyle>
            <a:lvl1pPr>
              <a:defRPr cap="all" baseline="0">
                <a:solidFill>
                  <a:schemeClr val="tx2"/>
                </a:solidFill>
              </a:defRPr>
            </a:lvl1pPr>
          </a:lstStyle>
          <a:p>
            <a:r>
              <a:rPr lang="en-US" dirty="0"/>
              <a:t>CLICK TO ADD TITLE</a:t>
            </a:r>
          </a:p>
        </p:txBody>
      </p:sp>
      <p:sp>
        <p:nvSpPr>
          <p:cNvPr id="27" name="Picture Placeholder 26">
            <a:extLst>
              <a:ext uri="{FF2B5EF4-FFF2-40B4-BE49-F238E27FC236}">
                <a16:creationId xmlns:a16="http://schemas.microsoft.com/office/drawing/2014/main" id="{01CF25F4-1889-5FE4-9BE0-413C509639DC}"/>
              </a:ext>
            </a:extLst>
          </p:cNvPr>
          <p:cNvSpPr>
            <a:spLocks noGrp="1"/>
          </p:cNvSpPr>
          <p:nvPr>
            <p:ph type="pic" sz="quarter" idx="15" hasCustomPrompt="1"/>
          </p:nvPr>
        </p:nvSpPr>
        <p:spPr>
          <a:xfrm>
            <a:off x="1011337" y="9212"/>
            <a:ext cx="2029967" cy="4850544"/>
          </a:xfrm>
          <a:custGeom>
            <a:avLst/>
            <a:gdLst>
              <a:gd name="connsiteX0" fmla="*/ 0 w 2029967"/>
              <a:gd name="connsiteY0" fmla="*/ 0 h 4850544"/>
              <a:gd name="connsiteX1" fmla="*/ 2029967 w 2029967"/>
              <a:gd name="connsiteY1" fmla="*/ 0 h 4850544"/>
              <a:gd name="connsiteX2" fmla="*/ 2029967 w 2029967"/>
              <a:gd name="connsiteY2" fmla="*/ 4850544 h 4850544"/>
              <a:gd name="connsiteX3" fmla="*/ 2025599 w 2029967"/>
              <a:gd name="connsiteY3" fmla="*/ 4850544 h 4850544"/>
              <a:gd name="connsiteX4" fmla="*/ 2 w 2029967"/>
              <a:gd name="connsiteY4" fmla="*/ 2824947 h 4850544"/>
              <a:gd name="connsiteX5" fmla="*/ 2 w 2029967"/>
              <a:gd name="connsiteY5" fmla="*/ 4850544 h 4850544"/>
              <a:gd name="connsiteX6" fmla="*/ 0 w 2029967"/>
              <a:gd name="connsiteY6" fmla="*/ 4850544 h 485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9967" h="4850544">
                <a:moveTo>
                  <a:pt x="0" y="0"/>
                </a:moveTo>
                <a:lnTo>
                  <a:pt x="2029967" y="0"/>
                </a:lnTo>
                <a:lnTo>
                  <a:pt x="2029967" y="4850544"/>
                </a:lnTo>
                <a:lnTo>
                  <a:pt x="2025599" y="4850544"/>
                </a:lnTo>
                <a:lnTo>
                  <a:pt x="2" y="2824947"/>
                </a:lnTo>
                <a:lnTo>
                  <a:pt x="2" y="4850544"/>
                </a:lnTo>
                <a:lnTo>
                  <a:pt x="0" y="4850544"/>
                </a:lnTo>
                <a:close/>
              </a:path>
            </a:pathLst>
          </a:custGeom>
        </p:spPr>
        <p:txBody>
          <a:bodyPr wrap="square">
            <a:noAutofit/>
          </a:bodyPr>
          <a:lstStyle>
            <a:lvl1pPr marL="0" indent="0" algn="l">
              <a:buNone/>
              <a:defRPr sz="2000">
                <a:solidFill>
                  <a:schemeClr val="bg1"/>
                </a:solidFill>
              </a:defRPr>
            </a:lvl1pPr>
          </a:lstStyle>
          <a:p>
            <a:r>
              <a:rPr lang="en-US" dirty="0"/>
              <a:t>Click icon to insert picture</a:t>
            </a:r>
          </a:p>
        </p:txBody>
      </p:sp>
      <p:sp>
        <p:nvSpPr>
          <p:cNvPr id="34" name="Rectangle 33">
            <a:extLst>
              <a:ext uri="{FF2B5EF4-FFF2-40B4-BE49-F238E27FC236}">
                <a16:creationId xmlns:a16="http://schemas.microsoft.com/office/drawing/2014/main" id="{9CC28908-2548-441C-BE9D-8728E1FC84C0}"/>
              </a:ext>
              <a:ext uri="{C183D7F6-B498-43B3-948B-1728B52AA6E4}">
                <adec:decorative xmlns:adec="http://schemas.microsoft.com/office/drawing/2017/decorative" val="1"/>
              </a:ext>
            </a:extLst>
          </p:cNvPr>
          <p:cNvSpPr/>
          <p:nvPr userDrawn="1"/>
        </p:nvSpPr>
        <p:spPr>
          <a:xfrm>
            <a:off x="1011339" y="4863266"/>
            <a:ext cx="2029968" cy="200489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a:extLst>
              <a:ext uri="{FF2B5EF4-FFF2-40B4-BE49-F238E27FC236}">
                <a16:creationId xmlns:a16="http://schemas.microsoft.com/office/drawing/2014/main" id="{731DC170-FB16-45F8-B62C-DCAB2B9AC31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11338" y="5865203"/>
            <a:ext cx="2019299" cy="999451"/>
          </a:xfrm>
          <a:prstGeom prst="rect">
            <a:avLst/>
          </a:prstGeom>
        </p:spPr>
      </p:pic>
      <p:sp>
        <p:nvSpPr>
          <p:cNvPr id="5" name="Content Placeholder 2">
            <a:extLst>
              <a:ext uri="{FF2B5EF4-FFF2-40B4-BE49-F238E27FC236}">
                <a16:creationId xmlns:a16="http://schemas.microsoft.com/office/drawing/2014/main" id="{ADE2E4A5-BFB0-8F89-C606-A1581EB9FC6E}"/>
              </a:ext>
            </a:extLst>
          </p:cNvPr>
          <p:cNvSpPr>
            <a:spLocks noGrp="1"/>
          </p:cNvSpPr>
          <p:nvPr>
            <p:ph sz="half" idx="16" hasCustomPrompt="1"/>
          </p:nvPr>
        </p:nvSpPr>
        <p:spPr>
          <a:xfrm>
            <a:off x="3803953" y="3259138"/>
            <a:ext cx="7615274" cy="2978150"/>
          </a:xfrm>
        </p:spPr>
        <p:txBody>
          <a:bodyPr>
            <a:normAutofit/>
          </a:bodyPr>
          <a:lstStyle>
            <a:lvl1pPr marL="285750" indent="-285750">
              <a:lnSpc>
                <a:spcPts val="2000"/>
              </a:lnSpc>
              <a:buFont typeface="Arial" panose="020B0604020202020204" pitchFamily="34" charset="0"/>
              <a:buChar char="•"/>
              <a:defRPr sz="1800">
                <a:solidFill>
                  <a:schemeClr val="tx2"/>
                </a:solidFill>
              </a:defRPr>
            </a:lvl1pPr>
            <a:lvl2pPr marL="685800">
              <a:lnSpc>
                <a:spcPts val="2000"/>
              </a:lnSpc>
              <a:defRPr sz="1800">
                <a:solidFill>
                  <a:schemeClr val="tx2"/>
                </a:solidFill>
              </a:defRPr>
            </a:lvl2pPr>
            <a:lvl3pPr marL="1143000">
              <a:lnSpc>
                <a:spcPts val="2000"/>
              </a:lnSpc>
              <a:defRPr sz="1800">
                <a:solidFill>
                  <a:schemeClr val="tx2"/>
                </a:solidFill>
              </a:defRPr>
            </a:lvl3pPr>
            <a:lvl4pPr marL="1600200">
              <a:lnSpc>
                <a:spcPts val="2000"/>
              </a:lnSpc>
              <a:defRPr sz="1800">
                <a:solidFill>
                  <a:schemeClr val="tx2"/>
                </a:solidFill>
              </a:defRPr>
            </a:lvl4pPr>
            <a:lvl5pPr marL="2057400">
              <a:lnSpc>
                <a:spcPts val="2000"/>
              </a:lnSpc>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3803953" y="6353175"/>
            <a:ext cx="1097280" cy="365125"/>
          </a:xfrm>
        </p:spPr>
        <p:txBody>
          <a:bodyPr/>
          <a:lstStyle>
            <a:lvl1pPr>
              <a:defRPr>
                <a:solidFill>
                  <a:schemeClr val="bg1"/>
                </a:solidFill>
              </a:defRPr>
            </a:lvl1pPr>
          </a:lstStyle>
          <a:p>
            <a:r>
              <a:rPr lang="en-US"/>
              <a:t>12/11/2023</a:t>
            </a:r>
            <a:endParaRPr lang="en-US" dirty="0"/>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6788630" y="6350000"/>
            <a:ext cx="2286000" cy="365125"/>
          </a:xfrm>
        </p:spPr>
        <p:txBody>
          <a:bodyPr/>
          <a:lstStyle>
            <a:lvl1pPr>
              <a:defRPr>
                <a:solidFill>
                  <a:schemeClr val="bg1"/>
                </a:solidFill>
              </a:defRPr>
            </a:lvl1pPr>
          </a:lstStyle>
          <a:p>
            <a:r>
              <a:rPr lang="en-US"/>
              <a:t>Presentation title</a:t>
            </a:r>
            <a:endParaRPr lang="en-US" dirty="0"/>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10962027"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grpSp>
        <p:nvGrpSpPr>
          <p:cNvPr id="9" name="Group 8">
            <a:extLst>
              <a:ext uri="{FF2B5EF4-FFF2-40B4-BE49-F238E27FC236}">
                <a16:creationId xmlns:a16="http://schemas.microsoft.com/office/drawing/2014/main" id="{378F81CD-65D4-6CA1-E2C2-34DF58B566B2}"/>
              </a:ext>
              <a:ext uri="{C183D7F6-B498-43B3-948B-1728B52AA6E4}">
                <adec:decorative xmlns:adec="http://schemas.microsoft.com/office/drawing/2017/decorative" val="1"/>
              </a:ext>
            </a:extLst>
          </p:cNvPr>
          <p:cNvGrpSpPr/>
          <p:nvPr userDrawn="1"/>
        </p:nvGrpSpPr>
        <p:grpSpPr>
          <a:xfrm>
            <a:off x="-1000" y="0"/>
            <a:ext cx="1015984" cy="6858000"/>
            <a:chOff x="-1000" y="0"/>
            <a:chExt cx="1015984" cy="6858000"/>
          </a:xfrm>
        </p:grpSpPr>
        <p:sp>
          <p:nvSpPr>
            <p:cNvPr id="10" name="Rectangle 9">
              <a:extLst>
                <a:ext uri="{FF2B5EF4-FFF2-40B4-BE49-F238E27FC236}">
                  <a16:creationId xmlns:a16="http://schemas.microsoft.com/office/drawing/2014/main" id="{E419657A-6BE9-88F7-BE4C-6BF3C13F7E91}"/>
                </a:ext>
                <a:ext uri="{C183D7F6-B498-43B3-948B-1728B52AA6E4}">
                  <adec:decorative xmlns:adec="http://schemas.microsoft.com/office/drawing/2017/decorative" val="1"/>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BB2BB8E-26BE-8FBF-1C62-4F42858193C1}"/>
                </a:ext>
                <a:ext uri="{C183D7F6-B498-43B3-948B-1728B52AA6E4}">
                  <adec:decorative xmlns:adec="http://schemas.microsoft.com/office/drawing/2017/decorative" val="1"/>
                </a:ext>
              </a:extLst>
            </p:cNvPr>
            <p:cNvSpPr/>
            <p:nvPr userDrawn="1"/>
          </p:nvSpPr>
          <p:spPr>
            <a:xfrm>
              <a:off x="0"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864BEFA-BF82-8BAF-1977-518DCAB0F3EC}"/>
                </a:ext>
                <a:ext uri="{C183D7F6-B498-43B3-948B-1728B52AA6E4}">
                  <adec:decorative xmlns:adec="http://schemas.microsoft.com/office/drawing/2017/decorative" val="1"/>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14C6E7FC-E03B-5EE2-7126-8CC1FBCB9DC3}"/>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rot="5400000">
              <a:off x="-462818" y="552957"/>
              <a:ext cx="1828800" cy="905164"/>
            </a:xfrm>
            <a:prstGeom prst="rect">
              <a:avLst/>
            </a:prstGeom>
          </p:spPr>
        </p:pic>
        <p:sp>
          <p:nvSpPr>
            <p:cNvPr id="14" name="Rectangle 13">
              <a:extLst>
                <a:ext uri="{FF2B5EF4-FFF2-40B4-BE49-F238E27FC236}">
                  <a16:creationId xmlns:a16="http://schemas.microsoft.com/office/drawing/2014/main" id="{659957EF-0F68-275E-1FFC-87388D717462}"/>
                </a:ext>
                <a:ext uri="{C183D7F6-B498-43B3-948B-1728B52AA6E4}">
                  <adec:decorative xmlns:adec="http://schemas.microsoft.com/office/drawing/2017/decorative" val="1"/>
                </a:ext>
              </a:extLst>
            </p:cNvPr>
            <p:cNvSpPr/>
            <p:nvPr userDrawn="1"/>
          </p:nvSpPr>
          <p:spPr>
            <a:xfrm>
              <a:off x="0"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ECECEEA3-55C1-1632-4F14-7E57A802667B}"/>
                </a:ext>
                <a:ext uri="{C183D7F6-B498-43B3-948B-1728B52AA6E4}">
                  <adec:decorative xmlns:adec="http://schemas.microsoft.com/office/drawing/2017/decorative" val="1"/>
                </a:ext>
              </a:extLst>
            </p:cNvPr>
            <p:cNvSpPr/>
            <p:nvPr userDrawn="1"/>
          </p:nvSpPr>
          <p:spPr>
            <a:xfrm rot="10800000">
              <a:off x="100582" y="2932749"/>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6" name="Graphic 15">
              <a:extLst>
                <a:ext uri="{FF2B5EF4-FFF2-40B4-BE49-F238E27FC236}">
                  <a16:creationId xmlns:a16="http://schemas.microsoft.com/office/drawing/2014/main" id="{A6290E86-B21F-0C88-099F-07B046CA1D4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380762"/>
              <a:ext cx="1828800" cy="914400"/>
            </a:xfrm>
            <a:prstGeom prst="rect">
              <a:avLst/>
            </a:prstGeom>
          </p:spPr>
        </p:pic>
      </p:grpSp>
      <p:sp>
        <p:nvSpPr>
          <p:cNvPr id="26" name="Rectangle 23">
            <a:extLst>
              <a:ext uri="{FF2B5EF4-FFF2-40B4-BE49-F238E27FC236}">
                <a16:creationId xmlns:a16="http://schemas.microsoft.com/office/drawing/2014/main" id="{E489F066-AA0F-D3C7-739B-15808100E736}"/>
              </a:ext>
              <a:ext uri="{C183D7F6-B498-43B3-948B-1728B52AA6E4}">
                <adec:decorative xmlns:adec="http://schemas.microsoft.com/office/drawing/2017/decorative" val="1"/>
              </a:ext>
            </a:extLst>
          </p:cNvPr>
          <p:cNvSpPr/>
          <p:nvPr userDrawn="1"/>
        </p:nvSpPr>
        <p:spPr>
          <a:xfrm>
            <a:off x="1011339" y="283415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2555004"/>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0" y="896112"/>
            <a:ext cx="10668000" cy="1325563"/>
          </a:xfrm>
        </p:spPr>
        <p:txBody>
          <a:bodyPr anchor="t" anchorCtr="0"/>
          <a:lstStyle>
            <a:lvl1pPr>
              <a:defRPr cap="all" baseline="0">
                <a:solidFill>
                  <a:schemeClr val="accent1"/>
                </a:solidFill>
              </a:defRPr>
            </a:lvl1pPr>
          </a:lstStyle>
          <a:p>
            <a:r>
              <a:rPr lang="en-US" dirty="0"/>
              <a:t>CLICK TO ADD TITLE</a:t>
            </a:r>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D70FC509-0D49-9500-59C9-DAE0A699FB0C}"/>
              </a:ext>
            </a:extLst>
          </p:cNvPr>
          <p:cNvSpPr>
            <a:spLocks noGrp="1"/>
          </p:cNvSpPr>
          <p:nvPr>
            <p:ph type="body" sz="quarter" idx="13" hasCustomPrompt="1"/>
          </p:nvPr>
        </p:nvSpPr>
        <p:spPr>
          <a:xfrm>
            <a:off x="762000" y="2417197"/>
            <a:ext cx="4278313" cy="3737541"/>
          </a:xfrm>
        </p:spPr>
        <p:txBody>
          <a:bodyPr vert="horz" lIns="91440" tIns="45720" rIns="91440" bIns="45720" rtlCol="0">
            <a:normAutofit/>
          </a:bodyPr>
          <a:lstStyle>
            <a:lvl1pPr>
              <a:spcBef>
                <a:spcPts val="0"/>
              </a:spcBef>
              <a:spcAft>
                <a:spcPts val="1200"/>
              </a:spcAft>
              <a:defRPr lang="en-US" sz="1800" smtClean="0"/>
            </a:lvl1pPr>
            <a:lvl2pPr>
              <a:spcBef>
                <a:spcPts val="0"/>
              </a:spcBef>
              <a:spcAft>
                <a:spcPts val="1200"/>
              </a:spcAft>
              <a:defRPr lang="en-US" sz="1800" smtClean="0"/>
            </a:lvl2pPr>
            <a:lvl3pPr>
              <a:spcBef>
                <a:spcPts val="0"/>
              </a:spcBef>
              <a:spcAft>
                <a:spcPts val="1200"/>
              </a:spcAft>
              <a:defRPr lang="en-US" sz="1800" smtClean="0"/>
            </a:lvl3pPr>
            <a:lvl4pPr>
              <a:spcBef>
                <a:spcPts val="0"/>
              </a:spcBef>
              <a:spcAft>
                <a:spcPts val="1200"/>
              </a:spcAft>
              <a:defRPr lang="en-US" sz="1800" smtClean="0"/>
            </a:lvl4pPr>
            <a:lvl5pPr>
              <a:spcBef>
                <a:spcPts val="0"/>
              </a:spcBef>
              <a:spcAft>
                <a:spcPts val="1200"/>
              </a:spcAft>
              <a:defRPr lang="en-US" sz="1800"/>
            </a:lvl5pPr>
          </a:lstStyle>
          <a:p>
            <a:pPr lvl="0"/>
            <a:r>
              <a:rPr lang="en-US" dirty="0"/>
              <a:t>Click to add text </a:t>
            </a:r>
          </a:p>
          <a:p>
            <a:pPr marL="685800" lvl="1" indent="-228600"/>
            <a:r>
              <a:rPr lang="en-US" dirty="0"/>
              <a:t>Second level</a:t>
            </a:r>
          </a:p>
          <a:p>
            <a:pPr marL="1143000" lvl="2" indent="-228600"/>
            <a:r>
              <a:rPr lang="en-US" dirty="0"/>
              <a:t>Third level</a:t>
            </a:r>
          </a:p>
          <a:p>
            <a:pPr marL="1600200" lvl="3" indent="-228600"/>
            <a:r>
              <a:rPr lang="en-US" dirty="0"/>
              <a:t>Fourth level</a:t>
            </a:r>
          </a:p>
          <a:p>
            <a:pPr marL="2057400" lvl="4" indent="-228600"/>
            <a:r>
              <a:rPr lang="en-US" dirty="0"/>
              <a:t>Fifth level</a:t>
            </a:r>
          </a:p>
        </p:txBody>
      </p:sp>
      <p:sp>
        <p:nvSpPr>
          <p:cNvPr id="8" name="Table Placeholder 7">
            <a:extLst>
              <a:ext uri="{FF2B5EF4-FFF2-40B4-BE49-F238E27FC236}">
                <a16:creationId xmlns:a16="http://schemas.microsoft.com/office/drawing/2014/main" id="{7113F543-A373-5951-EBF3-7E283EE52F0B}"/>
              </a:ext>
            </a:extLst>
          </p:cNvPr>
          <p:cNvSpPr>
            <a:spLocks noGrp="1"/>
          </p:cNvSpPr>
          <p:nvPr>
            <p:ph type="tbl" sz="quarter" idx="14" hasCustomPrompt="1"/>
          </p:nvPr>
        </p:nvSpPr>
        <p:spPr>
          <a:xfrm>
            <a:off x="5241471" y="2417763"/>
            <a:ext cx="6188529" cy="3736975"/>
          </a:xfrm>
        </p:spPr>
        <p:txBody>
          <a:bodyPr/>
          <a:lstStyle>
            <a:lvl1pPr>
              <a:defRPr/>
            </a:lvl1pPr>
          </a:lstStyle>
          <a:p>
            <a:r>
              <a:rPr lang="en-US" dirty="0"/>
              <a:t>Click icon to insert table</a:t>
            </a:r>
          </a:p>
        </p:txBody>
      </p:sp>
      <p:sp>
        <p:nvSpPr>
          <p:cNvPr id="3" name="Date Placeholder 3">
            <a:extLst>
              <a:ext uri="{FF2B5EF4-FFF2-40B4-BE49-F238E27FC236}">
                <a16:creationId xmlns:a16="http://schemas.microsoft.com/office/drawing/2014/main" id="{7D4C80AE-01F3-AAB6-99EF-DB1B5934CFD2}"/>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C0241B24-8629-6BC2-C72F-A156F0624997}"/>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67FBBF9-1C14-3371-F0AC-507FFCAB3BC1}"/>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081890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552574" y="896111"/>
            <a:ext cx="9866540" cy="1358140"/>
          </a:xfrm>
        </p:spPr>
        <p:txBody>
          <a:bodyPr anchor="t" anchorCtr="0"/>
          <a:lstStyle>
            <a:lvl1pPr>
              <a:defRPr cap="all" baseline="0">
                <a:solidFill>
                  <a:schemeClr val="tx2"/>
                </a:solidFill>
              </a:defRPr>
            </a:lvl1pPr>
          </a:lstStyle>
          <a:p>
            <a:r>
              <a:rPr lang="en-US" dirty="0"/>
              <a:t>CLICK TO ADD TITLE</a:t>
            </a:r>
          </a:p>
        </p:txBody>
      </p:sp>
      <p:grpSp>
        <p:nvGrpSpPr>
          <p:cNvPr id="10" name="Group 9">
            <a:extLst>
              <a:ext uri="{FF2B5EF4-FFF2-40B4-BE49-F238E27FC236}">
                <a16:creationId xmlns:a16="http://schemas.microsoft.com/office/drawing/2014/main" id="{D9F1898E-3E74-4E43-A202-1A6640227466}"/>
              </a:ext>
              <a:ext uri="{C183D7F6-B498-43B3-948B-1728B52AA6E4}">
                <adec:decorative xmlns:adec="http://schemas.microsoft.com/office/drawing/2017/decorative" val="1"/>
              </a:ext>
            </a:extLst>
          </p:cNvPr>
          <p:cNvGrpSpPr/>
          <p:nvPr userDrawn="1"/>
        </p:nvGrpSpPr>
        <p:grpSpPr>
          <a:xfrm>
            <a:off x="0" y="0"/>
            <a:ext cx="1014984" cy="6858000"/>
            <a:chOff x="0" y="0"/>
            <a:chExt cx="1014984" cy="6858000"/>
          </a:xfrm>
        </p:grpSpPr>
        <p:sp>
          <p:nvSpPr>
            <p:cNvPr id="33" name="Rectangle 32">
              <a:extLst>
                <a:ext uri="{FF2B5EF4-FFF2-40B4-BE49-F238E27FC236}">
                  <a16:creationId xmlns:a16="http://schemas.microsoft.com/office/drawing/2014/main" id="{814776F7-F8A5-4235-8C8D-17F0E4F45B03}"/>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F301899-34C1-47B4-B5CD-F77BA341C0F9}"/>
                </a:ext>
              </a:extLst>
            </p:cNvPr>
            <p:cNvSpPr/>
            <p:nvPr userDrawn="1"/>
          </p:nvSpPr>
          <p:spPr>
            <a:xfrm>
              <a:off x="0" y="2833299"/>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A66E9363-03B7-439D-8B5E-0665E48F046E}"/>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0432F5F5-1688-44BD-B071-A62C04824FB8}"/>
                </a:ext>
              </a:extLst>
            </p:cNvPr>
            <p:cNvSpPr/>
            <p:nvPr userDrawn="1"/>
          </p:nvSpPr>
          <p:spPr>
            <a:xfrm>
              <a:off x="0" y="2029863"/>
              <a:ext cx="1014984" cy="812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689FF8F5-F7B8-46B0-BB03-FE972A6832E7}"/>
                </a:ext>
              </a:extLst>
            </p:cNvPr>
            <p:cNvSpPr/>
            <p:nvPr userDrawn="1"/>
          </p:nvSpPr>
          <p:spPr>
            <a:xfrm rot="10800000">
              <a:off x="100582" y="2936725"/>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8" name="Graphic 47">
              <a:extLst>
                <a:ext uri="{FF2B5EF4-FFF2-40B4-BE49-F238E27FC236}">
                  <a16:creationId xmlns:a16="http://schemas.microsoft.com/office/drawing/2014/main" id="{31EB8EE7-3843-4CA8-879D-5D985DAA0D1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457200" y="5416459"/>
              <a:ext cx="1828800" cy="914400"/>
            </a:xfrm>
            <a:prstGeom prst="rect">
              <a:avLst/>
            </a:prstGeom>
          </p:spPr>
        </p:pic>
        <p:pic>
          <p:nvPicPr>
            <p:cNvPr id="50" name="Graphic 49">
              <a:extLst>
                <a:ext uri="{FF2B5EF4-FFF2-40B4-BE49-F238E27FC236}">
                  <a16:creationId xmlns:a16="http://schemas.microsoft.com/office/drawing/2014/main" id="{5FF0EEFD-0038-4A2F-AD3B-01A98EFF5CF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63329"/>
              <a:ext cx="1828800" cy="914400"/>
            </a:xfrm>
            <a:prstGeom prst="rect">
              <a:avLst/>
            </a:prstGeom>
          </p:spPr>
        </p:pic>
      </p:grpSp>
      <p:sp>
        <p:nvSpPr>
          <p:cNvPr id="3" name="Content Placeholder 2">
            <a:extLst>
              <a:ext uri="{FF2B5EF4-FFF2-40B4-BE49-F238E27FC236}">
                <a16:creationId xmlns:a16="http://schemas.microsoft.com/office/drawing/2014/main" id="{8A650232-76AA-C9E3-F846-8DB1B44E5AF3}"/>
              </a:ext>
            </a:extLst>
          </p:cNvPr>
          <p:cNvSpPr>
            <a:spLocks noGrp="1"/>
          </p:cNvSpPr>
          <p:nvPr>
            <p:ph sz="half" idx="15" hasCustomPrompt="1"/>
          </p:nvPr>
        </p:nvSpPr>
        <p:spPr>
          <a:xfrm>
            <a:off x="1552575" y="2481940"/>
            <a:ext cx="6477952" cy="3635831"/>
          </a:xfrm>
        </p:spPr>
        <p:txBody>
          <a:bodyPr>
            <a:normAutofit/>
          </a:bodyPr>
          <a:lstStyle>
            <a:lvl1pPr marL="0" indent="0">
              <a:lnSpc>
                <a:spcPct val="100000"/>
              </a:lnSpc>
              <a:spcBef>
                <a:spcPts val="0"/>
              </a:spcBef>
              <a:spcAft>
                <a:spcPts val="600"/>
              </a:spcAft>
              <a:buFont typeface="Arial" panose="020B0604020202020204" pitchFamily="34" charset="0"/>
              <a:buNone/>
              <a:defRPr sz="1800">
                <a:solidFill>
                  <a:schemeClr val="bg1"/>
                </a:solidFill>
              </a:defRPr>
            </a:lvl1pPr>
            <a:lvl2pPr marL="457200">
              <a:lnSpc>
                <a:spcPct val="100000"/>
              </a:lnSpc>
              <a:spcAft>
                <a:spcPts val="600"/>
              </a:spcAft>
              <a:defRPr sz="1800">
                <a:solidFill>
                  <a:schemeClr val="bg1"/>
                </a:solidFill>
              </a:defRPr>
            </a:lvl2pPr>
            <a:lvl3pPr marL="914400">
              <a:lnSpc>
                <a:spcPct val="100000"/>
              </a:lnSpc>
              <a:spcAft>
                <a:spcPts val="600"/>
              </a:spcAft>
              <a:defRPr sz="1800">
                <a:solidFill>
                  <a:schemeClr val="bg1"/>
                </a:solidFill>
              </a:defRPr>
            </a:lvl3pPr>
            <a:lvl4pPr marL="1371600">
              <a:lnSpc>
                <a:spcPct val="100000"/>
              </a:lnSpc>
              <a:spcAft>
                <a:spcPts val="600"/>
              </a:spcAft>
              <a:defRPr sz="1800">
                <a:solidFill>
                  <a:schemeClr val="bg1"/>
                </a:solidFill>
              </a:defRPr>
            </a:lvl4pPr>
            <a:lvl5pPr marL="1828800">
              <a:lnSpc>
                <a:spcPct val="100000"/>
              </a:lnSpc>
              <a:spcAft>
                <a:spcPts val="600"/>
              </a:spcAft>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2">
            <a:extLst>
              <a:ext uri="{FF2B5EF4-FFF2-40B4-BE49-F238E27FC236}">
                <a16:creationId xmlns:a16="http://schemas.microsoft.com/office/drawing/2014/main" id="{37A04978-5D2C-BBF1-9C05-C52717619019}"/>
              </a:ext>
            </a:extLst>
          </p:cNvPr>
          <p:cNvSpPr>
            <a:spLocks noGrp="1"/>
          </p:cNvSpPr>
          <p:nvPr>
            <p:ph type="body" sz="quarter" idx="14" hasCustomPrompt="1"/>
          </p:nvPr>
        </p:nvSpPr>
        <p:spPr>
          <a:xfrm>
            <a:off x="8372723" y="2481940"/>
            <a:ext cx="3046391" cy="3759200"/>
          </a:xfrm>
        </p:spPr>
        <p:txBody>
          <a:bodyPr>
            <a:normAutofit/>
          </a:bodyPr>
          <a:lstStyle>
            <a:lvl1pPr marL="342900" indent="-342900">
              <a:spcAft>
                <a:spcPts val="600"/>
              </a:spcAft>
              <a:buFont typeface="+mj-lt"/>
              <a:buAutoNum type="arabicPeriod"/>
              <a:defRPr sz="1800">
                <a:solidFill>
                  <a:schemeClr val="bg1"/>
                </a:solidFill>
              </a:defRPr>
            </a:lvl1pPr>
            <a:lvl2pPr marL="800100" indent="-342900">
              <a:spcAft>
                <a:spcPts val="600"/>
              </a:spcAft>
              <a:buFont typeface="+mj-lt"/>
              <a:buAutoNum type="alphaLcPeriod"/>
              <a:defRPr sz="1800">
                <a:solidFill>
                  <a:schemeClr val="bg1"/>
                </a:solidFill>
              </a:defRPr>
            </a:lvl2pPr>
            <a:lvl3pPr marL="1257300" indent="-342900">
              <a:spcAft>
                <a:spcPts val="600"/>
              </a:spcAft>
              <a:buFont typeface="+mj-lt"/>
              <a:buAutoNum type="arabicParenR"/>
              <a:defRPr sz="1800">
                <a:solidFill>
                  <a:schemeClr val="bg1"/>
                </a:solidFill>
              </a:defRPr>
            </a:lvl3pPr>
            <a:lvl4pPr marL="1714500" indent="-342900">
              <a:spcAft>
                <a:spcPts val="600"/>
              </a:spcAft>
              <a:buFont typeface="+mj-lt"/>
              <a:buAutoNum type="alphaLcParenR"/>
              <a:defRPr sz="1800">
                <a:solidFill>
                  <a:schemeClr val="bg1"/>
                </a:solidFill>
              </a:defRPr>
            </a:lvl4pPr>
            <a:lvl5pPr marL="2171700" indent="-342900">
              <a:spcAft>
                <a:spcPts val="600"/>
              </a:spcAft>
              <a:buFont typeface="+mj-lt"/>
              <a:buAutoNum type="romanLcPeriod"/>
              <a:defRPr sz="1800">
                <a:solidFill>
                  <a:schemeClr val="bg1"/>
                </a:solidFill>
              </a:defRPr>
            </a:lvl5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3" name="Date Placeholder 3">
            <a:extLst>
              <a:ext uri="{FF2B5EF4-FFF2-40B4-BE49-F238E27FC236}">
                <a16:creationId xmlns:a16="http://schemas.microsoft.com/office/drawing/2014/main" id="{41C57AEB-9E33-4F77-9F58-DB0D1B978707}"/>
              </a:ext>
            </a:extLst>
          </p:cNvPr>
          <p:cNvSpPr>
            <a:spLocks noGrp="1"/>
          </p:cNvSpPr>
          <p:nvPr>
            <p:ph type="dt" sz="half" idx="10"/>
          </p:nvPr>
        </p:nvSpPr>
        <p:spPr>
          <a:xfrm>
            <a:off x="1554480" y="6353175"/>
            <a:ext cx="1097280" cy="365125"/>
          </a:xfrm>
        </p:spPr>
        <p:txBody>
          <a:bodyPr/>
          <a:lstStyle>
            <a:lvl1pPr>
              <a:defRPr>
                <a:solidFill>
                  <a:schemeClr val="bg1"/>
                </a:solidFill>
              </a:defRPr>
            </a:lvl1pPr>
          </a:lstStyle>
          <a:p>
            <a:r>
              <a:rPr lang="en-US"/>
              <a:t>12/11/2023</a:t>
            </a:r>
            <a:endParaRPr lang="en-US" dirty="0"/>
          </a:p>
        </p:txBody>
      </p:sp>
      <p:sp>
        <p:nvSpPr>
          <p:cNvPr id="64" name="Footer Placeholder 4">
            <a:extLst>
              <a:ext uri="{FF2B5EF4-FFF2-40B4-BE49-F238E27FC236}">
                <a16:creationId xmlns:a16="http://schemas.microsoft.com/office/drawing/2014/main" id="{182F895D-C48A-41AA-9DE6-43A17B7E019A}"/>
              </a:ext>
            </a:extLst>
          </p:cNvPr>
          <p:cNvSpPr>
            <a:spLocks noGrp="1"/>
          </p:cNvSpPr>
          <p:nvPr>
            <p:ph type="ftr" sz="quarter" idx="11"/>
          </p:nvPr>
        </p:nvSpPr>
        <p:spPr>
          <a:xfrm>
            <a:off x="5744527" y="6350000"/>
            <a:ext cx="2286000" cy="365125"/>
          </a:xfrm>
        </p:spPr>
        <p:txBody>
          <a:bodyPr/>
          <a:lstStyle>
            <a:lvl1pPr>
              <a:defRPr>
                <a:solidFill>
                  <a:schemeClr val="bg1"/>
                </a:solidFill>
              </a:defRPr>
            </a:lvl1pPr>
          </a:lstStyle>
          <a:p>
            <a:r>
              <a:rPr lang="en-US"/>
              <a:t>Presentation title</a:t>
            </a:r>
            <a:endParaRPr lang="en-US" dirty="0"/>
          </a:p>
        </p:txBody>
      </p:sp>
      <p:sp>
        <p:nvSpPr>
          <p:cNvPr id="65" name="Slide Number Placeholder 5">
            <a:extLst>
              <a:ext uri="{FF2B5EF4-FFF2-40B4-BE49-F238E27FC236}">
                <a16:creationId xmlns:a16="http://schemas.microsoft.com/office/drawing/2014/main" id="{4C15BF58-30D9-4A0E-8506-1CD777B0FC5B}"/>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07368846"/>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4155" y="896112"/>
            <a:ext cx="10665845" cy="1325563"/>
          </a:xfrm>
        </p:spPr>
        <p:txBody>
          <a:bodyPr anchor="t" anchorCtr="0"/>
          <a:lstStyle>
            <a:lvl1pPr>
              <a:defRPr cap="all" baseline="0">
                <a:solidFill>
                  <a:schemeClr val="accent1"/>
                </a:solidFill>
              </a:defRPr>
            </a:lvl1pPr>
          </a:lstStyle>
          <a:p>
            <a:r>
              <a:rPr lang="en-US" dirty="0"/>
              <a:t>CLICK TO ADD TITLE</a:t>
            </a:r>
          </a:p>
        </p:txBody>
      </p:sp>
      <p:sp>
        <p:nvSpPr>
          <p:cNvPr id="5" name="Table Placeholder 4">
            <a:extLst>
              <a:ext uri="{FF2B5EF4-FFF2-40B4-BE49-F238E27FC236}">
                <a16:creationId xmlns:a16="http://schemas.microsoft.com/office/drawing/2014/main" id="{E06194BC-6453-CA18-2623-B07F3A5D4E92}"/>
              </a:ext>
            </a:extLst>
          </p:cNvPr>
          <p:cNvSpPr>
            <a:spLocks noGrp="1"/>
          </p:cNvSpPr>
          <p:nvPr>
            <p:ph type="tbl" sz="quarter" idx="13" hasCustomPrompt="1"/>
          </p:nvPr>
        </p:nvSpPr>
        <p:spPr>
          <a:xfrm>
            <a:off x="762000" y="2417763"/>
            <a:ext cx="10665845" cy="3678235"/>
          </a:xfrm>
        </p:spPr>
        <p:txBody>
          <a:bodyPr/>
          <a:lstStyle>
            <a:lvl1pPr>
              <a:defRPr/>
            </a:lvl1pPr>
          </a:lstStyle>
          <a:p>
            <a:pPr marL="228600" marR="0" lvl="0" indent="-2286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dirty="0"/>
              <a:t>Click icon to insert table</a:t>
            </a:r>
          </a:p>
          <a:p>
            <a:endParaRPr lang="en-US" dirty="0"/>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D3A465A0-88AA-B50B-92D8-3A54928329FB}"/>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6195F626-7C08-9907-6A85-922BE6AA0EF5}"/>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7BBAD34A-4F3F-C89B-BBBC-E7740F414D13}"/>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23748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ontent 2">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11C2927-0A13-DC57-A83B-B8DB787A48CF}"/>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5900245" y="544285"/>
            <a:ext cx="5528217" cy="2685383"/>
          </a:xfrm>
        </p:spPr>
        <p:txBody>
          <a:bodyPr anchor="b">
            <a:normAutofit/>
          </a:bodyPr>
          <a:lstStyle>
            <a:lvl1pPr algn="l">
              <a:defRPr sz="44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5896340" y="3423773"/>
            <a:ext cx="5528217" cy="2029969"/>
          </a:xfrm>
        </p:spPr>
        <p:txBody>
          <a:bodyPr>
            <a:normAutofit/>
          </a:bodyPr>
          <a:lstStyle>
            <a:lvl1pPr marL="0" indent="0" algn="l">
              <a:lnSpc>
                <a:spcPct val="150000"/>
              </a:lnSpc>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762000" y="365125"/>
            <a:ext cx="106680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762000" y="1825625"/>
            <a:ext cx="106680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762000" y="6356350"/>
            <a:ext cx="2819400" cy="365125"/>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12/11/2023</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819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666" r:id="rId2"/>
    <p:sldLayoutId id="2147483704" r:id="rId3"/>
    <p:sldLayoutId id="2147483702" r:id="rId4"/>
    <p:sldLayoutId id="2147483678" r:id="rId5"/>
    <p:sldLayoutId id="2147483681" r:id="rId6"/>
    <p:sldLayoutId id="2147483696" r:id="rId7"/>
    <p:sldLayoutId id="2147483691" r:id="rId8"/>
    <p:sldLayoutId id="2147483677" r:id="rId9"/>
    <p:sldLayoutId id="2147483699" r:id="rId10"/>
    <p:sldLayoutId id="2147483685" r:id="rId11"/>
    <p:sldLayoutId id="2147483676" r:id="rId12"/>
    <p:sldLayoutId id="2147483649" r:id="rId13"/>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6" userDrawn="1">
          <p15:clr>
            <a:srgbClr val="5ACBF0"/>
          </p15:clr>
        </p15:guide>
        <p15:guide id="2" pos="1920" userDrawn="1">
          <p15:clr>
            <a:srgbClr val="F26B43"/>
          </p15:clr>
        </p15:guide>
        <p15:guide id="3" pos="5760" userDrawn="1">
          <p15:clr>
            <a:srgbClr val="F26B43"/>
          </p15:clr>
        </p15:guide>
        <p15:guide id="4" orient="horz" pos="2160" userDrawn="1">
          <p15:clr>
            <a:srgbClr val="F26B43"/>
          </p15:clr>
        </p15:guide>
        <p15:guide id="5" pos="1272" userDrawn="1">
          <p15:clr>
            <a:srgbClr val="9FCC3B"/>
          </p15:clr>
        </p15:guide>
        <p15:guide id="6" pos="2544" userDrawn="1">
          <p15:clr>
            <a:srgbClr val="9FCC3B"/>
          </p15:clr>
        </p15:guide>
        <p15:guide id="7" pos="5112" userDrawn="1">
          <p15:clr>
            <a:srgbClr val="9FCC3B"/>
          </p15:clr>
        </p15:guide>
        <p15:guide id="8" pos="6408" userDrawn="1">
          <p15:clr>
            <a:srgbClr val="9FCC3B"/>
          </p15:clr>
        </p15:guide>
        <p15:guide id="9" pos="3940" userDrawn="1">
          <p15:clr>
            <a:srgbClr val="F26B43"/>
          </p15:clr>
        </p15:guide>
        <p15:guide id="10" pos="7104"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4974771" y="576943"/>
            <a:ext cx="6449786" cy="2785508"/>
          </a:xfrm>
        </p:spPr>
        <p:txBody>
          <a:bodyPr vert="horz" lIns="91440" tIns="45720" rIns="91440" bIns="45720" rtlCol="0" anchor="b">
            <a:normAutofit/>
          </a:bodyPr>
          <a:lstStyle/>
          <a:p>
            <a:r>
              <a:rPr lang="en-US" kern="1200" cap="all" baseline="0" dirty="0">
                <a:ea typeface="+mj-lt"/>
                <a:cs typeface="+mj-lt"/>
              </a:rPr>
              <a:t>Factors </a:t>
            </a:r>
            <a:r>
              <a:rPr lang="en-US" dirty="0">
                <a:ea typeface="+mj-lt"/>
                <a:cs typeface="+mj-lt"/>
              </a:rPr>
              <a:t>linked to the Diagnosis on </a:t>
            </a:r>
            <a:r>
              <a:rPr lang="en-US" kern="1200" cap="all" baseline="0" dirty="0">
                <a:ea typeface="+mj-lt"/>
                <a:cs typeface="+mj-lt"/>
              </a:rPr>
              <a:t>Coronary Heart Disease</a:t>
            </a:r>
            <a:endParaRPr lang="en-US">
              <a:ea typeface="+mj-ea"/>
              <a:cs typeface="+mj-cs"/>
            </a:endParaRPr>
          </a:p>
        </p:txBody>
      </p:sp>
      <p:sp>
        <p:nvSpPr>
          <p:cNvPr id="27" name="Slide Number Placeholder 3">
            <a:extLst>
              <a:ext uri="{FF2B5EF4-FFF2-40B4-BE49-F238E27FC236}">
                <a16:creationId xmlns:a16="http://schemas.microsoft.com/office/drawing/2014/main" id="{F607FBCF-36F4-4947-4B2B-706A74666613}"/>
              </a:ext>
            </a:extLst>
          </p:cNvPr>
          <p:cNvSpPr>
            <a:spLocks noGrp="1"/>
          </p:cNvSpPr>
          <p:nvPr>
            <p:ph type="sldNum" sz="quarter" idx="12"/>
          </p:nvPr>
        </p:nvSpPr>
        <p:spPr>
          <a:xfrm>
            <a:off x="11123295" y="6352847"/>
            <a:ext cx="457200" cy="365125"/>
          </a:xfrm>
        </p:spPr>
        <p:txBody>
          <a:bodyPr/>
          <a:lstStyle/>
          <a:p>
            <a:pPr>
              <a:spcAft>
                <a:spcPts val="600"/>
              </a:spcAft>
            </a:pPr>
            <a:fld id="{B5CEABB6-07DC-46E8-9B57-56EC44A396E5}" type="slidenum">
              <a:rPr lang="en-US" smtClean="0"/>
              <a:pPr>
                <a:spcAft>
                  <a:spcPts val="600"/>
                </a:spcAft>
              </a:pPr>
              <a:t>1</a:t>
            </a:fld>
            <a:endParaRPr lang="en-US"/>
          </a:p>
        </p:txBody>
      </p:sp>
      <p:sp>
        <p:nvSpPr>
          <p:cNvPr id="3" name="Rectangle 2">
            <a:extLst>
              <a:ext uri="{FF2B5EF4-FFF2-40B4-BE49-F238E27FC236}">
                <a16:creationId xmlns:a16="http://schemas.microsoft.com/office/drawing/2014/main" id="{3886ACA2-AADE-9221-379D-C3644837E473}"/>
              </a:ext>
            </a:extLst>
          </p:cNvPr>
          <p:cNvSpPr/>
          <p:nvPr/>
        </p:nvSpPr>
        <p:spPr>
          <a:xfrm>
            <a:off x="5078896" y="3816627"/>
            <a:ext cx="5776043" cy="11330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IN" dirty="0">
                <a:solidFill>
                  <a:schemeClr val="tx1"/>
                </a:solidFill>
              </a:rPr>
              <a:t>Dhanush</a:t>
            </a:r>
          </a:p>
          <a:p>
            <a:r>
              <a:rPr lang="en-IN" dirty="0">
                <a:solidFill>
                  <a:schemeClr val="tx1"/>
                </a:solidFill>
              </a:rPr>
              <a:t>Heng-Jui Chu</a:t>
            </a:r>
          </a:p>
          <a:p>
            <a:r>
              <a:rPr lang="en-IN" dirty="0">
                <a:solidFill>
                  <a:schemeClr val="tx1"/>
                </a:solidFill>
              </a:rPr>
              <a:t>Nikhilesh</a:t>
            </a:r>
          </a:p>
          <a:p>
            <a:r>
              <a:rPr lang="en-IN" dirty="0">
                <a:solidFill>
                  <a:schemeClr val="tx1"/>
                </a:solidFill>
              </a:rPr>
              <a:t>Aditya</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E7A57E1E-1BCF-56D4-254F-F8367C549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EF2515-A1DE-32FE-F43A-FDD77CECB0CA}"/>
              </a:ext>
            </a:extLst>
          </p:cNvPr>
          <p:cNvSpPr>
            <a:spLocks noGrp="1"/>
          </p:cNvSpPr>
          <p:nvPr>
            <p:ph type="title"/>
          </p:nvPr>
        </p:nvSpPr>
        <p:spPr>
          <a:xfrm>
            <a:off x="1552574" y="896111"/>
            <a:ext cx="3407052" cy="1358140"/>
          </a:xfrm>
        </p:spPr>
        <p:txBody>
          <a:bodyPr anchor="t">
            <a:normAutofit/>
          </a:bodyPr>
          <a:lstStyle/>
          <a:p>
            <a:r>
              <a:rPr lang="en-US" dirty="0">
                <a:solidFill>
                  <a:schemeClr val="accent2"/>
                </a:solidFill>
              </a:rPr>
              <a:t>Agenda</a:t>
            </a:r>
            <a:endParaRPr lang="en-ZA" dirty="0">
              <a:solidFill>
                <a:schemeClr val="accent2"/>
              </a:solidFill>
            </a:endParaRPr>
          </a:p>
        </p:txBody>
      </p:sp>
      <p:sp>
        <p:nvSpPr>
          <p:cNvPr id="19" name="Text Placeholder 2">
            <a:extLst>
              <a:ext uri="{FF2B5EF4-FFF2-40B4-BE49-F238E27FC236}">
                <a16:creationId xmlns:a16="http://schemas.microsoft.com/office/drawing/2014/main" id="{9EEE8A4C-6CA8-D5F5-3A29-5EAF33987F88}"/>
              </a:ext>
            </a:extLst>
          </p:cNvPr>
          <p:cNvSpPr>
            <a:spLocks noGrp="1"/>
          </p:cNvSpPr>
          <p:nvPr>
            <p:ph type="body" sz="quarter" idx="14"/>
          </p:nvPr>
        </p:nvSpPr>
        <p:spPr>
          <a:xfrm>
            <a:off x="8372723" y="2481940"/>
            <a:ext cx="3046391" cy="3759200"/>
          </a:xfrm>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E89D7AD0-6937-8DD4-7D46-135337B277A6}"/>
              </a:ext>
            </a:extLst>
          </p:cNvPr>
          <p:cNvSpPr>
            <a:spLocks noGrp="1"/>
          </p:cNvSpPr>
          <p:nvPr>
            <p:ph type="sldNum" sz="quarter" idx="12"/>
          </p:nvPr>
        </p:nvSpPr>
        <p:spPr>
          <a:xfrm>
            <a:off x="11123295" y="6356350"/>
            <a:ext cx="457200" cy="365125"/>
          </a:xfrm>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2</a:t>
            </a:fld>
            <a:endParaRPr lang="en-US" dirty="0">
              <a:solidFill>
                <a:schemeClr val="tx1"/>
              </a:solidFill>
            </a:endParaRPr>
          </a:p>
        </p:txBody>
      </p:sp>
      <p:graphicFrame>
        <p:nvGraphicFramePr>
          <p:cNvPr id="61" name="Subtitle 2">
            <a:extLst>
              <a:ext uri="{FF2B5EF4-FFF2-40B4-BE49-F238E27FC236}">
                <a16:creationId xmlns:a16="http://schemas.microsoft.com/office/drawing/2014/main" id="{1C3735FE-EBB3-F73A-B140-CB9096323A38}"/>
              </a:ext>
            </a:extLst>
          </p:cNvPr>
          <p:cNvGraphicFramePr>
            <a:graphicFrameLocks/>
          </p:cNvGraphicFramePr>
          <p:nvPr>
            <p:extLst>
              <p:ext uri="{D42A27DB-BD31-4B8C-83A1-F6EECF244321}">
                <p14:modId xmlns:p14="http://schemas.microsoft.com/office/powerpoint/2010/main" val="151772027"/>
              </p:ext>
            </p:extLst>
          </p:nvPr>
        </p:nvGraphicFramePr>
        <p:xfrm>
          <a:off x="3550339" y="2430751"/>
          <a:ext cx="5750119" cy="3757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0411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0EAC2E21-6C9E-4953-B38C-70CD2ACD18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C7CBC-A8AB-2F9A-6201-453D5BE862B4}"/>
              </a:ext>
            </a:extLst>
          </p:cNvPr>
          <p:cNvSpPr>
            <a:spLocks noGrp="1"/>
          </p:cNvSpPr>
          <p:nvPr>
            <p:ph type="title"/>
          </p:nvPr>
        </p:nvSpPr>
        <p:spPr>
          <a:xfrm>
            <a:off x="1552574" y="896111"/>
            <a:ext cx="9866540" cy="1358140"/>
          </a:xfrm>
        </p:spPr>
        <p:txBody>
          <a:bodyPr anchor="t">
            <a:normAutofit/>
          </a:bodyPr>
          <a:lstStyle/>
          <a:p>
            <a:r>
              <a:rPr lang="en-US" dirty="0">
                <a:solidFill>
                  <a:schemeClr val="accent2"/>
                </a:solidFill>
              </a:rPr>
              <a:t>Introduction</a:t>
            </a:r>
            <a:endParaRPr lang="en-ZA" dirty="0">
              <a:solidFill>
                <a:schemeClr val="accent2"/>
              </a:solidFill>
            </a:endParaRPr>
          </a:p>
        </p:txBody>
      </p:sp>
      <p:sp>
        <p:nvSpPr>
          <p:cNvPr id="19" name="Text Placeholder 2">
            <a:extLst>
              <a:ext uri="{FF2B5EF4-FFF2-40B4-BE49-F238E27FC236}">
                <a16:creationId xmlns:a16="http://schemas.microsoft.com/office/drawing/2014/main" id="{4B0CA373-EA74-00EC-D773-19723F83603D}"/>
              </a:ext>
            </a:extLst>
          </p:cNvPr>
          <p:cNvSpPr>
            <a:spLocks noGrp="1"/>
          </p:cNvSpPr>
          <p:nvPr>
            <p:ph type="body" sz="quarter" idx="14"/>
          </p:nvPr>
        </p:nvSpPr>
        <p:spPr>
          <a:xfrm>
            <a:off x="8372723" y="2481940"/>
            <a:ext cx="3046391" cy="3759200"/>
          </a:xfrm>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6163A98D-143E-7172-EF35-4E04FA8AF3BA}"/>
              </a:ext>
            </a:extLst>
          </p:cNvPr>
          <p:cNvSpPr>
            <a:spLocks noGrp="1"/>
          </p:cNvSpPr>
          <p:nvPr>
            <p:ph type="sldNum" sz="quarter" idx="12"/>
          </p:nvPr>
        </p:nvSpPr>
        <p:spPr>
          <a:xfrm>
            <a:off x="11123295" y="6356350"/>
            <a:ext cx="457200" cy="365125"/>
          </a:xfrm>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3</a:t>
            </a:fld>
            <a:endParaRPr lang="en-US" dirty="0">
              <a:solidFill>
                <a:schemeClr val="tx1"/>
              </a:solidFill>
            </a:endParaRPr>
          </a:p>
        </p:txBody>
      </p:sp>
      <p:graphicFrame>
        <p:nvGraphicFramePr>
          <p:cNvPr id="46" name="Content Placeholder 4">
            <a:extLst>
              <a:ext uri="{FF2B5EF4-FFF2-40B4-BE49-F238E27FC236}">
                <a16:creationId xmlns:a16="http://schemas.microsoft.com/office/drawing/2014/main" id="{069DCB7A-1995-BAE2-CF74-252DD3355BF3}"/>
              </a:ext>
            </a:extLst>
          </p:cNvPr>
          <p:cNvGraphicFramePr>
            <a:graphicFrameLocks noGrp="1"/>
          </p:cNvGraphicFramePr>
          <p:nvPr>
            <p:ph sz="half" idx="15"/>
            <p:extLst>
              <p:ext uri="{D42A27DB-BD31-4B8C-83A1-F6EECF244321}">
                <p14:modId xmlns:p14="http://schemas.microsoft.com/office/powerpoint/2010/main" val="2644600302"/>
              </p:ext>
            </p:extLst>
          </p:nvPr>
        </p:nvGraphicFramePr>
        <p:xfrm>
          <a:off x="1552575" y="2085283"/>
          <a:ext cx="8356855" cy="40324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60741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FD2C16BA-6810-4B59-357C-E4F3C74CBE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CA84C-B0A1-6044-1410-29ED5AE23D89}"/>
              </a:ext>
            </a:extLst>
          </p:cNvPr>
          <p:cNvSpPr>
            <a:spLocks noGrp="1"/>
          </p:cNvSpPr>
          <p:nvPr>
            <p:ph type="title"/>
          </p:nvPr>
        </p:nvSpPr>
        <p:spPr>
          <a:xfrm>
            <a:off x="1552574" y="854358"/>
            <a:ext cx="9866540" cy="1358140"/>
          </a:xfrm>
        </p:spPr>
        <p:txBody>
          <a:bodyPr anchor="t">
            <a:normAutofit/>
          </a:bodyPr>
          <a:lstStyle/>
          <a:p>
            <a:r>
              <a:rPr lang="en-US" dirty="0">
                <a:solidFill>
                  <a:schemeClr val="accent2"/>
                </a:solidFill>
              </a:rPr>
              <a:t>summary</a:t>
            </a:r>
            <a:endParaRPr lang="en-ZA" dirty="0">
              <a:solidFill>
                <a:schemeClr val="accent2"/>
              </a:solidFill>
            </a:endParaRPr>
          </a:p>
        </p:txBody>
      </p:sp>
      <p:sp>
        <p:nvSpPr>
          <p:cNvPr id="19" name="Text Placeholder 2">
            <a:extLst>
              <a:ext uri="{FF2B5EF4-FFF2-40B4-BE49-F238E27FC236}">
                <a16:creationId xmlns:a16="http://schemas.microsoft.com/office/drawing/2014/main" id="{48A31944-91A9-DB3D-4790-224E47517441}"/>
              </a:ext>
            </a:extLst>
          </p:cNvPr>
          <p:cNvSpPr>
            <a:spLocks noGrp="1"/>
          </p:cNvSpPr>
          <p:nvPr>
            <p:ph type="body" sz="quarter" idx="14"/>
          </p:nvPr>
        </p:nvSpPr>
        <p:spPr>
          <a:xfrm>
            <a:off x="8372723" y="2481940"/>
            <a:ext cx="3046391" cy="3759200"/>
          </a:xfrm>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78A44317-3ADD-14C8-F318-AB011044DF6E}"/>
              </a:ext>
            </a:extLst>
          </p:cNvPr>
          <p:cNvSpPr>
            <a:spLocks noGrp="1"/>
          </p:cNvSpPr>
          <p:nvPr>
            <p:ph type="sldNum" sz="quarter" idx="12"/>
          </p:nvPr>
        </p:nvSpPr>
        <p:spPr>
          <a:xfrm>
            <a:off x="11123295" y="6356350"/>
            <a:ext cx="457200" cy="365125"/>
          </a:xfrm>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4</a:t>
            </a:fld>
            <a:endParaRPr lang="en-US" dirty="0">
              <a:solidFill>
                <a:schemeClr val="tx1"/>
              </a:solidFill>
            </a:endParaRPr>
          </a:p>
        </p:txBody>
      </p:sp>
      <p:sp>
        <p:nvSpPr>
          <p:cNvPr id="32" name="Content Placeholder 31">
            <a:extLst>
              <a:ext uri="{FF2B5EF4-FFF2-40B4-BE49-F238E27FC236}">
                <a16:creationId xmlns:a16="http://schemas.microsoft.com/office/drawing/2014/main" id="{5BF0710C-0B24-2ADE-D444-2A34A784C850}"/>
              </a:ext>
            </a:extLst>
          </p:cNvPr>
          <p:cNvSpPr>
            <a:spLocks noGrp="1"/>
          </p:cNvSpPr>
          <p:nvPr>
            <p:ph sz="half" idx="15"/>
          </p:nvPr>
        </p:nvSpPr>
        <p:spPr>
          <a:xfrm>
            <a:off x="1552575" y="2087586"/>
            <a:ext cx="8648054" cy="4262130"/>
          </a:xfrm>
        </p:spPr>
        <p:txBody>
          <a:bodyPr vert="horz" lIns="91440" tIns="45720" rIns="91440" bIns="45720" rtlCol="0" anchor="t">
            <a:normAutofit fontScale="55000" lnSpcReduction="20000"/>
          </a:bodyPr>
          <a:lstStyle/>
          <a:p>
            <a:endParaRPr lang="en-US" dirty="0">
              <a:solidFill>
                <a:schemeClr val="tx1"/>
              </a:solidFill>
              <a:ea typeface="+mn-lt"/>
              <a:cs typeface="+mn-lt"/>
            </a:endParaRPr>
          </a:p>
          <a:p>
            <a:pPr marL="285750" indent="-285750">
              <a:buChar char="•"/>
            </a:pPr>
            <a:r>
              <a:rPr lang="en-US" sz="2600" b="1" u="sng" dirty="0">
                <a:solidFill>
                  <a:schemeClr val="tx1"/>
                </a:solidFill>
                <a:ea typeface="+mn-lt"/>
                <a:cs typeface="+mn-lt"/>
              </a:rPr>
              <a:t>BMI and CHD:</a:t>
            </a:r>
            <a:r>
              <a:rPr lang="en-US" sz="2600" dirty="0">
                <a:solidFill>
                  <a:schemeClr val="tx1"/>
                </a:solidFill>
                <a:ea typeface="+mn-lt"/>
                <a:cs typeface="+mn-lt"/>
              </a:rPr>
              <a:t> There is a statistically significant difference in BMI between individuals with and without CHD, indicating that those with the condition tend to have a higher average BMI.</a:t>
            </a:r>
            <a:endParaRPr lang="en-US" sz="2600">
              <a:solidFill>
                <a:schemeClr val="tx1"/>
              </a:solidFill>
            </a:endParaRPr>
          </a:p>
          <a:p>
            <a:pPr marL="285750" indent="-285750">
              <a:buChar char="•"/>
            </a:pPr>
            <a:endParaRPr lang="en-US" sz="2600" dirty="0">
              <a:solidFill>
                <a:schemeClr val="tx1"/>
              </a:solidFill>
              <a:ea typeface="+mn-lt"/>
              <a:cs typeface="+mn-lt"/>
            </a:endParaRPr>
          </a:p>
          <a:p>
            <a:pPr marL="285750" indent="-285750">
              <a:buChar char="•"/>
            </a:pPr>
            <a:r>
              <a:rPr lang="en-US" sz="2600" b="1" u="sng" dirty="0">
                <a:solidFill>
                  <a:schemeClr val="tx1"/>
                </a:solidFill>
                <a:ea typeface="+mn-lt"/>
                <a:cs typeface="+mn-lt"/>
              </a:rPr>
              <a:t>Smoking and CHD: </a:t>
            </a:r>
            <a:r>
              <a:rPr lang="en-US" sz="2600" dirty="0">
                <a:solidFill>
                  <a:schemeClr val="tx1"/>
                </a:solidFill>
                <a:ea typeface="+mn-lt"/>
                <a:cs typeface="+mn-lt"/>
              </a:rPr>
              <a:t>The analysis showed a very strong relationship between smoking status and CHD, with smokers being significantly more likely to have the disease.</a:t>
            </a:r>
            <a:endParaRPr lang="en-US" sz="2600">
              <a:solidFill>
                <a:schemeClr val="tx1"/>
              </a:solidFill>
            </a:endParaRPr>
          </a:p>
          <a:p>
            <a:pPr marL="285750" indent="-285750">
              <a:buChar char="•"/>
            </a:pPr>
            <a:endParaRPr lang="en-US" sz="2600" dirty="0">
              <a:solidFill>
                <a:schemeClr val="tx1"/>
              </a:solidFill>
              <a:ea typeface="+mn-lt"/>
              <a:cs typeface="+mn-lt"/>
            </a:endParaRPr>
          </a:p>
          <a:p>
            <a:pPr marL="285750" indent="-285750">
              <a:buChar char="•"/>
            </a:pPr>
            <a:r>
              <a:rPr lang="en-US" sz="2600" b="1" u="sng" dirty="0">
                <a:solidFill>
                  <a:schemeClr val="tx1"/>
                </a:solidFill>
                <a:ea typeface="+mn-lt"/>
                <a:cs typeface="+mn-lt"/>
              </a:rPr>
              <a:t>General Health and BMI:</a:t>
            </a:r>
            <a:r>
              <a:rPr lang="en-US" sz="2600" u="sng" dirty="0">
                <a:solidFill>
                  <a:schemeClr val="tx1"/>
                </a:solidFill>
                <a:ea typeface="+mn-lt"/>
                <a:cs typeface="+mn-lt"/>
              </a:rPr>
              <a:t> </a:t>
            </a:r>
            <a:r>
              <a:rPr lang="en-US" sz="2600" dirty="0">
                <a:solidFill>
                  <a:schemeClr val="tx1"/>
                </a:solidFill>
                <a:ea typeface="+mn-lt"/>
                <a:cs typeface="+mn-lt"/>
              </a:rPr>
              <a:t>A significant variation was found in BMI across different self-reported health levels, suggesting a clear link between an individual's perceived health and their BMI.</a:t>
            </a:r>
            <a:endParaRPr lang="en-US" sz="2600">
              <a:solidFill>
                <a:schemeClr val="tx1"/>
              </a:solidFill>
            </a:endParaRPr>
          </a:p>
          <a:p>
            <a:pPr marL="285750" indent="-285750">
              <a:buChar char="•"/>
            </a:pPr>
            <a:endParaRPr lang="en-US" sz="2600" dirty="0">
              <a:solidFill>
                <a:schemeClr val="tx1"/>
              </a:solidFill>
              <a:ea typeface="+mn-lt"/>
              <a:cs typeface="+mn-lt"/>
            </a:endParaRPr>
          </a:p>
          <a:p>
            <a:pPr marL="285750" indent="-285750">
              <a:buChar char="•"/>
            </a:pPr>
            <a:r>
              <a:rPr lang="en-US" sz="2600" b="1" u="sng" dirty="0">
                <a:solidFill>
                  <a:schemeClr val="tx1"/>
                </a:solidFill>
                <a:ea typeface="+mn-lt"/>
                <a:cs typeface="+mn-lt"/>
              </a:rPr>
              <a:t>Exercise and BMI:</a:t>
            </a:r>
            <a:r>
              <a:rPr lang="en-US" sz="2600" b="1" dirty="0">
                <a:solidFill>
                  <a:schemeClr val="tx1"/>
                </a:solidFill>
                <a:ea typeface="+mn-lt"/>
                <a:cs typeface="+mn-lt"/>
              </a:rPr>
              <a:t> </a:t>
            </a:r>
            <a:r>
              <a:rPr lang="en-US" sz="2600" dirty="0">
                <a:solidFill>
                  <a:schemeClr val="tx1"/>
                </a:solidFill>
                <a:ea typeface="+mn-lt"/>
                <a:cs typeface="+mn-lt"/>
              </a:rPr>
              <a:t>The study found a very strong relationship between exercise participation and BMI category, highlighting the crucial role of physical activity in weight management and maintaining a healthier BMI.</a:t>
            </a:r>
            <a:endParaRPr lang="en-US" sz="2600">
              <a:solidFill>
                <a:schemeClr val="tx1"/>
              </a:solidFill>
            </a:endParaRPr>
          </a:p>
          <a:p>
            <a:pPr marL="285750" indent="-285750">
              <a:buChar char="•"/>
            </a:pPr>
            <a:endParaRPr lang="en-US" sz="2600" dirty="0">
              <a:solidFill>
                <a:schemeClr val="tx1"/>
              </a:solidFill>
              <a:ea typeface="+mn-lt"/>
              <a:cs typeface="+mn-lt"/>
            </a:endParaRPr>
          </a:p>
          <a:p>
            <a:pPr marL="285750" indent="-285750">
              <a:buChar char="•"/>
            </a:pPr>
            <a:r>
              <a:rPr lang="en-US" sz="2600" b="1" u="sng" dirty="0">
                <a:solidFill>
                  <a:schemeClr val="tx1"/>
                </a:solidFill>
                <a:ea typeface="+mn-lt"/>
                <a:cs typeface="+mn-lt"/>
              </a:rPr>
              <a:t>Diabetes and CHD</a:t>
            </a:r>
            <a:r>
              <a:rPr lang="en-US" sz="2600" u="sng" dirty="0">
                <a:solidFill>
                  <a:schemeClr val="tx1"/>
                </a:solidFill>
                <a:ea typeface="+mn-lt"/>
                <a:cs typeface="+mn-lt"/>
              </a:rPr>
              <a:t>:</a:t>
            </a:r>
            <a:r>
              <a:rPr lang="en-US" sz="2600" dirty="0">
                <a:solidFill>
                  <a:schemeClr val="tx1"/>
                </a:solidFill>
                <a:ea typeface="+mn-lt"/>
                <a:cs typeface="+mn-lt"/>
              </a:rPr>
              <a:t> A strong association was confirmed between diabetes status and coronary heart disease, suggesting that individuals with diabetes have a much higher likelihood of developing CHD compared to those without the condition.</a:t>
            </a:r>
            <a:endParaRPr lang="en-US" sz="2600">
              <a:solidFill>
                <a:schemeClr val="tx1"/>
              </a:solidFill>
            </a:endParaRPr>
          </a:p>
          <a:p>
            <a:r>
              <a:rPr lang="en-US" sz="2000" dirty="0">
                <a:solidFill>
                  <a:schemeClr val="tx1"/>
                </a:solidFill>
              </a:rPr>
              <a:t>   </a:t>
            </a:r>
            <a:endParaRPr lang="en-US" sz="2000" dirty="0">
              <a:solidFill>
                <a:schemeClr val="tx1"/>
              </a:solidFill>
              <a:ea typeface="+mn-lt"/>
              <a:cs typeface="+mn-lt"/>
            </a:endParaRPr>
          </a:p>
          <a:p>
            <a:r>
              <a:rPr lang="en-US" dirty="0">
                <a:solidFill>
                  <a:schemeClr val="tx1"/>
                </a:solidFill>
              </a:rPr>
              <a:t> </a:t>
            </a:r>
          </a:p>
        </p:txBody>
      </p:sp>
    </p:spTree>
    <p:extLst>
      <p:ext uri="{BB962C8B-B14F-4D97-AF65-F5344CB8AC3E}">
        <p14:creationId xmlns:p14="http://schemas.microsoft.com/office/powerpoint/2010/main" val="278697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335680EB-48EE-35C9-D2A5-355F7BA035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B64792-5512-1744-F311-F270C4DE67C2}"/>
              </a:ext>
            </a:extLst>
          </p:cNvPr>
          <p:cNvSpPr>
            <a:spLocks noGrp="1"/>
          </p:cNvSpPr>
          <p:nvPr>
            <p:ph type="title"/>
          </p:nvPr>
        </p:nvSpPr>
        <p:spPr>
          <a:xfrm>
            <a:off x="1552574" y="854358"/>
            <a:ext cx="9866540" cy="1358140"/>
          </a:xfrm>
        </p:spPr>
        <p:txBody>
          <a:bodyPr anchor="t">
            <a:normAutofit/>
          </a:bodyPr>
          <a:lstStyle/>
          <a:p>
            <a:r>
              <a:rPr lang="en-US" dirty="0">
                <a:solidFill>
                  <a:schemeClr val="accent2"/>
                </a:solidFill>
              </a:rPr>
              <a:t>proposal</a:t>
            </a:r>
            <a:endParaRPr lang="en-ZA" dirty="0">
              <a:solidFill>
                <a:schemeClr val="accent2"/>
              </a:solidFill>
            </a:endParaRPr>
          </a:p>
        </p:txBody>
      </p:sp>
      <p:sp>
        <p:nvSpPr>
          <p:cNvPr id="19" name="Text Placeholder 2">
            <a:extLst>
              <a:ext uri="{FF2B5EF4-FFF2-40B4-BE49-F238E27FC236}">
                <a16:creationId xmlns:a16="http://schemas.microsoft.com/office/drawing/2014/main" id="{E70F2EAE-3736-667A-6140-4B9224DAE440}"/>
              </a:ext>
            </a:extLst>
          </p:cNvPr>
          <p:cNvSpPr>
            <a:spLocks noGrp="1"/>
          </p:cNvSpPr>
          <p:nvPr>
            <p:ph type="body" sz="quarter" idx="14"/>
          </p:nvPr>
        </p:nvSpPr>
        <p:spPr>
          <a:xfrm>
            <a:off x="8372723" y="2481940"/>
            <a:ext cx="3046391" cy="3759200"/>
          </a:xfrm>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FAD14A0F-4A0A-376D-C23F-9441E23C2A8E}"/>
              </a:ext>
            </a:extLst>
          </p:cNvPr>
          <p:cNvSpPr>
            <a:spLocks noGrp="1"/>
          </p:cNvSpPr>
          <p:nvPr>
            <p:ph type="sldNum" sz="quarter" idx="12"/>
          </p:nvPr>
        </p:nvSpPr>
        <p:spPr>
          <a:xfrm>
            <a:off x="11123295" y="6356350"/>
            <a:ext cx="457200" cy="365125"/>
          </a:xfrm>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5</a:t>
            </a:fld>
            <a:endParaRPr lang="en-US" dirty="0">
              <a:solidFill>
                <a:schemeClr val="tx1"/>
              </a:solidFill>
            </a:endParaRPr>
          </a:p>
        </p:txBody>
      </p:sp>
      <p:sp>
        <p:nvSpPr>
          <p:cNvPr id="32" name="Content Placeholder 31">
            <a:extLst>
              <a:ext uri="{FF2B5EF4-FFF2-40B4-BE49-F238E27FC236}">
                <a16:creationId xmlns:a16="http://schemas.microsoft.com/office/drawing/2014/main" id="{7AABBB23-FE99-0B4B-478A-59C3B54668EC}"/>
              </a:ext>
            </a:extLst>
          </p:cNvPr>
          <p:cNvSpPr>
            <a:spLocks noGrp="1"/>
          </p:cNvSpPr>
          <p:nvPr>
            <p:ph sz="half" idx="15"/>
          </p:nvPr>
        </p:nvSpPr>
        <p:spPr>
          <a:xfrm>
            <a:off x="1552575" y="1711805"/>
            <a:ext cx="8648054" cy="4815362"/>
          </a:xfrm>
        </p:spPr>
        <p:txBody>
          <a:bodyPr vert="horz" lIns="91440" tIns="45720" rIns="91440" bIns="45720" rtlCol="0" anchor="t">
            <a:normAutofit/>
          </a:bodyPr>
          <a:lstStyle/>
          <a:p>
            <a:endParaRPr lang="en-US" dirty="0">
              <a:solidFill>
                <a:schemeClr val="tx1"/>
              </a:solidFill>
              <a:ea typeface="+mn-lt"/>
              <a:cs typeface="+mn-lt"/>
            </a:endParaRPr>
          </a:p>
          <a:p>
            <a:r>
              <a:rPr lang="en-US" dirty="0">
                <a:solidFill>
                  <a:schemeClr val="tx1"/>
                </a:solidFill>
              </a:rPr>
              <a:t> </a:t>
            </a:r>
          </a:p>
        </p:txBody>
      </p:sp>
      <p:graphicFrame>
        <p:nvGraphicFramePr>
          <p:cNvPr id="5" name="Table 4">
            <a:extLst>
              <a:ext uri="{FF2B5EF4-FFF2-40B4-BE49-F238E27FC236}">
                <a16:creationId xmlns:a16="http://schemas.microsoft.com/office/drawing/2014/main" id="{0215219D-95F9-B81E-2A84-6D5D1B506AD6}"/>
              </a:ext>
            </a:extLst>
          </p:cNvPr>
          <p:cNvGraphicFramePr>
            <a:graphicFrameLocks noGrp="1"/>
          </p:cNvGraphicFramePr>
          <p:nvPr>
            <p:extLst>
              <p:ext uri="{D42A27DB-BD31-4B8C-83A1-F6EECF244321}">
                <p14:modId xmlns:p14="http://schemas.microsoft.com/office/powerpoint/2010/main" val="708637218"/>
              </p:ext>
            </p:extLst>
          </p:nvPr>
        </p:nvGraphicFramePr>
        <p:xfrm>
          <a:off x="1552392" y="1672267"/>
          <a:ext cx="9654146" cy="4481168"/>
        </p:xfrm>
        <a:graphic>
          <a:graphicData uri="http://schemas.openxmlformats.org/drawingml/2006/table">
            <a:tbl>
              <a:tblPr firstRow="1" bandRow="1">
                <a:tableStyleId>{C4B1156A-380E-4F78-BDF5-A606A8083BF9}</a:tableStyleId>
              </a:tblPr>
              <a:tblGrid>
                <a:gridCol w="3410259">
                  <a:extLst>
                    <a:ext uri="{9D8B030D-6E8A-4147-A177-3AD203B41FA5}">
                      <a16:colId xmlns:a16="http://schemas.microsoft.com/office/drawing/2014/main" val="2526543635"/>
                    </a:ext>
                  </a:extLst>
                </a:gridCol>
                <a:gridCol w="6243887">
                  <a:extLst>
                    <a:ext uri="{9D8B030D-6E8A-4147-A177-3AD203B41FA5}">
                      <a16:colId xmlns:a16="http://schemas.microsoft.com/office/drawing/2014/main" val="2309547015"/>
                    </a:ext>
                  </a:extLst>
                </a:gridCol>
              </a:tblGrid>
              <a:tr h="982582">
                <a:tc>
                  <a:txBody>
                    <a:bodyPr/>
                    <a:lstStyle/>
                    <a:p>
                      <a:pPr lvl="0" algn="ctr">
                        <a:buNone/>
                      </a:pPr>
                      <a:r>
                        <a:rPr lang="en-US" sz="1800" b="1" i="0" u="none" strike="noStrike" baseline="0" noProof="0" dirty="0">
                          <a:solidFill>
                            <a:srgbClr val="000000"/>
                          </a:solidFill>
                          <a:latin typeface="Avenir Next LT Pro"/>
                        </a:rPr>
                        <a:t>Problem Statement</a:t>
                      </a:r>
                      <a:endParaRPr lang="en-US" dirty="0"/>
                    </a:p>
                  </a:txBody>
                  <a:tcPr anchor="ctr"/>
                </a:tc>
                <a:tc>
                  <a:txBody>
                    <a:bodyPr/>
                    <a:lstStyle/>
                    <a:p>
                      <a:pPr marL="0" lvl="0" indent="0" algn="l">
                        <a:lnSpc>
                          <a:spcPct val="100000"/>
                        </a:lnSpc>
                        <a:buNone/>
                      </a:pPr>
                      <a:r>
                        <a:rPr lang="en-US" sz="1400" b="0" i="0" u="none" strike="noStrike" baseline="0" noProof="0" dirty="0">
                          <a:solidFill>
                            <a:srgbClr val="000000"/>
                          </a:solidFill>
                          <a:latin typeface="Avenir Next LT Pro"/>
                        </a:rPr>
                        <a:t>This project describes a quantitative study aimed at identifying and validating important lifestyle, health, and demographic characteristics that are strongly linked to the diagnosis of coronary heart disease (CHD).</a:t>
                      </a:r>
                      <a:endParaRPr lang="en-US" dirty="0"/>
                    </a:p>
                  </a:txBody>
                  <a:tcPr anchor="ctr"/>
                </a:tc>
                <a:extLst>
                  <a:ext uri="{0D108BD9-81ED-4DB2-BD59-A6C34878D82A}">
                    <a16:rowId xmlns:a16="http://schemas.microsoft.com/office/drawing/2014/main" val="191226038"/>
                  </a:ext>
                </a:extLst>
              </a:tr>
              <a:tr h="1176120">
                <a:tc>
                  <a:txBody>
                    <a:bodyPr/>
                    <a:lstStyle/>
                    <a:p>
                      <a:pPr lvl="0" algn="ctr">
                        <a:buNone/>
                      </a:pPr>
                      <a:r>
                        <a:rPr lang="en-US" sz="1800" b="1" i="0" u="none" strike="noStrike" baseline="0" noProof="0" dirty="0">
                          <a:solidFill>
                            <a:srgbClr val="000000"/>
                          </a:solidFill>
                          <a:latin typeface="Avenir Next LT Pro"/>
                        </a:rPr>
                        <a:t>Objective</a:t>
                      </a:r>
                      <a:endParaRPr lang="en-US" b="1" dirty="0"/>
                    </a:p>
                  </a:txBody>
                  <a:tcPr anchor="ctr"/>
                </a:tc>
                <a:tc>
                  <a:txBody>
                    <a:bodyPr/>
                    <a:lstStyle/>
                    <a:p>
                      <a:pPr lvl="0">
                        <a:buNone/>
                      </a:pPr>
                      <a:r>
                        <a:rPr lang="en-US" sz="1400" b="0" i="0" u="none" strike="noStrike" baseline="0" noProof="0" dirty="0">
                          <a:solidFill>
                            <a:srgbClr val="000000"/>
                          </a:solidFill>
                          <a:latin typeface="Avenir Next LT Pro"/>
                        </a:rPr>
                        <a:t>The main objective is to statistically identify the significant correlations between chosen health measurements, lifestyle decisions, and a diagnosis of coronary heart disease.</a:t>
                      </a:r>
                      <a:endParaRPr lang="en-US" sz="1400" dirty="0"/>
                    </a:p>
                  </a:txBody>
                  <a:tcPr anchor="ctr"/>
                </a:tc>
                <a:extLst>
                  <a:ext uri="{0D108BD9-81ED-4DB2-BD59-A6C34878D82A}">
                    <a16:rowId xmlns:a16="http://schemas.microsoft.com/office/drawing/2014/main" val="3784617054"/>
                  </a:ext>
                </a:extLst>
              </a:tr>
              <a:tr h="982582">
                <a:tc>
                  <a:txBody>
                    <a:bodyPr/>
                    <a:lstStyle/>
                    <a:p>
                      <a:pPr lvl="0" algn="ctr">
                        <a:buNone/>
                      </a:pPr>
                      <a:r>
                        <a:rPr lang="en-US" sz="1800" b="1" i="0" u="none" strike="noStrike" baseline="0" noProof="0" dirty="0">
                          <a:solidFill>
                            <a:srgbClr val="000000"/>
                          </a:solidFill>
                          <a:latin typeface="Avenir Next LT Pro"/>
                        </a:rPr>
                        <a:t>Dataset</a:t>
                      </a:r>
                      <a:endParaRPr lang="en-US" b="1" dirty="0"/>
                    </a:p>
                  </a:txBody>
                  <a:tcPr anchor="ctr"/>
                </a:tc>
                <a:tc>
                  <a:txBody>
                    <a:bodyPr/>
                    <a:lstStyle/>
                    <a:p>
                      <a:pPr lvl="0">
                        <a:buNone/>
                      </a:pPr>
                      <a:r>
                        <a:rPr lang="en-US" sz="1400" b="0" i="0" u="none" strike="noStrike" baseline="0" noProof="0" dirty="0">
                          <a:solidFill>
                            <a:srgbClr val="000000"/>
                          </a:solidFill>
                          <a:latin typeface="Avenir Next LT Pro"/>
                        </a:rPr>
                        <a:t>A big public health dataset from the Behavioral Risk Factor Surveillance System (BRFSS) 2024 is used in this project. The Centers for Disease Control and Prevention (CDC) provided the information.</a:t>
                      </a:r>
                      <a:endParaRPr lang="en-US" sz="1400" dirty="0"/>
                    </a:p>
                  </a:txBody>
                  <a:tcPr anchor="ctr"/>
                </a:tc>
                <a:extLst>
                  <a:ext uri="{0D108BD9-81ED-4DB2-BD59-A6C34878D82A}">
                    <a16:rowId xmlns:a16="http://schemas.microsoft.com/office/drawing/2014/main" val="3040979327"/>
                  </a:ext>
                </a:extLst>
              </a:tr>
              <a:tr h="1339884">
                <a:tc>
                  <a:txBody>
                    <a:bodyPr/>
                    <a:lstStyle/>
                    <a:p>
                      <a:pPr lvl="0" algn="ctr">
                        <a:buNone/>
                      </a:pPr>
                      <a:r>
                        <a:rPr lang="en-US" sz="1800" b="1" i="0" u="none" strike="noStrike" baseline="0" noProof="0" dirty="0">
                          <a:solidFill>
                            <a:srgbClr val="000000"/>
                          </a:solidFill>
                          <a:latin typeface="Avenir Next LT Pro"/>
                        </a:rPr>
                        <a:t>Methodology</a:t>
                      </a:r>
                      <a:endParaRPr lang="en-US" b="1" dirty="0"/>
                    </a:p>
                  </a:txBody>
                  <a:tcPr anchor="ctr"/>
                </a:tc>
                <a:tc>
                  <a:txBody>
                    <a:bodyPr/>
                    <a:lstStyle/>
                    <a:p>
                      <a:pPr lvl="0">
                        <a:buNone/>
                      </a:pPr>
                      <a:r>
                        <a:rPr lang="en-US" sz="1400" b="0" i="0" u="none" strike="noStrike" baseline="0" noProof="0" dirty="0">
                          <a:solidFill>
                            <a:srgbClr val="000000"/>
                          </a:solidFill>
                          <a:latin typeface="Avenir Next LT Pro"/>
                        </a:rPr>
                        <a:t>In order to examine the link between CHD and variables including BMI, smoking status, diabetes, and general health, the project uses strong statistical techniques, such as the tests listed below. The findings will offer evidence-based perspectives to help prioritize public health intervention tactics.</a:t>
                      </a:r>
                      <a:endParaRPr lang="en-US" sz="1400" dirty="0"/>
                    </a:p>
                  </a:txBody>
                  <a:tcPr anchor="ctr"/>
                </a:tc>
                <a:extLst>
                  <a:ext uri="{0D108BD9-81ED-4DB2-BD59-A6C34878D82A}">
                    <a16:rowId xmlns:a16="http://schemas.microsoft.com/office/drawing/2014/main" val="1905449660"/>
                  </a:ext>
                </a:extLst>
              </a:tr>
            </a:tbl>
          </a:graphicData>
        </a:graphic>
      </p:graphicFrame>
    </p:spTree>
    <p:extLst>
      <p:ext uri="{BB962C8B-B14F-4D97-AF65-F5344CB8AC3E}">
        <p14:creationId xmlns:p14="http://schemas.microsoft.com/office/powerpoint/2010/main" val="1453926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0EB97F04-EEAB-37CF-E960-4CBC6FAAF3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7850AA-9D70-405A-86AE-58BD32E6790B}"/>
              </a:ext>
            </a:extLst>
          </p:cNvPr>
          <p:cNvSpPr>
            <a:spLocks noGrp="1"/>
          </p:cNvSpPr>
          <p:nvPr>
            <p:ph type="title"/>
          </p:nvPr>
        </p:nvSpPr>
        <p:spPr>
          <a:xfrm>
            <a:off x="1552574" y="854358"/>
            <a:ext cx="9866540" cy="857447"/>
          </a:xfrm>
        </p:spPr>
        <p:txBody>
          <a:bodyPr anchor="t">
            <a:normAutofit/>
          </a:bodyPr>
          <a:lstStyle/>
          <a:p>
            <a:r>
              <a:rPr lang="en-US" dirty="0">
                <a:solidFill>
                  <a:schemeClr val="accent2"/>
                </a:solidFill>
              </a:rPr>
              <a:t>Data Cleaning Process</a:t>
            </a:r>
            <a:endParaRPr lang="en-ZA" dirty="0">
              <a:solidFill>
                <a:schemeClr val="accent2"/>
              </a:solidFill>
            </a:endParaRPr>
          </a:p>
        </p:txBody>
      </p:sp>
      <p:sp>
        <p:nvSpPr>
          <p:cNvPr id="6" name="Slide Number Placeholder 5">
            <a:extLst>
              <a:ext uri="{FF2B5EF4-FFF2-40B4-BE49-F238E27FC236}">
                <a16:creationId xmlns:a16="http://schemas.microsoft.com/office/drawing/2014/main" id="{46393396-4D8D-D47A-D3A6-8B6D77CC00EA}"/>
              </a:ext>
            </a:extLst>
          </p:cNvPr>
          <p:cNvSpPr>
            <a:spLocks noGrp="1"/>
          </p:cNvSpPr>
          <p:nvPr>
            <p:ph type="sldNum" sz="quarter" idx="12"/>
          </p:nvPr>
        </p:nvSpPr>
        <p:spPr>
          <a:xfrm>
            <a:off x="11123295" y="6356350"/>
            <a:ext cx="457200" cy="365125"/>
          </a:xfrm>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6</a:t>
            </a:fld>
            <a:endParaRPr lang="en-US" dirty="0">
              <a:solidFill>
                <a:schemeClr val="tx1"/>
              </a:solidFill>
            </a:endParaRPr>
          </a:p>
        </p:txBody>
      </p:sp>
      <p:sp>
        <p:nvSpPr>
          <p:cNvPr id="8" name="Content Placeholder 7">
            <a:extLst>
              <a:ext uri="{FF2B5EF4-FFF2-40B4-BE49-F238E27FC236}">
                <a16:creationId xmlns:a16="http://schemas.microsoft.com/office/drawing/2014/main" id="{3B1FE237-5C81-8765-3582-263B0EF10B99}"/>
              </a:ext>
            </a:extLst>
          </p:cNvPr>
          <p:cNvSpPr>
            <a:spLocks noGrp="1"/>
          </p:cNvSpPr>
          <p:nvPr>
            <p:ph sz="half" idx="15"/>
          </p:nvPr>
        </p:nvSpPr>
        <p:spPr>
          <a:xfrm>
            <a:off x="1552574" y="1838739"/>
            <a:ext cx="8784122" cy="4164903"/>
          </a:xfrm>
        </p:spPr>
        <p:txBody>
          <a:bodyPr/>
          <a:lstStyle/>
          <a:p>
            <a:r>
              <a:rPr lang="en-IN" dirty="0">
                <a:solidFill>
                  <a:schemeClr val="tx1"/>
                </a:solidFill>
              </a:rPr>
              <a:t>Issues Found:</a:t>
            </a:r>
          </a:p>
          <a:p>
            <a:r>
              <a:rPr lang="en-IN" dirty="0">
                <a:solidFill>
                  <a:schemeClr val="tx1"/>
                </a:solidFill>
              </a:rPr>
              <a:t>- Missing values in BMI and Smoking columns</a:t>
            </a:r>
          </a:p>
          <a:p>
            <a:r>
              <a:rPr lang="en-IN" dirty="0">
                <a:solidFill>
                  <a:schemeClr val="tx1"/>
                </a:solidFill>
              </a:rPr>
              <a:t>- Inconsistent labels in Gender and Exercise columns</a:t>
            </a:r>
          </a:p>
          <a:p>
            <a:r>
              <a:rPr lang="en-IN" dirty="0">
                <a:solidFill>
                  <a:schemeClr val="tx1"/>
                </a:solidFill>
              </a:rPr>
              <a:t>- Outliers in Age and BMI fields</a:t>
            </a:r>
          </a:p>
          <a:p>
            <a:endParaRPr lang="en-IN" dirty="0">
              <a:solidFill>
                <a:schemeClr val="tx1"/>
              </a:solidFill>
            </a:endParaRPr>
          </a:p>
          <a:p>
            <a:r>
              <a:rPr lang="en-IN" dirty="0">
                <a:solidFill>
                  <a:schemeClr val="tx1"/>
                </a:solidFill>
              </a:rPr>
              <a:t>Solutions:</a:t>
            </a:r>
          </a:p>
          <a:p>
            <a:r>
              <a:rPr lang="en-IN" dirty="0">
                <a:solidFill>
                  <a:schemeClr val="tx1"/>
                </a:solidFill>
              </a:rPr>
              <a:t>- Median imputation for missing BMI</a:t>
            </a:r>
          </a:p>
          <a:p>
            <a:r>
              <a:rPr lang="en-IN" dirty="0">
                <a:solidFill>
                  <a:schemeClr val="tx1"/>
                </a:solidFill>
              </a:rPr>
              <a:t>- Standardized categorical labels (Male/Female)</a:t>
            </a:r>
          </a:p>
          <a:p>
            <a:r>
              <a:rPr lang="en-IN" dirty="0">
                <a:solidFill>
                  <a:schemeClr val="tx1"/>
                </a:solidFill>
              </a:rPr>
              <a:t>- Removed outliers beyond 3 standard deviations</a:t>
            </a:r>
          </a:p>
          <a:p>
            <a:endParaRPr lang="en-IN" dirty="0"/>
          </a:p>
        </p:txBody>
      </p:sp>
    </p:spTree>
    <p:extLst>
      <p:ext uri="{BB962C8B-B14F-4D97-AF65-F5344CB8AC3E}">
        <p14:creationId xmlns:p14="http://schemas.microsoft.com/office/powerpoint/2010/main" val="3739601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5EE89-611A-12E2-E3B4-47948A484109}"/>
              </a:ext>
            </a:extLst>
          </p:cNvPr>
          <p:cNvSpPr>
            <a:spLocks noGrp="1"/>
          </p:cNvSpPr>
          <p:nvPr>
            <p:ph type="title"/>
          </p:nvPr>
        </p:nvSpPr>
        <p:spPr>
          <a:xfrm>
            <a:off x="841513" y="377259"/>
            <a:ext cx="10668000" cy="1847088"/>
          </a:xfrm>
        </p:spPr>
        <p:txBody>
          <a:bodyPr>
            <a:normAutofit fontScale="90000"/>
          </a:bodyPr>
          <a:lstStyle/>
          <a:p>
            <a:r>
              <a:rPr lang="en-US" dirty="0"/>
              <a:t>Is there a significant difference in BMI between people with and without coronary heart disease? (T-test)</a:t>
            </a:r>
            <a:endParaRPr lang="en-IN" dirty="0"/>
          </a:p>
        </p:txBody>
      </p:sp>
      <p:sp>
        <p:nvSpPr>
          <p:cNvPr id="3" name="Text Placeholder 2">
            <a:extLst>
              <a:ext uri="{FF2B5EF4-FFF2-40B4-BE49-F238E27FC236}">
                <a16:creationId xmlns:a16="http://schemas.microsoft.com/office/drawing/2014/main" id="{1E979F4B-E517-18C3-53FC-9B9B93E8751F}"/>
              </a:ext>
            </a:extLst>
          </p:cNvPr>
          <p:cNvSpPr>
            <a:spLocks noGrp="1"/>
          </p:cNvSpPr>
          <p:nvPr>
            <p:ph type="body" sz="quarter" idx="13"/>
          </p:nvPr>
        </p:nvSpPr>
        <p:spPr>
          <a:xfrm>
            <a:off x="762000" y="2801371"/>
            <a:ext cx="5837142" cy="3737541"/>
          </a:xfrm>
        </p:spPr>
        <p:txBody>
          <a:bodyPr>
            <a:normAutofit fontScale="85000" lnSpcReduction="20000"/>
          </a:bodyPr>
          <a:lstStyle/>
          <a:p>
            <a:pPr>
              <a:lnSpc>
                <a:spcPct val="110000"/>
              </a:lnSpc>
            </a:pPr>
            <a:r>
              <a:rPr lang="en-US" dirty="0"/>
              <a:t>data:  BMI_Value by Coronary_Heart_Disease</a:t>
            </a:r>
          </a:p>
          <a:p>
            <a:pPr>
              <a:lnSpc>
                <a:spcPct val="110000"/>
              </a:lnSpc>
            </a:pPr>
            <a:r>
              <a:rPr lang="en-US" dirty="0"/>
              <a:t>t = 20.499, </a:t>
            </a:r>
            <a:r>
              <a:rPr lang="en-US" dirty="0" err="1"/>
              <a:t>df</a:t>
            </a:r>
            <a:r>
              <a:rPr lang="en-US" dirty="0"/>
              <a:t> = 30177, p-value &lt; 2.2e-16</a:t>
            </a:r>
          </a:p>
          <a:p>
            <a:pPr>
              <a:lnSpc>
                <a:spcPct val="110000"/>
              </a:lnSpc>
            </a:pPr>
            <a:r>
              <a:rPr lang="en-US" dirty="0"/>
              <a:t>alternative hypothesis: true difference in means between group Yes and group No is not equal to 0</a:t>
            </a:r>
          </a:p>
          <a:p>
            <a:pPr>
              <a:lnSpc>
                <a:spcPct val="110000"/>
              </a:lnSpc>
            </a:pPr>
            <a:r>
              <a:rPr lang="en-US" dirty="0"/>
              <a:t>95 percent confidence interval:</a:t>
            </a:r>
          </a:p>
          <a:p>
            <a:pPr>
              <a:lnSpc>
                <a:spcPct val="110000"/>
              </a:lnSpc>
            </a:pPr>
            <a:r>
              <a:rPr lang="en-US" dirty="0"/>
              <a:t> 0.7451232 0.9026805</a:t>
            </a:r>
          </a:p>
          <a:p>
            <a:pPr>
              <a:lnSpc>
                <a:spcPct val="110000"/>
              </a:lnSpc>
            </a:pPr>
            <a:r>
              <a:rPr lang="en-US" dirty="0"/>
              <a:t>sample estimates:</a:t>
            </a:r>
          </a:p>
          <a:p>
            <a:pPr>
              <a:lnSpc>
                <a:spcPct val="110000"/>
              </a:lnSpc>
            </a:pPr>
            <a:r>
              <a:rPr lang="en-US" dirty="0"/>
              <a:t>mean in group Yes  mean in group No </a:t>
            </a:r>
          </a:p>
          <a:p>
            <a:pPr>
              <a:lnSpc>
                <a:spcPct val="110000"/>
              </a:lnSpc>
            </a:pPr>
            <a:r>
              <a:rPr lang="en-US" dirty="0"/>
              <a:t>         29.24129          28.41738 </a:t>
            </a:r>
          </a:p>
          <a:p>
            <a:pPr>
              <a:lnSpc>
                <a:spcPct val="110000"/>
              </a:lnSpc>
            </a:pPr>
            <a:r>
              <a:rPr lang="en-US" dirty="0"/>
              <a:t>Result: There IS a significant difference in BMI between groups (p &lt; 0.05)</a:t>
            </a:r>
          </a:p>
          <a:p>
            <a:endParaRPr lang="en-IN" dirty="0"/>
          </a:p>
        </p:txBody>
      </p:sp>
      <p:sp>
        <p:nvSpPr>
          <p:cNvPr id="5" name="Slide Number Placeholder 4">
            <a:extLst>
              <a:ext uri="{FF2B5EF4-FFF2-40B4-BE49-F238E27FC236}">
                <a16:creationId xmlns:a16="http://schemas.microsoft.com/office/drawing/2014/main" id="{6F6DF4FE-2721-68B3-44C6-E806F9046A1B}"/>
              </a:ext>
            </a:extLst>
          </p:cNvPr>
          <p:cNvSpPr>
            <a:spLocks noGrp="1"/>
          </p:cNvSpPr>
          <p:nvPr>
            <p:ph type="sldNum" sz="quarter" idx="12"/>
          </p:nvPr>
        </p:nvSpPr>
        <p:spPr/>
        <p:txBody>
          <a:bodyPr/>
          <a:lstStyle/>
          <a:p>
            <a:fld id="{B5CEABB6-07DC-46E8-9B57-56EC44A396E5}" type="slidenum">
              <a:rPr lang="en-US" smtClean="0"/>
              <a:pPr/>
              <a:t>7</a:t>
            </a:fld>
            <a:endParaRPr lang="en-US" dirty="0"/>
          </a:p>
        </p:txBody>
      </p:sp>
      <p:pic>
        <p:nvPicPr>
          <p:cNvPr id="7" name="Picture 6">
            <a:extLst>
              <a:ext uri="{FF2B5EF4-FFF2-40B4-BE49-F238E27FC236}">
                <a16:creationId xmlns:a16="http://schemas.microsoft.com/office/drawing/2014/main" id="{8518DB1C-3FB9-3402-273D-578A9E36A98A}"/>
              </a:ext>
            </a:extLst>
          </p:cNvPr>
          <p:cNvPicPr>
            <a:picLocks noChangeAspect="1"/>
          </p:cNvPicPr>
          <p:nvPr/>
        </p:nvPicPr>
        <p:blipFill>
          <a:blip r:embed="rId2"/>
          <a:stretch>
            <a:fillRect/>
          </a:stretch>
        </p:blipFill>
        <p:spPr>
          <a:xfrm>
            <a:off x="6772732" y="2370411"/>
            <a:ext cx="4826233" cy="4168501"/>
          </a:xfrm>
          <a:prstGeom prst="rect">
            <a:avLst/>
          </a:prstGeom>
        </p:spPr>
      </p:pic>
    </p:spTree>
    <p:extLst>
      <p:ext uri="{BB962C8B-B14F-4D97-AF65-F5344CB8AC3E}">
        <p14:creationId xmlns:p14="http://schemas.microsoft.com/office/powerpoint/2010/main" val="1317000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C2730-C057-A352-833B-4B8EDC1CD3FC}"/>
              </a:ext>
            </a:extLst>
          </p:cNvPr>
          <p:cNvSpPr>
            <a:spLocks noGrp="1"/>
          </p:cNvSpPr>
          <p:nvPr>
            <p:ph type="title"/>
          </p:nvPr>
        </p:nvSpPr>
        <p:spPr>
          <a:xfrm>
            <a:off x="757375" y="230191"/>
            <a:ext cx="10668000" cy="1325563"/>
          </a:xfrm>
        </p:spPr>
        <p:txBody>
          <a:bodyPr>
            <a:normAutofit/>
          </a:bodyPr>
          <a:lstStyle/>
          <a:p>
            <a:r>
              <a:rPr lang="en-US" dirty="0"/>
              <a:t>Is smoking status associated with coronary heart disease?</a:t>
            </a:r>
            <a:endParaRPr lang="en-IN" dirty="0"/>
          </a:p>
        </p:txBody>
      </p:sp>
      <p:sp>
        <p:nvSpPr>
          <p:cNvPr id="3" name="Text Placeholder 2">
            <a:extLst>
              <a:ext uri="{FF2B5EF4-FFF2-40B4-BE49-F238E27FC236}">
                <a16:creationId xmlns:a16="http://schemas.microsoft.com/office/drawing/2014/main" id="{04C98099-06C1-6109-4454-0126BD9715C5}"/>
              </a:ext>
            </a:extLst>
          </p:cNvPr>
          <p:cNvSpPr>
            <a:spLocks noGrp="1"/>
          </p:cNvSpPr>
          <p:nvPr>
            <p:ph type="body" sz="quarter" idx="13"/>
          </p:nvPr>
        </p:nvSpPr>
        <p:spPr>
          <a:xfrm>
            <a:off x="757375" y="2087281"/>
            <a:ext cx="5477429" cy="3737541"/>
          </a:xfrm>
        </p:spPr>
        <p:txBody>
          <a:bodyPr>
            <a:noAutofit/>
          </a:bodyPr>
          <a:lstStyle/>
          <a:p>
            <a:pPr>
              <a:spcAft>
                <a:spcPts val="0"/>
              </a:spcAft>
            </a:pPr>
            <a:r>
              <a:rPr lang="en-US" dirty="0"/>
              <a:t>Yes  15013 148797</a:t>
            </a:r>
          </a:p>
          <a:p>
            <a:pPr>
              <a:spcAft>
                <a:spcPts val="0"/>
              </a:spcAft>
            </a:pPr>
            <a:r>
              <a:rPr lang="en-US" dirty="0"/>
              <a:t>  No   11567 243806</a:t>
            </a:r>
          </a:p>
          <a:p>
            <a:pPr>
              <a:spcAft>
                <a:spcPts val="0"/>
              </a:spcAft>
            </a:pPr>
            <a:r>
              <a:rPr lang="en-US" dirty="0"/>
              <a:t>[1] "Percentages by smoking status:"</a:t>
            </a:r>
          </a:p>
          <a:p>
            <a:pPr>
              <a:spcAft>
                <a:spcPts val="0"/>
              </a:spcAft>
            </a:pPr>
            <a:r>
              <a:rPr lang="en-US" dirty="0"/>
              <a:t>       Yes   No</a:t>
            </a:r>
          </a:p>
          <a:p>
            <a:pPr>
              <a:spcAft>
                <a:spcPts val="0"/>
              </a:spcAft>
            </a:pPr>
            <a:r>
              <a:rPr lang="en-US" dirty="0"/>
              <a:t>  Yes  9.2 90.8</a:t>
            </a:r>
          </a:p>
          <a:p>
            <a:pPr>
              <a:spcAft>
                <a:spcPts val="0"/>
              </a:spcAft>
            </a:pPr>
            <a:r>
              <a:rPr lang="en-US" dirty="0"/>
              <a:t>  No   4.5 95.5</a:t>
            </a:r>
          </a:p>
          <a:p>
            <a:pPr>
              <a:spcAft>
                <a:spcPts val="0"/>
              </a:spcAft>
            </a:pPr>
            <a:r>
              <a:rPr lang="en-US" dirty="0"/>
              <a:t>Pearson's Chi-squared test with Yates' continuity correction</a:t>
            </a:r>
          </a:p>
          <a:p>
            <a:pPr>
              <a:spcAft>
                <a:spcPts val="0"/>
              </a:spcAft>
            </a:pPr>
            <a:endParaRPr lang="en-US" dirty="0"/>
          </a:p>
          <a:p>
            <a:pPr>
              <a:spcAft>
                <a:spcPts val="0"/>
              </a:spcAft>
            </a:pPr>
            <a:r>
              <a:rPr lang="en-US" dirty="0"/>
              <a:t>data:  </a:t>
            </a:r>
            <a:r>
              <a:rPr lang="en-US" dirty="0" err="1"/>
              <a:t>smoking_table</a:t>
            </a:r>
            <a:endParaRPr lang="en-US" dirty="0"/>
          </a:p>
          <a:p>
            <a:pPr>
              <a:spcAft>
                <a:spcPts val="0"/>
              </a:spcAft>
            </a:pPr>
            <a:r>
              <a:rPr lang="en-US" dirty="0"/>
              <a:t>X-squared = 3609.9, </a:t>
            </a:r>
            <a:r>
              <a:rPr lang="en-US" dirty="0" err="1"/>
              <a:t>df</a:t>
            </a:r>
            <a:r>
              <a:rPr lang="en-US" dirty="0"/>
              <a:t> = 1, p-value &lt; 2.2e-16</a:t>
            </a:r>
          </a:p>
          <a:p>
            <a:pPr>
              <a:spcAft>
                <a:spcPts val="0"/>
              </a:spcAft>
            </a:pPr>
            <a:endParaRPr lang="en-US" dirty="0"/>
          </a:p>
          <a:p>
            <a:pPr>
              <a:spcAft>
                <a:spcPts val="0"/>
              </a:spcAft>
            </a:pPr>
            <a:r>
              <a:rPr lang="en-US" dirty="0"/>
              <a:t>Result: There IS a significant association between smoking and coronary heart disease (p &lt; 0.05)</a:t>
            </a:r>
          </a:p>
          <a:p>
            <a:pPr>
              <a:spcAft>
                <a:spcPts val="0"/>
              </a:spcAft>
            </a:pPr>
            <a:endParaRPr lang="en-IN" dirty="0"/>
          </a:p>
        </p:txBody>
      </p:sp>
      <p:sp>
        <p:nvSpPr>
          <p:cNvPr id="5" name="Slide Number Placeholder 4">
            <a:extLst>
              <a:ext uri="{FF2B5EF4-FFF2-40B4-BE49-F238E27FC236}">
                <a16:creationId xmlns:a16="http://schemas.microsoft.com/office/drawing/2014/main" id="{F88797A0-FBEC-AF14-9DA7-65ECB66252A2}"/>
              </a:ext>
            </a:extLst>
          </p:cNvPr>
          <p:cNvSpPr>
            <a:spLocks noGrp="1"/>
          </p:cNvSpPr>
          <p:nvPr>
            <p:ph type="sldNum" sz="quarter" idx="12"/>
          </p:nvPr>
        </p:nvSpPr>
        <p:spPr/>
        <p:txBody>
          <a:bodyPr/>
          <a:lstStyle/>
          <a:p>
            <a:fld id="{B5CEABB6-07DC-46E8-9B57-56EC44A396E5}" type="slidenum">
              <a:rPr lang="en-US" smtClean="0"/>
              <a:pPr/>
              <a:t>8</a:t>
            </a:fld>
            <a:endParaRPr lang="en-US" dirty="0"/>
          </a:p>
        </p:txBody>
      </p:sp>
      <p:pic>
        <p:nvPicPr>
          <p:cNvPr id="9" name="Picture 8">
            <a:extLst>
              <a:ext uri="{FF2B5EF4-FFF2-40B4-BE49-F238E27FC236}">
                <a16:creationId xmlns:a16="http://schemas.microsoft.com/office/drawing/2014/main" id="{451713BD-7F94-1BB3-A018-2A38BE78EAE0}"/>
              </a:ext>
            </a:extLst>
          </p:cNvPr>
          <p:cNvPicPr>
            <a:picLocks noChangeAspect="1"/>
          </p:cNvPicPr>
          <p:nvPr/>
        </p:nvPicPr>
        <p:blipFill>
          <a:blip r:embed="rId2"/>
          <a:stretch>
            <a:fillRect/>
          </a:stretch>
        </p:blipFill>
        <p:spPr>
          <a:xfrm>
            <a:off x="6312743" y="2087281"/>
            <a:ext cx="5477430" cy="4023709"/>
          </a:xfrm>
          <a:prstGeom prst="rect">
            <a:avLst/>
          </a:prstGeom>
        </p:spPr>
      </p:pic>
    </p:spTree>
    <p:extLst>
      <p:ext uri="{BB962C8B-B14F-4D97-AF65-F5344CB8AC3E}">
        <p14:creationId xmlns:p14="http://schemas.microsoft.com/office/powerpoint/2010/main" val="2552852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84E6E-4719-3E02-F622-DB62FD2E60E1}"/>
              </a:ext>
            </a:extLst>
          </p:cNvPr>
          <p:cNvSpPr>
            <a:spLocks noGrp="1"/>
          </p:cNvSpPr>
          <p:nvPr>
            <p:ph type="title"/>
          </p:nvPr>
        </p:nvSpPr>
        <p:spPr>
          <a:xfrm>
            <a:off x="757375" y="210312"/>
            <a:ext cx="10668000" cy="1325563"/>
          </a:xfrm>
        </p:spPr>
        <p:txBody>
          <a:bodyPr>
            <a:normAutofit fontScale="90000"/>
          </a:bodyPr>
          <a:lstStyle/>
          <a:p>
            <a:r>
              <a:rPr lang="en-US" dirty="0"/>
              <a:t>Does BMI vary significantly across different general health status levels?</a:t>
            </a:r>
            <a:endParaRPr lang="en-IN" dirty="0"/>
          </a:p>
        </p:txBody>
      </p:sp>
      <p:sp>
        <p:nvSpPr>
          <p:cNvPr id="3" name="Text Placeholder 2">
            <a:extLst>
              <a:ext uri="{FF2B5EF4-FFF2-40B4-BE49-F238E27FC236}">
                <a16:creationId xmlns:a16="http://schemas.microsoft.com/office/drawing/2014/main" id="{6B2C6A5C-E524-3E3A-9173-847F56C69CD1}"/>
              </a:ext>
            </a:extLst>
          </p:cNvPr>
          <p:cNvSpPr>
            <a:spLocks noGrp="1"/>
          </p:cNvSpPr>
          <p:nvPr>
            <p:ph type="body" sz="quarter" idx="13"/>
          </p:nvPr>
        </p:nvSpPr>
        <p:spPr/>
        <p:txBody>
          <a:bodyPr>
            <a:normAutofit lnSpcReduction="10000"/>
          </a:bodyPr>
          <a:lstStyle/>
          <a:p>
            <a:pPr>
              <a:lnSpc>
                <a:spcPct val="110000"/>
              </a:lnSpc>
            </a:pPr>
            <a:r>
              <a:rPr lang="en-US" dirty="0" err="1"/>
              <a:t>Df</a:t>
            </a:r>
            <a:r>
              <a:rPr lang="en-US" dirty="0"/>
              <a:t>   Sum Sq Mean Sq F value </a:t>
            </a:r>
            <a:r>
              <a:rPr lang="en-US" dirty="0" err="1"/>
              <a:t>Pr</a:t>
            </a:r>
            <a:r>
              <a:rPr lang="en-US" dirty="0"/>
              <a:t>(&gt;F)    </a:t>
            </a:r>
          </a:p>
          <a:p>
            <a:pPr>
              <a:lnSpc>
                <a:spcPct val="110000"/>
              </a:lnSpc>
            </a:pPr>
            <a:r>
              <a:rPr lang="en-US" dirty="0" err="1"/>
              <a:t>General_Health_Status</a:t>
            </a:r>
            <a:r>
              <a:rPr lang="en-US" dirty="0"/>
              <a:t>      4   815187  203797    5469 &lt;2e-16 ***</a:t>
            </a:r>
          </a:p>
          <a:p>
            <a:pPr>
              <a:lnSpc>
                <a:spcPct val="110000"/>
              </a:lnSpc>
            </a:pPr>
            <a:r>
              <a:rPr lang="en-US" dirty="0"/>
              <a:t>Residuals             419178 15621542      37                   </a:t>
            </a:r>
          </a:p>
          <a:p>
            <a:pPr>
              <a:lnSpc>
                <a:spcPct val="110000"/>
              </a:lnSpc>
            </a:pPr>
            <a:r>
              <a:rPr lang="en-US" dirty="0" err="1"/>
              <a:t>Signif</a:t>
            </a:r>
            <a:r>
              <a:rPr lang="en-US" dirty="0"/>
              <a:t>. codes:  0 ‘***’ 0.001 ‘**’ 0.01 ‘*’ 0.05 ‘.’ 0.1 ‘ ’ 1</a:t>
            </a:r>
          </a:p>
          <a:p>
            <a:pPr>
              <a:lnSpc>
                <a:spcPct val="110000"/>
              </a:lnSpc>
            </a:pPr>
            <a:r>
              <a:rPr lang="en-US" dirty="0"/>
              <a:t>Result: BMI DOES vary significantly across general health status levels (p &lt; 0.05)</a:t>
            </a:r>
          </a:p>
          <a:p>
            <a:pPr>
              <a:lnSpc>
                <a:spcPct val="110000"/>
              </a:lnSpc>
            </a:pPr>
            <a:endParaRPr lang="en-IN" dirty="0"/>
          </a:p>
        </p:txBody>
      </p:sp>
      <p:sp>
        <p:nvSpPr>
          <p:cNvPr id="5" name="Slide Number Placeholder 4">
            <a:extLst>
              <a:ext uri="{FF2B5EF4-FFF2-40B4-BE49-F238E27FC236}">
                <a16:creationId xmlns:a16="http://schemas.microsoft.com/office/drawing/2014/main" id="{C790F3D5-C112-A64F-EFF0-B520AE09CC8C}"/>
              </a:ext>
            </a:extLst>
          </p:cNvPr>
          <p:cNvSpPr>
            <a:spLocks noGrp="1"/>
          </p:cNvSpPr>
          <p:nvPr>
            <p:ph type="sldNum" sz="quarter" idx="12"/>
          </p:nvPr>
        </p:nvSpPr>
        <p:spPr/>
        <p:txBody>
          <a:bodyPr/>
          <a:lstStyle/>
          <a:p>
            <a:fld id="{B5CEABB6-07DC-46E8-9B57-56EC44A396E5}" type="slidenum">
              <a:rPr lang="en-US" smtClean="0"/>
              <a:pPr/>
              <a:t>9</a:t>
            </a:fld>
            <a:endParaRPr lang="en-US" dirty="0"/>
          </a:p>
        </p:txBody>
      </p:sp>
      <p:pic>
        <p:nvPicPr>
          <p:cNvPr id="7" name="Picture 6">
            <a:extLst>
              <a:ext uri="{FF2B5EF4-FFF2-40B4-BE49-F238E27FC236}">
                <a16:creationId xmlns:a16="http://schemas.microsoft.com/office/drawing/2014/main" id="{EC4422AB-1C36-23D9-043B-4169C72A6736}"/>
              </a:ext>
            </a:extLst>
          </p:cNvPr>
          <p:cNvPicPr>
            <a:picLocks noChangeAspect="1"/>
          </p:cNvPicPr>
          <p:nvPr/>
        </p:nvPicPr>
        <p:blipFill>
          <a:blip r:embed="rId2"/>
          <a:stretch>
            <a:fillRect/>
          </a:stretch>
        </p:blipFill>
        <p:spPr>
          <a:xfrm>
            <a:off x="5190757" y="2009099"/>
            <a:ext cx="6561389" cy="4145639"/>
          </a:xfrm>
          <a:prstGeom prst="rect">
            <a:avLst/>
          </a:prstGeom>
        </p:spPr>
      </p:pic>
    </p:spTree>
    <p:extLst>
      <p:ext uri="{BB962C8B-B14F-4D97-AF65-F5344CB8AC3E}">
        <p14:creationId xmlns:p14="http://schemas.microsoft.com/office/powerpoint/2010/main" val="3079141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15FF7-AD78-D582-842A-87DB69B7BB1B}"/>
              </a:ext>
            </a:extLst>
          </p:cNvPr>
          <p:cNvSpPr>
            <a:spLocks noGrp="1"/>
          </p:cNvSpPr>
          <p:nvPr>
            <p:ph type="title"/>
          </p:nvPr>
        </p:nvSpPr>
        <p:spPr/>
        <p:txBody>
          <a:bodyPr/>
          <a:lstStyle/>
          <a:p>
            <a:r>
              <a:rPr lang="en-IN" dirty="0"/>
              <a:t>Exercise Participation Across BMI Categories</a:t>
            </a:r>
          </a:p>
        </p:txBody>
      </p:sp>
      <p:sp>
        <p:nvSpPr>
          <p:cNvPr id="3" name="Text Placeholder 2">
            <a:extLst>
              <a:ext uri="{FF2B5EF4-FFF2-40B4-BE49-F238E27FC236}">
                <a16:creationId xmlns:a16="http://schemas.microsoft.com/office/drawing/2014/main" id="{0B08E3A6-CA6D-CAFC-F7F1-26EA8AE22733}"/>
              </a:ext>
            </a:extLst>
          </p:cNvPr>
          <p:cNvSpPr>
            <a:spLocks noGrp="1"/>
          </p:cNvSpPr>
          <p:nvPr>
            <p:ph type="body" sz="quarter" idx="13"/>
          </p:nvPr>
        </p:nvSpPr>
        <p:spPr>
          <a:xfrm>
            <a:off x="762000" y="2417197"/>
            <a:ext cx="5334000" cy="3737541"/>
          </a:xfrm>
        </p:spPr>
        <p:txBody>
          <a:bodyPr>
            <a:noAutofit/>
          </a:bodyPr>
          <a:lstStyle/>
          <a:p>
            <a:pPr>
              <a:spcAft>
                <a:spcPts val="0"/>
              </a:spcAft>
            </a:pPr>
            <a:r>
              <a:rPr lang="en-IN" sz="1600" dirty="0"/>
              <a:t>[1] "Contingency Table: BMI Categories vs Exercise Participation"               </a:t>
            </a:r>
          </a:p>
          <a:p>
            <a:pPr>
              <a:spcAft>
                <a:spcPts val="0"/>
              </a:spcAft>
            </a:pPr>
            <a:r>
              <a:rPr lang="en-IN" sz="1600" dirty="0"/>
              <a:t>                   Yes     No</a:t>
            </a:r>
          </a:p>
          <a:p>
            <a:pPr>
              <a:spcAft>
                <a:spcPts val="0"/>
              </a:spcAft>
            </a:pPr>
            <a:r>
              <a:rPr lang="en-IN" sz="1600" dirty="0"/>
              <a:t>  Underweight     4892   1976</a:t>
            </a:r>
          </a:p>
          <a:p>
            <a:pPr>
              <a:spcAft>
                <a:spcPts val="0"/>
              </a:spcAft>
            </a:pPr>
            <a:r>
              <a:rPr lang="en-IN" sz="1600" dirty="0"/>
              <a:t>  Normal Weight  94928  19778</a:t>
            </a:r>
          </a:p>
          <a:p>
            <a:pPr>
              <a:spcAft>
                <a:spcPts val="0"/>
              </a:spcAft>
            </a:pPr>
            <a:r>
              <a:rPr lang="en-IN" sz="1600" dirty="0"/>
              <a:t>  Overweight    112247  27202</a:t>
            </a:r>
          </a:p>
          <a:p>
            <a:pPr>
              <a:spcAft>
                <a:spcPts val="0"/>
              </a:spcAft>
            </a:pPr>
            <a:r>
              <a:rPr lang="en-IN" sz="1600" dirty="0"/>
              <a:t>  Obese          93187  39410</a:t>
            </a:r>
          </a:p>
          <a:p>
            <a:pPr>
              <a:spcAft>
                <a:spcPts val="0"/>
              </a:spcAft>
            </a:pPr>
            <a:r>
              <a:rPr lang="en-IN" sz="1600" dirty="0"/>
              <a:t>[1] "Exercise participation rates by BMI category:"               </a:t>
            </a:r>
          </a:p>
          <a:p>
            <a:pPr>
              <a:spcAft>
                <a:spcPts val="0"/>
              </a:spcAft>
            </a:pPr>
            <a:r>
              <a:rPr lang="en-IN" sz="1600" dirty="0"/>
              <a:t>                  Yes    No</a:t>
            </a:r>
          </a:p>
          <a:p>
            <a:pPr>
              <a:spcAft>
                <a:spcPts val="0"/>
              </a:spcAft>
            </a:pPr>
            <a:r>
              <a:rPr lang="en-IN" sz="1600" dirty="0"/>
              <a:t>  Underweight   71.23 28.77</a:t>
            </a:r>
          </a:p>
          <a:p>
            <a:pPr>
              <a:spcAft>
                <a:spcPts val="0"/>
              </a:spcAft>
            </a:pPr>
            <a:r>
              <a:rPr lang="en-IN" sz="1600" dirty="0"/>
              <a:t>  Normal Weight 82.76 17.24</a:t>
            </a:r>
          </a:p>
          <a:p>
            <a:pPr>
              <a:spcAft>
                <a:spcPts val="0"/>
              </a:spcAft>
            </a:pPr>
            <a:r>
              <a:rPr lang="en-IN" sz="1600" dirty="0"/>
              <a:t>  Overweight    80.49 19.51</a:t>
            </a:r>
          </a:p>
          <a:p>
            <a:pPr>
              <a:spcAft>
                <a:spcPts val="0"/>
              </a:spcAft>
            </a:pPr>
            <a:r>
              <a:rPr lang="en-IN" sz="1600" dirty="0"/>
              <a:t>  Obese         70.28 29.72</a:t>
            </a:r>
          </a:p>
          <a:p>
            <a:pPr>
              <a:spcAft>
                <a:spcPts val="0"/>
              </a:spcAft>
            </a:pPr>
            <a:r>
              <a:rPr lang="en-IN" sz="1600" dirty="0"/>
              <a:t>	Pearson's Chi-squared test</a:t>
            </a:r>
          </a:p>
          <a:p>
            <a:pPr>
              <a:spcAft>
                <a:spcPts val="0"/>
              </a:spcAft>
            </a:pPr>
            <a:r>
              <a:rPr lang="en-IN" sz="1600" dirty="0"/>
              <a:t>data:  </a:t>
            </a:r>
            <a:r>
              <a:rPr lang="en-IN" sz="1600" dirty="0" err="1"/>
              <a:t>bmi_exercise_table</a:t>
            </a:r>
            <a:endParaRPr lang="en-IN" sz="1600" dirty="0"/>
          </a:p>
          <a:p>
            <a:pPr>
              <a:spcAft>
                <a:spcPts val="0"/>
              </a:spcAft>
            </a:pPr>
            <a:r>
              <a:rPr lang="en-IN" sz="1600" dirty="0"/>
              <a:t>X-squared = 6665.5, </a:t>
            </a:r>
            <a:r>
              <a:rPr lang="en-IN" sz="1600" dirty="0" err="1"/>
              <a:t>df</a:t>
            </a:r>
            <a:r>
              <a:rPr lang="en-IN" sz="1600" dirty="0"/>
              <a:t> = 3, p-value &lt; 2.2e-16</a:t>
            </a:r>
          </a:p>
          <a:p>
            <a:pPr>
              <a:lnSpc>
                <a:spcPct val="120000"/>
              </a:lnSpc>
              <a:spcAft>
                <a:spcPts val="0"/>
              </a:spcAft>
            </a:pPr>
            <a:endParaRPr lang="en-IN" sz="6000" dirty="0"/>
          </a:p>
        </p:txBody>
      </p:sp>
      <p:sp>
        <p:nvSpPr>
          <p:cNvPr id="5" name="Slide Number Placeholder 4">
            <a:extLst>
              <a:ext uri="{FF2B5EF4-FFF2-40B4-BE49-F238E27FC236}">
                <a16:creationId xmlns:a16="http://schemas.microsoft.com/office/drawing/2014/main" id="{7EB02BD0-F62E-5695-9BA7-00CCB4BF6FF9}"/>
              </a:ext>
            </a:extLst>
          </p:cNvPr>
          <p:cNvSpPr>
            <a:spLocks noGrp="1"/>
          </p:cNvSpPr>
          <p:nvPr>
            <p:ph type="sldNum" sz="quarter" idx="12"/>
          </p:nvPr>
        </p:nvSpPr>
        <p:spPr/>
        <p:txBody>
          <a:bodyPr/>
          <a:lstStyle/>
          <a:p>
            <a:fld id="{B5CEABB6-07DC-46E8-9B57-56EC44A396E5}" type="slidenum">
              <a:rPr lang="en-US" smtClean="0"/>
              <a:pPr/>
              <a:t>10</a:t>
            </a:fld>
            <a:endParaRPr lang="en-US" dirty="0"/>
          </a:p>
        </p:txBody>
      </p:sp>
      <p:pic>
        <p:nvPicPr>
          <p:cNvPr id="7" name="Picture 6">
            <a:extLst>
              <a:ext uri="{FF2B5EF4-FFF2-40B4-BE49-F238E27FC236}">
                <a16:creationId xmlns:a16="http://schemas.microsoft.com/office/drawing/2014/main" id="{773F73C5-F0E0-3465-8176-0DA4A2A981CF}"/>
              </a:ext>
            </a:extLst>
          </p:cNvPr>
          <p:cNvPicPr>
            <a:picLocks noChangeAspect="1"/>
          </p:cNvPicPr>
          <p:nvPr/>
        </p:nvPicPr>
        <p:blipFill>
          <a:blip r:embed="rId2"/>
          <a:stretch>
            <a:fillRect/>
          </a:stretch>
        </p:blipFill>
        <p:spPr>
          <a:xfrm>
            <a:off x="6096000" y="2417197"/>
            <a:ext cx="5069086" cy="4252328"/>
          </a:xfrm>
          <a:prstGeom prst="rect">
            <a:avLst/>
          </a:prstGeom>
        </p:spPr>
      </p:pic>
    </p:spTree>
    <p:extLst>
      <p:ext uri="{BB962C8B-B14F-4D97-AF65-F5344CB8AC3E}">
        <p14:creationId xmlns:p14="http://schemas.microsoft.com/office/powerpoint/2010/main" val="1478564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73227-AA4F-3D40-DE7C-141E6DC577A3}"/>
              </a:ext>
            </a:extLst>
          </p:cNvPr>
          <p:cNvSpPr>
            <a:spLocks noGrp="1"/>
          </p:cNvSpPr>
          <p:nvPr>
            <p:ph type="title"/>
          </p:nvPr>
        </p:nvSpPr>
        <p:spPr/>
        <p:txBody>
          <a:bodyPr/>
          <a:lstStyle/>
          <a:p>
            <a:r>
              <a:rPr lang="en-US" dirty="0"/>
              <a:t>Is diabetes status associated with coronary heart disease?</a:t>
            </a:r>
            <a:endParaRPr lang="en-IN" dirty="0"/>
          </a:p>
        </p:txBody>
      </p:sp>
      <p:sp>
        <p:nvSpPr>
          <p:cNvPr id="3" name="Text Placeholder 2">
            <a:extLst>
              <a:ext uri="{FF2B5EF4-FFF2-40B4-BE49-F238E27FC236}">
                <a16:creationId xmlns:a16="http://schemas.microsoft.com/office/drawing/2014/main" id="{6A7E2C8E-98E3-9922-E6D9-B7F91CFC29E7}"/>
              </a:ext>
            </a:extLst>
          </p:cNvPr>
          <p:cNvSpPr>
            <a:spLocks noGrp="1"/>
          </p:cNvSpPr>
          <p:nvPr>
            <p:ph type="body" sz="quarter" idx="13"/>
          </p:nvPr>
        </p:nvSpPr>
        <p:spPr>
          <a:xfrm>
            <a:off x="762000" y="2417197"/>
            <a:ext cx="6056243" cy="3737541"/>
          </a:xfrm>
        </p:spPr>
        <p:txBody>
          <a:bodyPr>
            <a:noAutofit/>
          </a:bodyPr>
          <a:lstStyle/>
          <a:p>
            <a:pPr>
              <a:spcAft>
                <a:spcPts val="0"/>
              </a:spcAft>
            </a:pPr>
            <a:r>
              <a:rPr lang="en-US" dirty="0"/>
              <a:t>[1] "Contingency Table:" </a:t>
            </a:r>
          </a:p>
          <a:p>
            <a:pPr>
              <a:spcAft>
                <a:spcPts val="0"/>
              </a:spcAft>
            </a:pPr>
            <a:r>
              <a:rPr lang="en-US" dirty="0"/>
              <a:t>Yes                  9232  50615</a:t>
            </a:r>
          </a:p>
          <a:p>
            <a:pPr>
              <a:spcAft>
                <a:spcPts val="0"/>
              </a:spcAft>
            </a:pPr>
            <a:r>
              <a:rPr lang="en-US" dirty="0"/>
              <a:t>  Yes/borderline        103   3001</a:t>
            </a:r>
          </a:p>
          <a:p>
            <a:pPr>
              <a:spcAft>
                <a:spcPts val="0"/>
              </a:spcAft>
            </a:pPr>
            <a:r>
              <a:rPr lang="en-US" dirty="0"/>
              <a:t>  Yes/pregnancy only  16274 329572</a:t>
            </a:r>
          </a:p>
          <a:p>
            <a:pPr>
              <a:spcAft>
                <a:spcPts val="0"/>
              </a:spcAft>
            </a:pPr>
            <a:r>
              <a:rPr lang="en-US" dirty="0"/>
              <a:t>  No                    971   9415</a:t>
            </a:r>
          </a:p>
          <a:p>
            <a:pPr>
              <a:spcAft>
                <a:spcPts val="0"/>
              </a:spcAft>
            </a:pPr>
            <a:r>
              <a:rPr lang="en-US" dirty="0"/>
              <a:t>[1] "Percentages by diabetes status:"                    </a:t>
            </a:r>
          </a:p>
          <a:p>
            <a:pPr>
              <a:spcAft>
                <a:spcPts val="0"/>
              </a:spcAft>
            </a:pPr>
            <a:r>
              <a:rPr lang="en-US" dirty="0"/>
              <a:t>Yes                15.4 84.6</a:t>
            </a:r>
          </a:p>
          <a:p>
            <a:pPr>
              <a:spcAft>
                <a:spcPts val="0"/>
              </a:spcAft>
            </a:pPr>
            <a:r>
              <a:rPr lang="en-US" dirty="0"/>
              <a:t>  Yes/borderline      3.3 96.7</a:t>
            </a:r>
          </a:p>
          <a:p>
            <a:pPr>
              <a:spcAft>
                <a:spcPts val="0"/>
              </a:spcAft>
            </a:pPr>
            <a:r>
              <a:rPr lang="en-US" dirty="0"/>
              <a:t>  Yes/pregnancy only  4.7 95.3</a:t>
            </a:r>
          </a:p>
          <a:p>
            <a:pPr>
              <a:spcAft>
                <a:spcPts val="0"/>
              </a:spcAft>
            </a:pPr>
            <a:r>
              <a:rPr lang="en-US" dirty="0"/>
              <a:t>  No                  9.3 90.7</a:t>
            </a:r>
          </a:p>
          <a:p>
            <a:pPr>
              <a:spcAft>
                <a:spcPts val="0"/>
              </a:spcAft>
            </a:pPr>
            <a:r>
              <a:rPr lang="en-US" dirty="0"/>
              <a:t>	Pearson's Chi-squared test</a:t>
            </a:r>
          </a:p>
          <a:p>
            <a:pPr>
              <a:spcAft>
                <a:spcPts val="0"/>
              </a:spcAft>
            </a:pPr>
            <a:r>
              <a:rPr lang="en-US" dirty="0"/>
              <a:t>data:  </a:t>
            </a:r>
            <a:r>
              <a:rPr lang="en-US" dirty="0" err="1"/>
              <a:t>diabetes_table</a:t>
            </a:r>
            <a:endParaRPr lang="en-US" dirty="0"/>
          </a:p>
          <a:p>
            <a:pPr>
              <a:spcAft>
                <a:spcPts val="0"/>
              </a:spcAft>
            </a:pPr>
            <a:r>
              <a:rPr lang="en-US" dirty="0"/>
              <a:t>X-squared = 10081, </a:t>
            </a:r>
            <a:r>
              <a:rPr lang="en-US" dirty="0" err="1"/>
              <a:t>df</a:t>
            </a:r>
            <a:r>
              <a:rPr lang="en-US" dirty="0"/>
              <a:t> = 3, p-value &lt; 2.2e-16</a:t>
            </a:r>
          </a:p>
          <a:p>
            <a:pPr>
              <a:spcAft>
                <a:spcPts val="0"/>
              </a:spcAft>
            </a:pPr>
            <a:r>
              <a:rPr lang="en-US" dirty="0"/>
              <a:t>Result: There IS a significant association between diabetes and coronary heart disease (p &lt; 0.05)</a:t>
            </a:r>
          </a:p>
          <a:p>
            <a:pPr>
              <a:spcAft>
                <a:spcPts val="0"/>
              </a:spcAft>
            </a:pPr>
            <a:endParaRPr lang="en-IN" dirty="0"/>
          </a:p>
        </p:txBody>
      </p:sp>
      <p:sp>
        <p:nvSpPr>
          <p:cNvPr id="5" name="Slide Number Placeholder 4">
            <a:extLst>
              <a:ext uri="{FF2B5EF4-FFF2-40B4-BE49-F238E27FC236}">
                <a16:creationId xmlns:a16="http://schemas.microsoft.com/office/drawing/2014/main" id="{02C45A65-7CBE-2B53-AF82-D09E079F9581}"/>
              </a:ext>
            </a:extLst>
          </p:cNvPr>
          <p:cNvSpPr>
            <a:spLocks noGrp="1"/>
          </p:cNvSpPr>
          <p:nvPr>
            <p:ph type="sldNum" sz="quarter" idx="12"/>
          </p:nvPr>
        </p:nvSpPr>
        <p:spPr/>
        <p:txBody>
          <a:bodyPr/>
          <a:lstStyle/>
          <a:p>
            <a:fld id="{B5CEABB6-07DC-46E8-9B57-56EC44A396E5}" type="slidenum">
              <a:rPr lang="en-US" smtClean="0"/>
              <a:pPr/>
              <a:t>11</a:t>
            </a:fld>
            <a:endParaRPr lang="en-US" dirty="0"/>
          </a:p>
        </p:txBody>
      </p:sp>
      <p:pic>
        <p:nvPicPr>
          <p:cNvPr id="7" name="Picture 6">
            <a:extLst>
              <a:ext uri="{FF2B5EF4-FFF2-40B4-BE49-F238E27FC236}">
                <a16:creationId xmlns:a16="http://schemas.microsoft.com/office/drawing/2014/main" id="{06F39DA1-B7FE-3F6B-1EB5-F43BCE3643F5}"/>
              </a:ext>
            </a:extLst>
          </p:cNvPr>
          <p:cNvPicPr>
            <a:picLocks noChangeAspect="1"/>
          </p:cNvPicPr>
          <p:nvPr/>
        </p:nvPicPr>
        <p:blipFill>
          <a:blip r:embed="rId2"/>
          <a:stretch>
            <a:fillRect/>
          </a:stretch>
        </p:blipFill>
        <p:spPr>
          <a:xfrm>
            <a:off x="6211957" y="2302159"/>
            <a:ext cx="5372716" cy="4054191"/>
          </a:xfrm>
          <a:prstGeom prst="rect">
            <a:avLst/>
          </a:prstGeom>
        </p:spPr>
      </p:pic>
    </p:spTree>
    <p:extLst>
      <p:ext uri="{BB962C8B-B14F-4D97-AF65-F5344CB8AC3E}">
        <p14:creationId xmlns:p14="http://schemas.microsoft.com/office/powerpoint/2010/main" val="4253235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AD63F-613E-F3F8-EEBC-ED8D7205BB57}"/>
              </a:ext>
            </a:extLst>
          </p:cNvPr>
          <p:cNvSpPr>
            <a:spLocks noGrp="1"/>
          </p:cNvSpPr>
          <p:nvPr>
            <p:ph type="title"/>
          </p:nvPr>
        </p:nvSpPr>
        <p:spPr/>
        <p:txBody>
          <a:bodyPr/>
          <a:lstStyle/>
          <a:p>
            <a:r>
              <a:rPr lang="en-IN" dirty="0"/>
              <a:t>Conclusion</a:t>
            </a:r>
          </a:p>
        </p:txBody>
      </p:sp>
      <p:sp>
        <p:nvSpPr>
          <p:cNvPr id="3" name="Text Placeholder 2">
            <a:extLst>
              <a:ext uri="{FF2B5EF4-FFF2-40B4-BE49-F238E27FC236}">
                <a16:creationId xmlns:a16="http://schemas.microsoft.com/office/drawing/2014/main" id="{57DAFF57-F568-3BEF-EF8C-31567A6D49C7}"/>
              </a:ext>
            </a:extLst>
          </p:cNvPr>
          <p:cNvSpPr>
            <a:spLocks noGrp="1"/>
          </p:cNvSpPr>
          <p:nvPr>
            <p:ph type="body" sz="quarter" idx="13"/>
          </p:nvPr>
        </p:nvSpPr>
        <p:spPr>
          <a:xfrm>
            <a:off x="762000" y="2417197"/>
            <a:ext cx="10663375" cy="3737541"/>
          </a:xfrm>
        </p:spPr>
        <p:txBody>
          <a:bodyPr>
            <a:normAutofit/>
          </a:bodyPr>
          <a:lstStyle/>
          <a:p>
            <a:r>
              <a:rPr lang="en-US" dirty="0"/>
              <a:t>Key Findings:</a:t>
            </a:r>
          </a:p>
          <a:p>
            <a:r>
              <a:rPr lang="en-US" dirty="0"/>
              <a:t>- Strong correlations between CHD and factors like Age, BMI, Smoking, and Diabetes.</a:t>
            </a:r>
          </a:p>
          <a:p>
            <a:r>
              <a:rPr lang="en-US" dirty="0"/>
              <a:t>- Data insights align with World Bank and CDC data.</a:t>
            </a:r>
          </a:p>
          <a:p>
            <a:endParaRPr lang="en-US" dirty="0"/>
          </a:p>
          <a:p>
            <a:r>
              <a:rPr lang="en-US" dirty="0"/>
              <a:t>Future Work:</a:t>
            </a:r>
          </a:p>
          <a:p>
            <a:r>
              <a:rPr lang="en-US" dirty="0"/>
              <a:t>- Expand dataset and analyze additional lifestyle factors.</a:t>
            </a:r>
          </a:p>
          <a:p>
            <a:endParaRPr lang="en-IN" dirty="0"/>
          </a:p>
        </p:txBody>
      </p:sp>
      <p:sp>
        <p:nvSpPr>
          <p:cNvPr id="5" name="Slide Number Placeholder 4">
            <a:extLst>
              <a:ext uri="{FF2B5EF4-FFF2-40B4-BE49-F238E27FC236}">
                <a16:creationId xmlns:a16="http://schemas.microsoft.com/office/drawing/2014/main" id="{6287D313-6904-EBB6-A9E3-0DDCFC6DB7A1}"/>
              </a:ext>
            </a:extLst>
          </p:cNvPr>
          <p:cNvSpPr>
            <a:spLocks noGrp="1"/>
          </p:cNvSpPr>
          <p:nvPr>
            <p:ph type="sldNum" sz="quarter" idx="12"/>
          </p:nvPr>
        </p:nvSpPr>
        <p:spPr/>
        <p:txBody>
          <a:bodyPr/>
          <a:lstStyle/>
          <a:p>
            <a:fld id="{B5CEABB6-07DC-46E8-9B57-56EC44A396E5}" type="slidenum">
              <a:rPr lang="en-US" smtClean="0"/>
              <a:pPr/>
              <a:t>12</a:t>
            </a:fld>
            <a:endParaRPr lang="en-US" dirty="0"/>
          </a:p>
        </p:txBody>
      </p:sp>
    </p:spTree>
    <p:extLst>
      <p:ext uri="{BB962C8B-B14F-4D97-AF65-F5344CB8AC3E}">
        <p14:creationId xmlns:p14="http://schemas.microsoft.com/office/powerpoint/2010/main" val="3478652248"/>
      </p:ext>
    </p:extLst>
  </p:cSld>
  <p:clrMapOvr>
    <a:masterClrMapping/>
  </p:clrMapOvr>
</p:sld>
</file>

<file path=ppt/theme/theme1.xml><?xml version="1.0" encoding="utf-8"?>
<a:theme xmlns:a="http://schemas.openxmlformats.org/drawingml/2006/main" name="Custom">
  <a:themeElements>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fontScheme name="Custom 112">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968143_Win32_SL_V3" id="{4DA6DF5E-F5DF-461D-8863-50E9C5721FD0}" vid="{BC6DDDB8-E14A-47D1-98C5-2C109624FD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96916C7-CF68-49BE-86B9-A47B40A856AE}">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9B7A9F-83D5-4264-91C0-B309A9EDBFB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4AD375C2-2973-4C8B-9800-5B5271D300BD}">
  <ds:schemaRefs>
    <ds:schemaRef ds:uri="http://schemas.microsoft.com/sharepoint/v3/contenttype/forms"/>
  </ds:schemaRefs>
</ds:datastoreItem>
</file>

<file path=customXml/itemProps3.xml><?xml version="1.0" encoding="utf-8"?>
<ds:datastoreItem xmlns:ds="http://schemas.openxmlformats.org/officeDocument/2006/customXml" ds:itemID="{F1950151-0FE0-482F-ADBD-EE52BFC46C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4088</TotalTime>
  <Words>988</Words>
  <Application>Microsoft Office PowerPoint</Application>
  <PresentationFormat>Widescreen</PresentationFormat>
  <Paragraphs>135</Paragraphs>
  <Slides>12</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Avenir Next LT Pro</vt:lpstr>
      <vt:lpstr>Calibri</vt:lpstr>
      <vt:lpstr>Custom</vt:lpstr>
      <vt:lpstr>Factors linked to the Diagnosis on Coronary Heart Disease</vt:lpstr>
      <vt:lpstr>Agenda</vt:lpstr>
      <vt:lpstr>Introduction</vt:lpstr>
      <vt:lpstr>summary</vt:lpstr>
      <vt:lpstr>proposal</vt:lpstr>
      <vt:lpstr>Data Cleaning Process</vt:lpstr>
      <vt:lpstr>Is there a significant difference in BMI between people with and without coronary heart disease? (T-test)</vt:lpstr>
      <vt:lpstr>Is smoking status associated with coronary heart disease?</vt:lpstr>
      <vt:lpstr>Does BMI vary significantly across different general health status levels?</vt:lpstr>
      <vt:lpstr>Exercise Participation Across BMI Categories</vt:lpstr>
      <vt:lpstr>Is diabetes status associated with coronary heart disease?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Aditya Karande</cp:lastModifiedBy>
  <cp:revision>314</cp:revision>
  <dcterms:created xsi:type="dcterms:W3CDTF">2025-10-11T16:45:44Z</dcterms:created>
  <dcterms:modified xsi:type="dcterms:W3CDTF">2025-10-19T06:28:03Z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